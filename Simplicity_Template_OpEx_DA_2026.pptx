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lsm" ContentType="application/vnd.ms-excel.sheet.macroEnabled.12"/>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Masters/slideMaster24.xml" ContentType="application/vnd.openxmlformats-officedocument.presentationml.slideMaster+xml"/>
  <Override PartName="/ppt/slideMasters/slideMaster25.xml" ContentType="application/vnd.openxmlformats-officedocument.presentationml.slideMaster+xml"/>
  <Override PartName="/ppt/slideMasters/slideMaster26.xml" ContentType="application/vnd.openxmlformats-officedocument.presentationml.slideMaster+xml"/>
  <Override PartName="/ppt/slideMasters/slideMaster27.xml" ContentType="application/vnd.openxmlformats-officedocument.presentationml.slideMaster+xml"/>
  <Override PartName="/ppt/slideMasters/slideMaster28.xml" ContentType="application/vnd.openxmlformats-officedocument.presentationml.slideMaster+xml"/>
  <Override PartName="/ppt/slideMasters/slideMaster2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Layouts/slideLayout7.xml" ContentType="application/vnd.openxmlformats-officedocument.presentationml.slideLayout+xml"/>
  <Override PartName="/ppt/theme/theme3.xml" ContentType="application/vnd.openxmlformats-officedocument.theme+xml"/>
  <Override PartName="/ppt/slideLayouts/slideLayout8.xml" ContentType="application/vnd.openxmlformats-officedocument.presentationml.slideLayout+xml"/>
  <Override PartName="/ppt/theme/theme4.xml" ContentType="application/vnd.openxmlformats-officedocument.theme+xml"/>
  <Override PartName="/ppt/slideLayouts/slideLayout9.xml" ContentType="application/vnd.openxmlformats-officedocument.presentationml.slideLayout+xml"/>
  <Override PartName="/ppt/theme/theme5.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6.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7.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8.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9.xml" ContentType="application/vnd.openxmlformats-officedocument.theme+xml"/>
  <Override PartName="/ppt/slideLayouts/slideLayout32.xml" ContentType="application/vnd.openxmlformats-officedocument.presentationml.slideLayout+xml"/>
  <Override PartName="/ppt/theme/theme10.xml" ContentType="application/vnd.openxmlformats-officedocument.theme+xml"/>
  <Override PartName="/ppt/slideLayouts/slideLayout33.xml" ContentType="application/vnd.openxmlformats-officedocument.presentationml.slideLayout+xml"/>
  <Override PartName="/ppt/theme/theme11.xml" ContentType="application/vnd.openxmlformats-officedocument.theme+xml"/>
  <Override PartName="/ppt/slideLayouts/slideLayout34.xml" ContentType="application/vnd.openxmlformats-officedocument.presentationml.slideLayout+xml"/>
  <Override PartName="/ppt/theme/theme12.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13.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14.xml" ContentType="application/vnd.openxmlformats-officedocument.theme+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15.xml" ContentType="application/vnd.openxmlformats-officedocument.theme+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16.xml" ContentType="application/vnd.openxmlformats-officedocument.theme+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theme/theme17.xml" ContentType="application/vnd.openxmlformats-officedocument.theme+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heme/theme18.xml" ContentType="application/vnd.openxmlformats-officedocument.theme+xml"/>
  <Override PartName="/ppt/slideLayouts/slideLayout68.xml" ContentType="application/vnd.openxmlformats-officedocument.presentationml.slideLayout+xml"/>
  <Override PartName="/ppt/theme/theme19.xml" ContentType="application/vnd.openxmlformats-officedocument.theme+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theme/theme20.xml" ContentType="application/vnd.openxmlformats-officedocument.theme+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theme/theme21.xml" ContentType="application/vnd.openxmlformats-officedocument.theme+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theme/theme22.xml" ContentType="application/vnd.openxmlformats-officedocument.theme+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heme/theme23.xml" ContentType="application/vnd.openxmlformats-officedocument.theme+xml"/>
  <Override PartName="/ppt/slideLayouts/slideLayout90.xml" ContentType="application/vnd.openxmlformats-officedocument.presentationml.slideLayout+xml"/>
  <Override PartName="/ppt/theme/theme24.xml" ContentType="application/vnd.openxmlformats-officedocument.theme+xml"/>
  <Override PartName="/ppt/slideLayouts/slideLayout91.xml" ContentType="application/vnd.openxmlformats-officedocument.presentationml.slideLayout+xml"/>
  <Override PartName="/ppt/theme/theme25.xml" ContentType="application/vnd.openxmlformats-officedocument.theme+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theme/theme26.xml" ContentType="application/vnd.openxmlformats-officedocument.theme+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theme/theme27.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theme/theme28.xml" ContentType="application/vnd.openxmlformats-officedocument.theme+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theme/theme29.xml" ContentType="application/vnd.openxmlformats-officedocument.theme+xml"/>
  <Override PartName="/ppt/tags/tag156.xml" ContentType="application/vnd.openxmlformats-officedocument.presentationml.tags+xml"/>
  <Override PartName="/ppt/tags/tag157.xml" ContentType="application/vnd.openxmlformats-officedocument.presentationml.tags+xml"/>
  <Override PartName="/ppt/theme/theme30.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theme/themeOverride2.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5" r:id="rId4"/>
    <p:sldMasterId id="2147483699" r:id="rId5"/>
    <p:sldMasterId id="2147483697" r:id="rId6"/>
    <p:sldMasterId id="2147483695" r:id="rId7"/>
    <p:sldMasterId id="2147483692" r:id="rId8"/>
    <p:sldMasterId id="2147483661" r:id="rId9"/>
    <p:sldMasterId id="2147483714" r:id="rId10"/>
    <p:sldMasterId id="2147483740" r:id="rId11"/>
    <p:sldMasterId id="2147483810" r:id="rId12"/>
    <p:sldMasterId id="2147483813" r:id="rId13"/>
    <p:sldMasterId id="2147483827" r:id="rId14"/>
    <p:sldMasterId id="2147483829" r:id="rId15"/>
    <p:sldMasterId id="2147483831" r:id="rId16"/>
    <p:sldMasterId id="2147483835" r:id="rId17"/>
    <p:sldMasterId id="2147483845" r:id="rId18"/>
    <p:sldMasterId id="2147483861" r:id="rId19"/>
    <p:sldMasterId id="2147483873" r:id="rId20"/>
    <p:sldMasterId id="2147483930" r:id="rId21"/>
    <p:sldMasterId id="2147483934" r:id="rId22"/>
    <p:sldMasterId id="2147483937" r:id="rId23"/>
    <p:sldMasterId id="2147483945" r:id="rId24"/>
    <p:sldMasterId id="2147483949" r:id="rId25"/>
    <p:sldMasterId id="2147484002" r:id="rId26"/>
    <p:sldMasterId id="2147484007" r:id="rId27"/>
    <p:sldMasterId id="2147484010" r:id="rId28"/>
    <p:sldMasterId id="2147484012" r:id="rId29"/>
    <p:sldMasterId id="2147484023" r:id="rId30"/>
    <p:sldMasterId id="2147484190" r:id="rId31"/>
    <p:sldMasterId id="2147484193" r:id="rId32"/>
  </p:sldMasterIdLst>
  <p:notesMasterIdLst>
    <p:notesMasterId r:id="rId43"/>
  </p:notesMasterIdLst>
  <p:sldIdLst>
    <p:sldId id="2147482571" r:id="rId33"/>
    <p:sldId id="2147482578" r:id="rId34"/>
    <p:sldId id="6413" r:id="rId35"/>
    <p:sldId id="2147482574" r:id="rId36"/>
    <p:sldId id="398" r:id="rId37"/>
    <p:sldId id="2147482575" r:id="rId38"/>
    <p:sldId id="1376" r:id="rId39"/>
    <p:sldId id="292" r:id="rId40"/>
    <p:sldId id="2147482573" r:id="rId41"/>
    <p:sldId id="2147482579" r:id="rId42"/>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osy Reyes" initials="RR" lastIdx="1" clrIdx="0">
    <p:extLst>
      <p:ext uri="{19B8F6BF-5375-455C-9EA6-DF929625EA0E}">
        <p15:presenceInfo xmlns:p15="http://schemas.microsoft.com/office/powerpoint/2012/main" userId="Rosy Reyes"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FFFFFF"/>
    <a:srgbClr val="0956FF"/>
    <a:srgbClr val="25479B"/>
    <a:srgbClr val="44F648"/>
    <a:srgbClr val="1C3F95"/>
    <a:srgbClr val="0070C0"/>
    <a:srgbClr val="FAFBFA"/>
    <a:srgbClr val="D2DEEF"/>
    <a:srgbClr val="EAEFF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786" autoAdjust="0"/>
    <p:restoredTop sz="95033" autoAdjust="0"/>
  </p:normalViewPr>
  <p:slideViewPr>
    <p:cSldViewPr snapToGrid="0">
      <p:cViewPr varScale="1">
        <p:scale>
          <a:sx n="82" d="100"/>
          <a:sy n="82" d="100"/>
        </p:scale>
        <p:origin x="730" y="72"/>
      </p:cViewPr>
      <p:guideLst>
        <p:guide orient="horz" pos="2160"/>
        <p:guide pos="3840"/>
      </p:guideLst>
    </p:cSldViewPr>
  </p:slideViewPr>
  <p:notesTextViewPr>
    <p:cViewPr>
      <p:scale>
        <a:sx n="1" d="1"/>
        <a:sy n="1" d="1"/>
      </p:scale>
      <p:origin x="0" y="0"/>
    </p:cViewPr>
  </p:notesTextViewPr>
  <p:sorterViewPr>
    <p:cViewPr>
      <p:scale>
        <a:sx n="90" d="100"/>
        <a:sy n="90" d="100"/>
      </p:scale>
      <p:origin x="0" y="-121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0.xml"/><Relationship Id="rId18" Type="http://schemas.openxmlformats.org/officeDocument/2006/relationships/slideMaster" Target="slideMasters/slideMaster15.xml"/><Relationship Id="rId26" Type="http://schemas.openxmlformats.org/officeDocument/2006/relationships/slideMaster" Target="slideMasters/slideMaster23.xml"/><Relationship Id="rId39" Type="http://schemas.openxmlformats.org/officeDocument/2006/relationships/slide" Target="slides/slide7.xml"/><Relationship Id="rId21" Type="http://schemas.openxmlformats.org/officeDocument/2006/relationships/slideMaster" Target="slideMasters/slideMaster18.xml"/><Relationship Id="rId34" Type="http://schemas.openxmlformats.org/officeDocument/2006/relationships/slide" Target="slides/slide2.xml"/><Relationship Id="rId42" Type="http://schemas.openxmlformats.org/officeDocument/2006/relationships/slide" Target="slides/slide10.xml"/><Relationship Id="rId47" Type="http://schemas.openxmlformats.org/officeDocument/2006/relationships/theme" Target="theme/theme1.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Master" Target="slideMasters/slideMaster13.xml"/><Relationship Id="rId29" Type="http://schemas.openxmlformats.org/officeDocument/2006/relationships/slideMaster" Target="slideMasters/slideMaster26.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slideMaster" Target="slideMasters/slideMaster21.xml"/><Relationship Id="rId32" Type="http://schemas.openxmlformats.org/officeDocument/2006/relationships/slideMaster" Target="slideMasters/slideMaster29.xml"/><Relationship Id="rId37" Type="http://schemas.openxmlformats.org/officeDocument/2006/relationships/slide" Target="slides/slide5.xml"/><Relationship Id="rId40" Type="http://schemas.openxmlformats.org/officeDocument/2006/relationships/slide" Target="slides/slide8.xml"/><Relationship Id="rId45"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Master" Target="slideMasters/slideMaster12.xml"/><Relationship Id="rId23" Type="http://schemas.openxmlformats.org/officeDocument/2006/relationships/slideMaster" Target="slideMasters/slideMaster20.xml"/><Relationship Id="rId28" Type="http://schemas.openxmlformats.org/officeDocument/2006/relationships/slideMaster" Target="slideMasters/slideMaster25.xml"/><Relationship Id="rId36" Type="http://schemas.openxmlformats.org/officeDocument/2006/relationships/slide" Target="slides/slide4.xml"/><Relationship Id="rId10" Type="http://schemas.openxmlformats.org/officeDocument/2006/relationships/slideMaster" Target="slideMasters/slideMaster7.xml"/><Relationship Id="rId19" Type="http://schemas.openxmlformats.org/officeDocument/2006/relationships/slideMaster" Target="slideMasters/slideMaster16.xml"/><Relationship Id="rId31" Type="http://schemas.openxmlformats.org/officeDocument/2006/relationships/slideMaster" Target="slideMasters/slideMaster28.xml"/><Relationship Id="rId44"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Master" Target="slideMasters/slideMaster11.xml"/><Relationship Id="rId22" Type="http://schemas.openxmlformats.org/officeDocument/2006/relationships/slideMaster" Target="slideMasters/slideMaster19.xml"/><Relationship Id="rId27" Type="http://schemas.openxmlformats.org/officeDocument/2006/relationships/slideMaster" Target="slideMasters/slideMaster24.xml"/><Relationship Id="rId30" Type="http://schemas.openxmlformats.org/officeDocument/2006/relationships/slideMaster" Target="slideMasters/slideMaster27.xml"/><Relationship Id="rId35" Type="http://schemas.openxmlformats.org/officeDocument/2006/relationships/slide" Target="slides/slide3.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Master" Target="slideMasters/slideMaster5.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Master" Target="slideMasters/slideMaster14.xml"/><Relationship Id="rId25" Type="http://schemas.openxmlformats.org/officeDocument/2006/relationships/slideMaster" Target="slideMasters/slideMaster22.xml"/><Relationship Id="rId33" Type="http://schemas.openxmlformats.org/officeDocument/2006/relationships/slide" Target="slides/slide1.xml"/><Relationship Id="rId38" Type="http://schemas.openxmlformats.org/officeDocument/2006/relationships/slide" Target="slides/slide6.xml"/><Relationship Id="rId46" Type="http://schemas.openxmlformats.org/officeDocument/2006/relationships/viewProps" Target="viewProps.xml"/><Relationship Id="rId20" Type="http://schemas.openxmlformats.org/officeDocument/2006/relationships/slideMaster" Target="slideMasters/slideMaster17.xml"/><Relationship Id="rId41"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dirty="0"/>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D710BE18-F236-40FB-ABF2-D101124E980F}" type="datetimeFigureOut">
              <a:rPr lang="en-US" smtClean="0"/>
              <a:pPr/>
              <a:t>6/18/2026</a:t>
            </a:fld>
            <a:endParaRPr lang="en-US" dirty="0"/>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endParaRPr lang="en-US" dirty="0"/>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38EFD9F4-26D8-49CC-9DE2-FB65C8576B02}" type="slidenum">
              <a:rPr lang="en-US" smtClean="0"/>
              <a:pPr/>
              <a:t>‹#›</a:t>
            </a:fld>
            <a:endParaRPr lang="en-US" dirty="0"/>
          </a:p>
        </p:txBody>
      </p:sp>
    </p:spTree>
    <p:extLst>
      <p:ext uri="{BB962C8B-B14F-4D97-AF65-F5344CB8AC3E}">
        <p14:creationId xmlns:p14="http://schemas.microsoft.com/office/powerpoint/2010/main" val="31598194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1775" y="1839913"/>
            <a:ext cx="8832850" cy="4968875"/>
          </a:xfrm>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1019922" rtl="0" eaLnBrk="1" fontAlgn="auto" latinLnBrk="0" hangingPunct="1">
              <a:lnSpc>
                <a:spcPct val="100000"/>
              </a:lnSpc>
              <a:spcBef>
                <a:spcPts val="0"/>
              </a:spcBef>
              <a:spcAft>
                <a:spcPts val="0"/>
              </a:spcAft>
              <a:buClrTx/>
              <a:buSzTx/>
              <a:buFontTx/>
              <a:buNone/>
              <a:tabLst/>
              <a:defRPr/>
            </a:pPr>
            <a:fld id="{56D845B5-B03F-4E37-A555-84CF8FAA0C7F}" type="slidenum">
              <a:rPr kumimoji="0" lang="en-US" sz="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019922" rtl="0" eaLnBrk="1" fontAlgn="auto" latinLnBrk="0" hangingPunct="1">
                <a:lnSpc>
                  <a:spcPct val="100000"/>
                </a:lnSpc>
                <a:spcBef>
                  <a:spcPts val="0"/>
                </a:spcBef>
                <a:spcAft>
                  <a:spcPts val="0"/>
                </a:spcAft>
                <a:buClrTx/>
                <a:buSzTx/>
                <a:buFontTx/>
                <a:buNone/>
                <a:tabLst/>
                <a:defRPr/>
              </a:pPr>
              <a:t>1</a:t>
            </a:fld>
            <a:endParaRPr kumimoji="0" lang="en-US" sz="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5561193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7.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8.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0.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0.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0.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0.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0.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6.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10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7.xml"/><Relationship Id="rId1" Type="http://schemas.openxmlformats.org/officeDocument/2006/relationships/tags" Target="../tags/tag2.xml"/><Relationship Id="rId5" Type="http://schemas.openxmlformats.org/officeDocument/2006/relationships/image" Target="../media/image15.svg"/><Relationship Id="rId4" Type="http://schemas.openxmlformats.org/officeDocument/2006/relationships/image" Target="../media/image14.emf"/></Relationships>
</file>

<file path=ppt/slideLayouts/_rels/slideLayout10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7.xml"/><Relationship Id="rId1" Type="http://schemas.openxmlformats.org/officeDocument/2006/relationships/tags" Target="../tags/tag3.xml"/><Relationship Id="rId5" Type="http://schemas.openxmlformats.org/officeDocument/2006/relationships/image" Target="../media/image16.svg"/><Relationship Id="rId4" Type="http://schemas.openxmlformats.org/officeDocument/2006/relationships/image" Target="../media/image14.emf"/></Relationships>
</file>

<file path=ppt/slideLayouts/_rels/slideLayout10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27.xml"/><Relationship Id="rId1" Type="http://schemas.openxmlformats.org/officeDocument/2006/relationships/tags" Target="../tags/tag4.xml"/><Relationship Id="rId5" Type="http://schemas.openxmlformats.org/officeDocument/2006/relationships/image" Target="../media/image17.svg"/><Relationship Id="rId4" Type="http://schemas.openxmlformats.org/officeDocument/2006/relationships/image" Target="../media/image14.emf"/></Relationships>
</file>

<file path=ppt/slideLayouts/_rels/slideLayout105.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27.xml"/><Relationship Id="rId1" Type="http://schemas.openxmlformats.org/officeDocument/2006/relationships/tags" Target="../tags/tag5.xml"/><Relationship Id="rId5" Type="http://schemas.openxmlformats.org/officeDocument/2006/relationships/image" Target="../media/image15.svg"/><Relationship Id="rId4" Type="http://schemas.openxmlformats.org/officeDocument/2006/relationships/image" Target="../media/image14.emf"/></Relationships>
</file>

<file path=ppt/slideLayouts/_rels/slideLayout106.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27.xml"/><Relationship Id="rId1" Type="http://schemas.openxmlformats.org/officeDocument/2006/relationships/tags" Target="../tags/tag6.xml"/><Relationship Id="rId5" Type="http://schemas.openxmlformats.org/officeDocument/2006/relationships/image" Target="../media/image16.svg"/><Relationship Id="rId4" Type="http://schemas.openxmlformats.org/officeDocument/2006/relationships/image" Target="../media/image14.emf"/></Relationships>
</file>

<file path=ppt/slideLayouts/_rels/slideLayout107.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27.xml"/><Relationship Id="rId1" Type="http://schemas.openxmlformats.org/officeDocument/2006/relationships/tags" Target="../tags/tag7.xml"/><Relationship Id="rId5" Type="http://schemas.openxmlformats.org/officeDocument/2006/relationships/image" Target="../media/image18.svg"/><Relationship Id="rId4" Type="http://schemas.openxmlformats.org/officeDocument/2006/relationships/image" Target="../media/image14.emf"/></Relationships>
</file>

<file path=ppt/slideLayouts/_rels/slideLayout10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7.xml"/><Relationship Id="rId1" Type="http://schemas.openxmlformats.org/officeDocument/2006/relationships/tags" Target="../tags/tag8.xml"/><Relationship Id="rId5" Type="http://schemas.openxmlformats.org/officeDocument/2006/relationships/image" Target="../media/image15.svg"/><Relationship Id="rId4" Type="http://schemas.openxmlformats.org/officeDocument/2006/relationships/image" Target="../media/image14.emf"/></Relationships>
</file>

<file path=ppt/slideLayouts/_rels/slideLayout10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7.xml"/><Relationship Id="rId1" Type="http://schemas.openxmlformats.org/officeDocument/2006/relationships/tags" Target="../tags/tag9.xml"/><Relationship Id="rId5" Type="http://schemas.openxmlformats.org/officeDocument/2006/relationships/image" Target="../media/image16.svg"/><Relationship Id="rId4" Type="http://schemas.openxmlformats.org/officeDocument/2006/relationships/image" Target="../media/image14.emf"/></Relationships>
</file>

<file path=ppt/slideLayouts/_rels/slideLayout110.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27.xml"/><Relationship Id="rId1" Type="http://schemas.openxmlformats.org/officeDocument/2006/relationships/tags" Target="../tags/tag10.xml"/><Relationship Id="rId5" Type="http://schemas.openxmlformats.org/officeDocument/2006/relationships/image" Target="../media/image17.svg"/><Relationship Id="rId4" Type="http://schemas.openxmlformats.org/officeDocument/2006/relationships/image" Target="../media/image14.emf"/></Relationships>
</file>

<file path=ppt/slideLayouts/_rels/slideLayout111.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27.xml"/><Relationship Id="rId1" Type="http://schemas.openxmlformats.org/officeDocument/2006/relationships/tags" Target="../tags/tag11.xml"/><Relationship Id="rId5" Type="http://schemas.openxmlformats.org/officeDocument/2006/relationships/image" Target="../media/image15.svg"/><Relationship Id="rId4" Type="http://schemas.openxmlformats.org/officeDocument/2006/relationships/image" Target="../media/image14.emf"/></Relationships>
</file>

<file path=ppt/slideLayouts/_rels/slideLayout112.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27.xml"/><Relationship Id="rId1" Type="http://schemas.openxmlformats.org/officeDocument/2006/relationships/tags" Target="../tags/tag12.xml"/><Relationship Id="rId5" Type="http://schemas.openxmlformats.org/officeDocument/2006/relationships/image" Target="../media/image16.svg"/><Relationship Id="rId4" Type="http://schemas.openxmlformats.org/officeDocument/2006/relationships/image" Target="../media/image14.emf"/></Relationships>
</file>

<file path=ppt/slideLayouts/_rels/slideLayout113.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27.xml"/><Relationship Id="rId1" Type="http://schemas.openxmlformats.org/officeDocument/2006/relationships/tags" Target="../tags/tag13.xml"/><Relationship Id="rId5" Type="http://schemas.openxmlformats.org/officeDocument/2006/relationships/image" Target="../media/image18.svg"/><Relationship Id="rId4" Type="http://schemas.openxmlformats.org/officeDocument/2006/relationships/image" Target="../media/image14.emf"/></Relationships>
</file>

<file path=ppt/slideLayouts/_rels/slideLayout11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7.xml"/><Relationship Id="rId1" Type="http://schemas.openxmlformats.org/officeDocument/2006/relationships/tags" Target="../tags/tag14.xml"/><Relationship Id="rId5" Type="http://schemas.openxmlformats.org/officeDocument/2006/relationships/image" Target="../media/image15.svg"/><Relationship Id="rId4" Type="http://schemas.openxmlformats.org/officeDocument/2006/relationships/image" Target="../media/image14.emf"/></Relationships>
</file>

<file path=ppt/slideLayouts/_rels/slideLayout115.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7.xml"/><Relationship Id="rId1" Type="http://schemas.openxmlformats.org/officeDocument/2006/relationships/tags" Target="../tags/tag15.xml"/><Relationship Id="rId5" Type="http://schemas.openxmlformats.org/officeDocument/2006/relationships/image" Target="../media/image16.svg"/><Relationship Id="rId4" Type="http://schemas.openxmlformats.org/officeDocument/2006/relationships/image" Target="../media/image14.emf"/></Relationships>
</file>

<file path=ppt/slideLayouts/_rels/slideLayout116.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27.xml"/><Relationship Id="rId1" Type="http://schemas.openxmlformats.org/officeDocument/2006/relationships/tags" Target="../tags/tag16.xml"/><Relationship Id="rId5" Type="http://schemas.openxmlformats.org/officeDocument/2006/relationships/image" Target="../media/image17.svg"/><Relationship Id="rId4" Type="http://schemas.openxmlformats.org/officeDocument/2006/relationships/image" Target="../media/image14.emf"/></Relationships>
</file>

<file path=ppt/slideLayouts/_rels/slideLayout117.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27.xml"/><Relationship Id="rId1" Type="http://schemas.openxmlformats.org/officeDocument/2006/relationships/tags" Target="../tags/tag17.xml"/><Relationship Id="rId5" Type="http://schemas.openxmlformats.org/officeDocument/2006/relationships/image" Target="../media/image15.svg"/><Relationship Id="rId4" Type="http://schemas.openxmlformats.org/officeDocument/2006/relationships/image" Target="../media/image14.emf"/></Relationships>
</file>

<file path=ppt/slideLayouts/_rels/slideLayout118.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27.xml"/><Relationship Id="rId1" Type="http://schemas.openxmlformats.org/officeDocument/2006/relationships/tags" Target="../tags/tag18.xml"/><Relationship Id="rId5" Type="http://schemas.openxmlformats.org/officeDocument/2006/relationships/image" Target="../media/image16.svg"/><Relationship Id="rId4" Type="http://schemas.openxmlformats.org/officeDocument/2006/relationships/image" Target="../media/image14.emf"/></Relationships>
</file>

<file path=ppt/slideLayouts/_rels/slideLayout119.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27.xml"/><Relationship Id="rId1" Type="http://schemas.openxmlformats.org/officeDocument/2006/relationships/tags" Target="../tags/tag19.xml"/><Relationship Id="rId5" Type="http://schemas.openxmlformats.org/officeDocument/2006/relationships/image" Target="../media/image18.svg"/><Relationship Id="rId4" Type="http://schemas.openxmlformats.org/officeDocument/2006/relationships/image" Target="../media/image14.emf"/></Relationships>
</file>

<file path=ppt/slideLayouts/_rels/slideLayout120.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27.xml"/><Relationship Id="rId1" Type="http://schemas.openxmlformats.org/officeDocument/2006/relationships/tags" Target="../tags/tag20.xml"/><Relationship Id="rId4" Type="http://schemas.openxmlformats.org/officeDocument/2006/relationships/image" Target="../media/image19.emf"/></Relationships>
</file>

<file path=ppt/slideLayouts/_rels/slideLayout121.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27.xml"/><Relationship Id="rId1" Type="http://schemas.openxmlformats.org/officeDocument/2006/relationships/tags" Target="../tags/tag21.xml"/><Relationship Id="rId4" Type="http://schemas.openxmlformats.org/officeDocument/2006/relationships/image" Target="../media/image20.emf"/></Relationships>
</file>

<file path=ppt/slideLayouts/_rels/slideLayout122.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27.xml"/><Relationship Id="rId1" Type="http://schemas.openxmlformats.org/officeDocument/2006/relationships/tags" Target="../tags/tag22.xml"/><Relationship Id="rId4" Type="http://schemas.openxmlformats.org/officeDocument/2006/relationships/image" Target="../media/image20.emf"/></Relationships>
</file>

<file path=ppt/slideLayouts/_rels/slideLayout123.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27.xml"/><Relationship Id="rId1" Type="http://schemas.openxmlformats.org/officeDocument/2006/relationships/tags" Target="../tags/tag23.xml"/><Relationship Id="rId4" Type="http://schemas.openxmlformats.org/officeDocument/2006/relationships/image" Target="../media/image20.emf"/></Relationships>
</file>

<file path=ppt/slideLayouts/_rels/slideLayout124.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27.xml"/><Relationship Id="rId1" Type="http://schemas.openxmlformats.org/officeDocument/2006/relationships/tags" Target="../tags/tag24.xml"/><Relationship Id="rId4" Type="http://schemas.openxmlformats.org/officeDocument/2006/relationships/image" Target="../media/image20.emf"/></Relationships>
</file>

<file path=ppt/slideLayouts/_rels/slideLayout125.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27.xml"/><Relationship Id="rId1" Type="http://schemas.openxmlformats.org/officeDocument/2006/relationships/tags" Target="../tags/tag25.xml"/><Relationship Id="rId4" Type="http://schemas.openxmlformats.org/officeDocument/2006/relationships/image" Target="../media/image21.emf"/></Relationships>
</file>

<file path=ppt/slideLayouts/_rels/slideLayout126.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27.xml"/><Relationship Id="rId1" Type="http://schemas.openxmlformats.org/officeDocument/2006/relationships/tags" Target="../tags/tag26.xml"/><Relationship Id="rId4" Type="http://schemas.openxmlformats.org/officeDocument/2006/relationships/image" Target="../media/image21.emf"/></Relationships>
</file>

<file path=ppt/slideLayouts/_rels/slideLayout127.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27.xml"/><Relationship Id="rId1" Type="http://schemas.openxmlformats.org/officeDocument/2006/relationships/tags" Target="../tags/tag27.xml"/><Relationship Id="rId4" Type="http://schemas.openxmlformats.org/officeDocument/2006/relationships/image" Target="../media/image21.emf"/></Relationships>
</file>

<file path=ppt/slideLayouts/_rels/slideLayout128.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27.xml"/><Relationship Id="rId1" Type="http://schemas.openxmlformats.org/officeDocument/2006/relationships/tags" Target="../tags/tag28.xml"/><Relationship Id="rId4" Type="http://schemas.openxmlformats.org/officeDocument/2006/relationships/image" Target="../media/image22.emf"/></Relationships>
</file>

<file path=ppt/slideLayouts/_rels/slideLayout129.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27.xml"/><Relationship Id="rId1" Type="http://schemas.openxmlformats.org/officeDocument/2006/relationships/tags" Target="../tags/tag29.xml"/><Relationship Id="rId4" Type="http://schemas.openxmlformats.org/officeDocument/2006/relationships/image" Target="../media/image23.emf"/></Relationships>
</file>

<file path=ppt/slideLayouts/_rels/slideLayout130.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27.xml"/><Relationship Id="rId1" Type="http://schemas.openxmlformats.org/officeDocument/2006/relationships/tags" Target="../tags/tag30.xml"/><Relationship Id="rId4" Type="http://schemas.openxmlformats.org/officeDocument/2006/relationships/image" Target="../media/image23.emf"/></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132.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27.xml"/><Relationship Id="rId1" Type="http://schemas.openxmlformats.org/officeDocument/2006/relationships/tags" Target="../tags/tag31.xml"/><Relationship Id="rId4" Type="http://schemas.openxmlformats.org/officeDocument/2006/relationships/image" Target="../media/image24.emf"/></Relationships>
</file>

<file path=ppt/slideLayouts/_rels/slideLayout133.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27.xml"/><Relationship Id="rId1" Type="http://schemas.openxmlformats.org/officeDocument/2006/relationships/tags" Target="../tags/tag32.xml"/><Relationship Id="rId4" Type="http://schemas.openxmlformats.org/officeDocument/2006/relationships/image" Target="../media/image24.emf"/></Relationships>
</file>

<file path=ppt/slideLayouts/_rels/slideLayout134.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Master" Target="../slideMasters/slideMaster27.xml"/><Relationship Id="rId1" Type="http://schemas.openxmlformats.org/officeDocument/2006/relationships/tags" Target="../tags/tag33.xml"/><Relationship Id="rId4" Type="http://schemas.openxmlformats.org/officeDocument/2006/relationships/image" Target="../media/image24.emf"/></Relationships>
</file>

<file path=ppt/slideLayouts/_rels/slideLayout135.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Master" Target="../slideMasters/slideMaster27.xml"/><Relationship Id="rId1" Type="http://schemas.openxmlformats.org/officeDocument/2006/relationships/tags" Target="../tags/tag34.xml"/><Relationship Id="rId4" Type="http://schemas.openxmlformats.org/officeDocument/2006/relationships/image" Target="../media/image24.emf"/></Relationships>
</file>

<file path=ppt/slideLayouts/_rels/slideLayout136.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Master" Target="../slideMasters/slideMaster27.xml"/><Relationship Id="rId1" Type="http://schemas.openxmlformats.org/officeDocument/2006/relationships/tags" Target="../tags/tag35.xml"/><Relationship Id="rId4" Type="http://schemas.openxmlformats.org/officeDocument/2006/relationships/image" Target="../media/image25.emf"/></Relationships>
</file>

<file path=ppt/slideLayouts/_rels/slideLayout137.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Master" Target="../slideMasters/slideMaster27.xml"/><Relationship Id="rId1" Type="http://schemas.openxmlformats.org/officeDocument/2006/relationships/tags" Target="../tags/tag36.xml"/><Relationship Id="rId4" Type="http://schemas.openxmlformats.org/officeDocument/2006/relationships/image" Target="../media/image25.emf"/></Relationships>
</file>

<file path=ppt/slideLayouts/_rels/slideLayout138.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Master" Target="../slideMasters/slideMaster27.xml"/><Relationship Id="rId1" Type="http://schemas.openxmlformats.org/officeDocument/2006/relationships/tags" Target="../tags/tag37.xml"/><Relationship Id="rId4" Type="http://schemas.openxmlformats.org/officeDocument/2006/relationships/image" Target="../media/image25.emf"/></Relationships>
</file>

<file path=ppt/slideLayouts/_rels/slideLayout139.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Master" Target="../slideMasters/slideMaster27.xml"/><Relationship Id="rId1" Type="http://schemas.openxmlformats.org/officeDocument/2006/relationships/tags" Target="../tags/tag38.xml"/><Relationship Id="rId4" Type="http://schemas.openxmlformats.org/officeDocument/2006/relationships/image" Target="../media/image25.emf"/></Relationships>
</file>

<file path=ppt/slideLayouts/_rels/slideLayout140.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Master" Target="../slideMasters/slideMaster27.xml"/><Relationship Id="rId1" Type="http://schemas.openxmlformats.org/officeDocument/2006/relationships/tags" Target="../tags/tag39.xml"/><Relationship Id="rId4" Type="http://schemas.openxmlformats.org/officeDocument/2006/relationships/image" Target="../media/image25.emf"/></Relationships>
</file>

<file path=ppt/slideLayouts/_rels/slideLayout141.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Master" Target="../slideMasters/slideMaster27.xml"/><Relationship Id="rId1" Type="http://schemas.openxmlformats.org/officeDocument/2006/relationships/tags" Target="../tags/tag40.xml"/><Relationship Id="rId4" Type="http://schemas.openxmlformats.org/officeDocument/2006/relationships/image" Target="../media/image19.emf"/></Relationships>
</file>

<file path=ppt/slideLayouts/_rels/slideLayout142.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Master" Target="../slideMasters/slideMaster27.xml"/><Relationship Id="rId1" Type="http://schemas.openxmlformats.org/officeDocument/2006/relationships/tags" Target="../tags/tag41.xml"/><Relationship Id="rId4" Type="http://schemas.openxmlformats.org/officeDocument/2006/relationships/image" Target="../media/image26.emf"/></Relationships>
</file>

<file path=ppt/slideLayouts/_rels/slideLayout143.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Master" Target="../slideMasters/slideMaster27.xml"/><Relationship Id="rId1" Type="http://schemas.openxmlformats.org/officeDocument/2006/relationships/tags" Target="../tags/tag42.xml"/><Relationship Id="rId4" Type="http://schemas.openxmlformats.org/officeDocument/2006/relationships/image" Target="../media/image26.emf"/></Relationships>
</file>

<file path=ppt/slideLayouts/_rels/slideLayout144.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Master" Target="../slideMasters/slideMaster27.xml"/><Relationship Id="rId1" Type="http://schemas.openxmlformats.org/officeDocument/2006/relationships/tags" Target="../tags/tag43.xml"/><Relationship Id="rId4" Type="http://schemas.openxmlformats.org/officeDocument/2006/relationships/image" Target="../media/image26.emf"/></Relationships>
</file>

<file path=ppt/slideLayouts/_rels/slideLayout145.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Master" Target="../slideMasters/slideMaster27.xml"/><Relationship Id="rId1" Type="http://schemas.openxmlformats.org/officeDocument/2006/relationships/tags" Target="../tags/tag44.xml"/><Relationship Id="rId4" Type="http://schemas.openxmlformats.org/officeDocument/2006/relationships/image" Target="../media/image26.emf"/></Relationships>
</file>

<file path=ppt/slideLayouts/_rels/slideLayout146.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Master" Target="../slideMasters/slideMaster27.xml"/><Relationship Id="rId1" Type="http://schemas.openxmlformats.org/officeDocument/2006/relationships/tags" Target="../tags/tag45.xml"/><Relationship Id="rId4" Type="http://schemas.openxmlformats.org/officeDocument/2006/relationships/image" Target="../media/image27.emf"/></Relationships>
</file>

<file path=ppt/slideLayouts/_rels/slideLayout147.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Master" Target="../slideMasters/slideMaster27.xml"/><Relationship Id="rId1" Type="http://schemas.openxmlformats.org/officeDocument/2006/relationships/tags" Target="../tags/tag46.xml"/><Relationship Id="rId4" Type="http://schemas.openxmlformats.org/officeDocument/2006/relationships/image" Target="../media/image26.emf"/></Relationships>
</file>

<file path=ppt/slideLayouts/_rels/slideLayout148.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Master" Target="../slideMasters/slideMaster27.xml"/><Relationship Id="rId1" Type="http://schemas.openxmlformats.org/officeDocument/2006/relationships/tags" Target="../tags/tag47.xml"/><Relationship Id="rId4" Type="http://schemas.openxmlformats.org/officeDocument/2006/relationships/image" Target="../media/image28.emf"/></Relationships>
</file>

<file path=ppt/slideLayouts/_rels/slideLayout149.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Master" Target="../slideMasters/slideMaster27.xml"/><Relationship Id="rId1" Type="http://schemas.openxmlformats.org/officeDocument/2006/relationships/tags" Target="../tags/tag48.xml"/><Relationship Id="rId4" Type="http://schemas.openxmlformats.org/officeDocument/2006/relationships/image" Target="../media/image28.emf"/></Relationships>
</file>

<file path=ppt/slideLayouts/_rels/slideLayout150.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Master" Target="../slideMasters/slideMaster27.xml"/><Relationship Id="rId1" Type="http://schemas.openxmlformats.org/officeDocument/2006/relationships/tags" Target="../tags/tag49.xml"/><Relationship Id="rId4" Type="http://schemas.openxmlformats.org/officeDocument/2006/relationships/image" Target="../media/image28.emf"/></Relationships>
</file>

<file path=ppt/slideLayouts/_rels/slideLayout151.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Master" Target="../slideMasters/slideMaster27.xml"/><Relationship Id="rId1" Type="http://schemas.openxmlformats.org/officeDocument/2006/relationships/tags" Target="../tags/tag50.xml"/><Relationship Id="rId4" Type="http://schemas.openxmlformats.org/officeDocument/2006/relationships/image" Target="../media/image28.emf"/></Relationships>
</file>

<file path=ppt/slideLayouts/_rels/slideLayout152.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Master" Target="../slideMasters/slideMaster27.xml"/><Relationship Id="rId1" Type="http://schemas.openxmlformats.org/officeDocument/2006/relationships/tags" Target="../tags/tag51.xml"/><Relationship Id="rId4" Type="http://schemas.openxmlformats.org/officeDocument/2006/relationships/image" Target="../media/image28.emf"/></Relationships>
</file>

<file path=ppt/slideLayouts/_rels/slideLayout153.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Master" Target="../slideMasters/slideMaster27.xml"/><Relationship Id="rId1" Type="http://schemas.openxmlformats.org/officeDocument/2006/relationships/tags" Target="../tags/tag52.xml"/><Relationship Id="rId4" Type="http://schemas.openxmlformats.org/officeDocument/2006/relationships/image" Target="../media/image28.emf"/></Relationships>
</file>

<file path=ppt/slideLayouts/_rels/slideLayout154.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Master" Target="../slideMasters/slideMaster27.xml"/><Relationship Id="rId1" Type="http://schemas.openxmlformats.org/officeDocument/2006/relationships/tags" Target="../tags/tag53.xml"/><Relationship Id="rId4" Type="http://schemas.openxmlformats.org/officeDocument/2006/relationships/image" Target="../media/image19.emf"/></Relationships>
</file>

<file path=ppt/slideLayouts/_rels/slideLayout155.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Master" Target="../slideMasters/slideMaster27.xml"/><Relationship Id="rId1" Type="http://schemas.openxmlformats.org/officeDocument/2006/relationships/tags" Target="../tags/tag54.xml"/><Relationship Id="rId4" Type="http://schemas.openxmlformats.org/officeDocument/2006/relationships/image" Target="../media/image28.emf"/></Relationships>
</file>

<file path=ppt/slideLayouts/_rels/slideLayout156.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Master" Target="../slideMasters/slideMaster27.xml"/><Relationship Id="rId1" Type="http://schemas.openxmlformats.org/officeDocument/2006/relationships/tags" Target="../tags/tag55.xml"/><Relationship Id="rId4" Type="http://schemas.openxmlformats.org/officeDocument/2006/relationships/image" Target="../media/image28.emf"/></Relationships>
</file>

<file path=ppt/slideLayouts/_rels/slideLayout157.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Master" Target="../slideMasters/slideMaster27.xml"/><Relationship Id="rId1" Type="http://schemas.openxmlformats.org/officeDocument/2006/relationships/tags" Target="../tags/tag56.xml"/><Relationship Id="rId4" Type="http://schemas.openxmlformats.org/officeDocument/2006/relationships/image" Target="../media/image28.emf"/></Relationships>
</file>

<file path=ppt/slideLayouts/_rels/slideLayout158.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Master" Target="../slideMasters/slideMaster27.xml"/><Relationship Id="rId1" Type="http://schemas.openxmlformats.org/officeDocument/2006/relationships/tags" Target="../tags/tag57.xml"/><Relationship Id="rId4" Type="http://schemas.openxmlformats.org/officeDocument/2006/relationships/image" Target="../media/image28.emf"/></Relationships>
</file>

<file path=ppt/slideLayouts/_rels/slideLayout159.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Master" Target="../slideMasters/slideMaster27.xml"/><Relationship Id="rId1" Type="http://schemas.openxmlformats.org/officeDocument/2006/relationships/tags" Target="../tags/tag58.xml"/><Relationship Id="rId4" Type="http://schemas.openxmlformats.org/officeDocument/2006/relationships/image" Target="../media/image28.emf"/></Relationships>
</file>

<file path=ppt/slideLayouts/_rels/slideLayout160.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Master" Target="../slideMasters/slideMaster27.xml"/><Relationship Id="rId1" Type="http://schemas.openxmlformats.org/officeDocument/2006/relationships/tags" Target="../tags/tag59.xml"/><Relationship Id="rId4" Type="http://schemas.openxmlformats.org/officeDocument/2006/relationships/image" Target="../media/image28.emf"/></Relationships>
</file>

<file path=ppt/slideLayouts/_rels/slideLayout161.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Master" Target="../slideMasters/slideMaster27.xml"/><Relationship Id="rId1" Type="http://schemas.openxmlformats.org/officeDocument/2006/relationships/tags" Target="../tags/tag60.xml"/><Relationship Id="rId4" Type="http://schemas.openxmlformats.org/officeDocument/2006/relationships/image" Target="../media/image28.emf"/></Relationships>
</file>

<file path=ppt/slideLayouts/_rels/slideLayout162.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Master" Target="../slideMasters/slideMaster27.xml"/><Relationship Id="rId1" Type="http://schemas.openxmlformats.org/officeDocument/2006/relationships/tags" Target="../tags/tag61.xml"/><Relationship Id="rId4" Type="http://schemas.openxmlformats.org/officeDocument/2006/relationships/image" Target="../media/image28.emf"/></Relationships>
</file>

<file path=ppt/slideLayouts/_rels/slideLayout163.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Master" Target="../slideMasters/slideMaster27.xml"/><Relationship Id="rId1" Type="http://schemas.openxmlformats.org/officeDocument/2006/relationships/tags" Target="../tags/tag62.xml"/><Relationship Id="rId4" Type="http://schemas.openxmlformats.org/officeDocument/2006/relationships/image" Target="../media/image19.emf"/></Relationships>
</file>

<file path=ppt/slideLayouts/_rels/slideLayout164.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slideMaster" Target="../slideMasters/slideMaster27.xml"/><Relationship Id="rId1" Type="http://schemas.openxmlformats.org/officeDocument/2006/relationships/tags" Target="../tags/tag63.xml"/><Relationship Id="rId4" Type="http://schemas.openxmlformats.org/officeDocument/2006/relationships/image" Target="../media/image29.emf"/></Relationships>
</file>

<file path=ppt/slideLayouts/_rels/slideLayout165.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slideMaster" Target="../slideMasters/slideMaster27.xml"/><Relationship Id="rId1" Type="http://schemas.openxmlformats.org/officeDocument/2006/relationships/tags" Target="../tags/tag64.xml"/><Relationship Id="rId4" Type="http://schemas.openxmlformats.org/officeDocument/2006/relationships/image" Target="../media/image30.emf"/></Relationships>
</file>

<file path=ppt/slideLayouts/_rels/slideLayout166.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slideMaster" Target="../slideMasters/slideMaster27.xml"/><Relationship Id="rId1" Type="http://schemas.openxmlformats.org/officeDocument/2006/relationships/tags" Target="../tags/tag65.xml"/><Relationship Id="rId4" Type="http://schemas.openxmlformats.org/officeDocument/2006/relationships/image" Target="../media/image29.emf"/></Relationships>
</file>

<file path=ppt/slideLayouts/_rels/slideLayout167.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slideMaster" Target="../slideMasters/slideMaster27.xml"/><Relationship Id="rId1" Type="http://schemas.openxmlformats.org/officeDocument/2006/relationships/tags" Target="../tags/tag66.xml"/><Relationship Id="rId4" Type="http://schemas.openxmlformats.org/officeDocument/2006/relationships/image" Target="../media/image29.emf"/></Relationships>
</file>

<file path=ppt/slideLayouts/_rels/slideLayout168.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slideMaster" Target="../slideMasters/slideMaster27.xml"/><Relationship Id="rId1" Type="http://schemas.openxmlformats.org/officeDocument/2006/relationships/tags" Target="../tags/tag67.xml"/><Relationship Id="rId4" Type="http://schemas.openxmlformats.org/officeDocument/2006/relationships/image" Target="../media/image29.emf"/></Relationships>
</file>

<file path=ppt/slideLayouts/_rels/slideLayout169.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slideMaster" Target="../slideMasters/slideMaster27.xml"/><Relationship Id="rId1" Type="http://schemas.openxmlformats.org/officeDocument/2006/relationships/tags" Target="../tags/tag68.xml"/><Relationship Id="rId4" Type="http://schemas.openxmlformats.org/officeDocument/2006/relationships/image" Target="../media/image29.emf"/></Relationships>
</file>

<file path=ppt/slideLayouts/_rels/slideLayout170.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slideMaster" Target="../slideMasters/slideMaster27.xml"/><Relationship Id="rId1" Type="http://schemas.openxmlformats.org/officeDocument/2006/relationships/tags" Target="../tags/tag69.xml"/><Relationship Id="rId4" Type="http://schemas.openxmlformats.org/officeDocument/2006/relationships/image" Target="../media/image29.emf"/></Relationships>
</file>

<file path=ppt/slideLayouts/_rels/slideLayout171.xml.rels><?xml version="1.0" encoding="UTF-8" standalone="yes"?>
<Relationships xmlns="http://schemas.openxmlformats.org/package/2006/relationships"><Relationship Id="rId3" Type="http://schemas.openxmlformats.org/officeDocument/2006/relationships/oleObject" Target="../embeddings/oleObject40.bin"/><Relationship Id="rId2" Type="http://schemas.openxmlformats.org/officeDocument/2006/relationships/slideMaster" Target="../slideMasters/slideMaster27.xml"/><Relationship Id="rId1" Type="http://schemas.openxmlformats.org/officeDocument/2006/relationships/tags" Target="../tags/tag70.xml"/><Relationship Id="rId4" Type="http://schemas.openxmlformats.org/officeDocument/2006/relationships/image" Target="../media/image31.emf"/></Relationships>
</file>

<file path=ppt/slideLayouts/_rels/slideLayout172.xml.rels><?xml version="1.0" encoding="UTF-8" standalone="yes"?>
<Relationships xmlns="http://schemas.openxmlformats.org/package/2006/relationships"><Relationship Id="rId3" Type="http://schemas.openxmlformats.org/officeDocument/2006/relationships/oleObject" Target="../embeddings/oleObject41.bin"/><Relationship Id="rId2" Type="http://schemas.openxmlformats.org/officeDocument/2006/relationships/slideMaster" Target="../slideMasters/slideMaster27.xml"/><Relationship Id="rId1" Type="http://schemas.openxmlformats.org/officeDocument/2006/relationships/tags" Target="../tags/tag71.xml"/><Relationship Id="rId4" Type="http://schemas.openxmlformats.org/officeDocument/2006/relationships/image" Target="../media/image31.emf"/></Relationships>
</file>

<file path=ppt/slideLayouts/_rels/slideLayout173.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Master" Target="../slideMasters/slideMaster27.xml"/><Relationship Id="rId1" Type="http://schemas.openxmlformats.org/officeDocument/2006/relationships/tags" Target="../tags/tag72.xml"/><Relationship Id="rId4" Type="http://schemas.openxmlformats.org/officeDocument/2006/relationships/image" Target="../media/image19.emf"/></Relationships>
</file>

<file path=ppt/slideLayouts/_rels/slideLayout174.xml.rels><?xml version="1.0" encoding="UTF-8" standalone="yes"?>
<Relationships xmlns="http://schemas.openxmlformats.org/package/2006/relationships"><Relationship Id="rId3" Type="http://schemas.openxmlformats.org/officeDocument/2006/relationships/oleObject" Target="../embeddings/oleObject42.bin"/><Relationship Id="rId2" Type="http://schemas.openxmlformats.org/officeDocument/2006/relationships/slideMaster" Target="../slideMasters/slideMaster27.xml"/><Relationship Id="rId1" Type="http://schemas.openxmlformats.org/officeDocument/2006/relationships/tags" Target="../tags/tag73.xml"/><Relationship Id="rId4" Type="http://schemas.openxmlformats.org/officeDocument/2006/relationships/image" Target="../media/image32.emf"/></Relationships>
</file>

<file path=ppt/slideLayouts/_rels/slideLayout175.xml.rels><?xml version="1.0" encoding="UTF-8" standalone="yes"?>
<Relationships xmlns="http://schemas.openxmlformats.org/package/2006/relationships"><Relationship Id="rId3" Type="http://schemas.openxmlformats.org/officeDocument/2006/relationships/oleObject" Target="../embeddings/oleObject43.bin"/><Relationship Id="rId2" Type="http://schemas.openxmlformats.org/officeDocument/2006/relationships/slideMaster" Target="../slideMasters/slideMaster27.xml"/><Relationship Id="rId1" Type="http://schemas.openxmlformats.org/officeDocument/2006/relationships/tags" Target="../tags/tag74.xml"/><Relationship Id="rId4" Type="http://schemas.openxmlformats.org/officeDocument/2006/relationships/image" Target="../media/image32.emf"/></Relationships>
</file>

<file path=ppt/slideLayouts/_rels/slideLayout176.xml.rels><?xml version="1.0" encoding="UTF-8" standalone="yes"?>
<Relationships xmlns="http://schemas.openxmlformats.org/package/2006/relationships"><Relationship Id="rId3" Type="http://schemas.openxmlformats.org/officeDocument/2006/relationships/oleObject" Target="../embeddings/oleObject44.bin"/><Relationship Id="rId2" Type="http://schemas.openxmlformats.org/officeDocument/2006/relationships/slideMaster" Target="../slideMasters/slideMaster27.xml"/><Relationship Id="rId1" Type="http://schemas.openxmlformats.org/officeDocument/2006/relationships/tags" Target="../tags/tag75.xml"/><Relationship Id="rId4" Type="http://schemas.openxmlformats.org/officeDocument/2006/relationships/image" Target="../media/image32.emf"/></Relationships>
</file>

<file path=ppt/slideLayouts/_rels/slideLayout177.xml.rels><?xml version="1.0" encoding="UTF-8" standalone="yes"?>
<Relationships xmlns="http://schemas.openxmlformats.org/package/2006/relationships"><Relationship Id="rId3" Type="http://schemas.openxmlformats.org/officeDocument/2006/relationships/oleObject" Target="../embeddings/oleObject45.bin"/><Relationship Id="rId2" Type="http://schemas.openxmlformats.org/officeDocument/2006/relationships/slideMaster" Target="../slideMasters/slideMaster27.xml"/><Relationship Id="rId1" Type="http://schemas.openxmlformats.org/officeDocument/2006/relationships/tags" Target="../tags/tag76.xml"/><Relationship Id="rId4" Type="http://schemas.openxmlformats.org/officeDocument/2006/relationships/image" Target="../media/image32.emf"/></Relationships>
</file>

<file path=ppt/slideLayouts/_rels/slideLayout178.xml.rels><?xml version="1.0" encoding="UTF-8" standalone="yes"?>
<Relationships xmlns="http://schemas.openxmlformats.org/package/2006/relationships"><Relationship Id="rId3" Type="http://schemas.openxmlformats.org/officeDocument/2006/relationships/oleObject" Target="../embeddings/oleObject46.bin"/><Relationship Id="rId2" Type="http://schemas.openxmlformats.org/officeDocument/2006/relationships/slideMaster" Target="../slideMasters/slideMaster27.xml"/><Relationship Id="rId1" Type="http://schemas.openxmlformats.org/officeDocument/2006/relationships/tags" Target="../tags/tag77.xml"/><Relationship Id="rId4" Type="http://schemas.openxmlformats.org/officeDocument/2006/relationships/image" Target="../media/image32.emf"/></Relationships>
</file>

<file path=ppt/slideLayouts/_rels/slideLayout179.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Master" Target="../slideMasters/slideMaster27.xml"/><Relationship Id="rId1" Type="http://schemas.openxmlformats.org/officeDocument/2006/relationships/tags" Target="../tags/tag78.xml"/><Relationship Id="rId4" Type="http://schemas.openxmlformats.org/officeDocument/2006/relationships/image" Target="../media/image19.emf"/></Relationships>
</file>

<file path=ppt/slideLayouts/_rels/slideLayout180.xml.rels><?xml version="1.0" encoding="UTF-8" standalone="yes"?>
<Relationships xmlns="http://schemas.openxmlformats.org/package/2006/relationships"><Relationship Id="rId3" Type="http://schemas.openxmlformats.org/officeDocument/2006/relationships/oleObject" Target="../embeddings/oleObject47.bin"/><Relationship Id="rId2" Type="http://schemas.openxmlformats.org/officeDocument/2006/relationships/slideMaster" Target="../slideMasters/slideMaster27.xml"/><Relationship Id="rId1" Type="http://schemas.openxmlformats.org/officeDocument/2006/relationships/tags" Target="../tags/tag79.xml"/><Relationship Id="rId4" Type="http://schemas.openxmlformats.org/officeDocument/2006/relationships/image" Target="../media/image33.emf"/></Relationships>
</file>

<file path=ppt/slideLayouts/_rels/slideLayout181.xml.rels><?xml version="1.0" encoding="UTF-8" standalone="yes"?>
<Relationships xmlns="http://schemas.openxmlformats.org/package/2006/relationships"><Relationship Id="rId3" Type="http://schemas.openxmlformats.org/officeDocument/2006/relationships/oleObject" Target="../embeddings/oleObject48.bin"/><Relationship Id="rId2" Type="http://schemas.openxmlformats.org/officeDocument/2006/relationships/slideMaster" Target="../slideMasters/slideMaster27.xml"/><Relationship Id="rId1" Type="http://schemas.openxmlformats.org/officeDocument/2006/relationships/tags" Target="../tags/tag80.xml"/><Relationship Id="rId4" Type="http://schemas.openxmlformats.org/officeDocument/2006/relationships/image" Target="../media/image33.emf"/></Relationships>
</file>

<file path=ppt/slideLayouts/_rels/slideLayout182.xml.rels><?xml version="1.0" encoding="UTF-8" standalone="yes"?>
<Relationships xmlns="http://schemas.openxmlformats.org/package/2006/relationships"><Relationship Id="rId3" Type="http://schemas.openxmlformats.org/officeDocument/2006/relationships/oleObject" Target="../embeddings/oleObject49.bin"/><Relationship Id="rId2" Type="http://schemas.openxmlformats.org/officeDocument/2006/relationships/slideMaster" Target="../slideMasters/slideMaster27.xml"/><Relationship Id="rId1" Type="http://schemas.openxmlformats.org/officeDocument/2006/relationships/tags" Target="../tags/tag81.xml"/><Relationship Id="rId4" Type="http://schemas.openxmlformats.org/officeDocument/2006/relationships/image" Target="../media/image33.emf"/></Relationships>
</file>

<file path=ppt/slideLayouts/_rels/slideLayout183.xml.rels><?xml version="1.0" encoding="UTF-8" standalone="yes"?>
<Relationships xmlns="http://schemas.openxmlformats.org/package/2006/relationships"><Relationship Id="rId3" Type="http://schemas.openxmlformats.org/officeDocument/2006/relationships/oleObject" Target="../embeddings/oleObject50.bin"/><Relationship Id="rId2" Type="http://schemas.openxmlformats.org/officeDocument/2006/relationships/slideMaster" Target="../slideMasters/slideMaster27.xml"/><Relationship Id="rId1" Type="http://schemas.openxmlformats.org/officeDocument/2006/relationships/tags" Target="../tags/tag82.xml"/><Relationship Id="rId4" Type="http://schemas.openxmlformats.org/officeDocument/2006/relationships/image" Target="../media/image33.emf"/></Relationships>
</file>

<file path=ppt/slideLayouts/_rels/slideLayout184.xml.rels><?xml version="1.0" encoding="UTF-8" standalone="yes"?>
<Relationships xmlns="http://schemas.openxmlformats.org/package/2006/relationships"><Relationship Id="rId3" Type="http://schemas.openxmlformats.org/officeDocument/2006/relationships/oleObject" Target="../embeddings/oleObject51.bin"/><Relationship Id="rId2" Type="http://schemas.openxmlformats.org/officeDocument/2006/relationships/slideMaster" Target="../slideMasters/slideMaster27.xml"/><Relationship Id="rId1" Type="http://schemas.openxmlformats.org/officeDocument/2006/relationships/tags" Target="../tags/tag83.xml"/><Relationship Id="rId4" Type="http://schemas.openxmlformats.org/officeDocument/2006/relationships/image" Target="../media/image33.emf"/></Relationships>
</file>

<file path=ppt/slideLayouts/_rels/slideLayout185.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Master" Target="../slideMasters/slideMaster27.xml"/><Relationship Id="rId1" Type="http://schemas.openxmlformats.org/officeDocument/2006/relationships/tags" Target="../tags/tag84.xml"/><Relationship Id="rId4" Type="http://schemas.openxmlformats.org/officeDocument/2006/relationships/image" Target="../media/image19.emf"/></Relationships>
</file>

<file path=ppt/slideLayouts/_rels/slideLayout186.xml.rels><?xml version="1.0" encoding="UTF-8" standalone="yes"?>
<Relationships xmlns="http://schemas.openxmlformats.org/package/2006/relationships"><Relationship Id="rId3" Type="http://schemas.openxmlformats.org/officeDocument/2006/relationships/oleObject" Target="../embeddings/oleObject52.bin"/><Relationship Id="rId2" Type="http://schemas.openxmlformats.org/officeDocument/2006/relationships/slideMaster" Target="../slideMasters/slideMaster27.xml"/><Relationship Id="rId1" Type="http://schemas.openxmlformats.org/officeDocument/2006/relationships/tags" Target="../tags/tag85.xml"/><Relationship Id="rId4" Type="http://schemas.openxmlformats.org/officeDocument/2006/relationships/image" Target="../media/image25.emf"/></Relationships>
</file>

<file path=ppt/slideLayouts/_rels/slideLayout187.xml.rels><?xml version="1.0" encoding="UTF-8" standalone="yes"?>
<Relationships xmlns="http://schemas.openxmlformats.org/package/2006/relationships"><Relationship Id="rId3" Type="http://schemas.openxmlformats.org/officeDocument/2006/relationships/oleObject" Target="../embeddings/oleObject53.bin"/><Relationship Id="rId2" Type="http://schemas.openxmlformats.org/officeDocument/2006/relationships/slideMaster" Target="../slideMasters/slideMaster27.xml"/><Relationship Id="rId1" Type="http://schemas.openxmlformats.org/officeDocument/2006/relationships/tags" Target="../tags/tag86.xml"/><Relationship Id="rId4" Type="http://schemas.openxmlformats.org/officeDocument/2006/relationships/image" Target="../media/image25.emf"/></Relationships>
</file>

<file path=ppt/slideLayouts/_rels/slideLayout188.xml.rels><?xml version="1.0" encoding="UTF-8" standalone="yes"?>
<Relationships xmlns="http://schemas.openxmlformats.org/package/2006/relationships"><Relationship Id="rId3" Type="http://schemas.openxmlformats.org/officeDocument/2006/relationships/oleObject" Target="../embeddings/oleObject54.bin"/><Relationship Id="rId2" Type="http://schemas.openxmlformats.org/officeDocument/2006/relationships/slideMaster" Target="../slideMasters/slideMaster27.xml"/><Relationship Id="rId1" Type="http://schemas.openxmlformats.org/officeDocument/2006/relationships/tags" Target="../tags/tag87.xml"/><Relationship Id="rId4" Type="http://schemas.openxmlformats.org/officeDocument/2006/relationships/image" Target="../media/image25.emf"/></Relationships>
</file>

<file path=ppt/slideLayouts/_rels/slideLayout189.xml.rels><?xml version="1.0" encoding="UTF-8" standalone="yes"?>
<Relationships xmlns="http://schemas.openxmlformats.org/package/2006/relationships"><Relationship Id="rId3" Type="http://schemas.openxmlformats.org/officeDocument/2006/relationships/oleObject" Target="../embeddings/oleObject55.bin"/><Relationship Id="rId2" Type="http://schemas.openxmlformats.org/officeDocument/2006/relationships/slideMaster" Target="../slideMasters/slideMaster27.xml"/><Relationship Id="rId1" Type="http://schemas.openxmlformats.org/officeDocument/2006/relationships/tags" Target="../tags/tag88.xml"/><Relationship Id="rId4" Type="http://schemas.openxmlformats.org/officeDocument/2006/relationships/image" Target="../media/image25.emf"/></Relationships>
</file>

<file path=ppt/slideLayouts/_rels/slideLayout190.xml.rels><?xml version="1.0" encoding="UTF-8" standalone="yes"?>
<Relationships xmlns="http://schemas.openxmlformats.org/package/2006/relationships"><Relationship Id="rId3" Type="http://schemas.openxmlformats.org/officeDocument/2006/relationships/oleObject" Target="../embeddings/oleObject56.bin"/><Relationship Id="rId2" Type="http://schemas.openxmlformats.org/officeDocument/2006/relationships/slideMaster" Target="../slideMasters/slideMaster27.xml"/><Relationship Id="rId1" Type="http://schemas.openxmlformats.org/officeDocument/2006/relationships/tags" Target="../tags/tag89.xml"/><Relationship Id="rId4" Type="http://schemas.openxmlformats.org/officeDocument/2006/relationships/image" Target="../media/image25.emf"/></Relationships>
</file>

<file path=ppt/slideLayouts/_rels/slideLayout191.xml.rels><?xml version="1.0" encoding="UTF-8" standalone="yes"?>
<Relationships xmlns="http://schemas.openxmlformats.org/package/2006/relationships"><Relationship Id="rId3" Type="http://schemas.openxmlformats.org/officeDocument/2006/relationships/oleObject" Target="../embeddings/oleObject57.bin"/><Relationship Id="rId2" Type="http://schemas.openxmlformats.org/officeDocument/2006/relationships/slideMaster" Target="../slideMasters/slideMaster27.xml"/><Relationship Id="rId1" Type="http://schemas.openxmlformats.org/officeDocument/2006/relationships/tags" Target="../tags/tag90.xml"/><Relationship Id="rId4" Type="http://schemas.openxmlformats.org/officeDocument/2006/relationships/image" Target="../media/image25.emf"/></Relationships>
</file>

<file path=ppt/slideLayouts/_rels/slideLayout192.xml.rels><?xml version="1.0" encoding="UTF-8" standalone="yes"?>
<Relationships xmlns="http://schemas.openxmlformats.org/package/2006/relationships"><Relationship Id="rId3" Type="http://schemas.openxmlformats.org/officeDocument/2006/relationships/oleObject" Target="../embeddings/oleObject58.bin"/><Relationship Id="rId2" Type="http://schemas.openxmlformats.org/officeDocument/2006/relationships/slideMaster" Target="../slideMasters/slideMaster27.xml"/><Relationship Id="rId1" Type="http://schemas.openxmlformats.org/officeDocument/2006/relationships/tags" Target="../tags/tag91.xml"/><Relationship Id="rId4" Type="http://schemas.openxmlformats.org/officeDocument/2006/relationships/image" Target="../media/image25.emf"/></Relationships>
</file>

<file path=ppt/slideLayouts/_rels/slideLayout193.xml.rels><?xml version="1.0" encoding="UTF-8" standalone="yes"?>
<Relationships xmlns="http://schemas.openxmlformats.org/package/2006/relationships"><Relationship Id="rId3" Type="http://schemas.openxmlformats.org/officeDocument/2006/relationships/oleObject" Target="../embeddings/oleObject58.bin"/><Relationship Id="rId2" Type="http://schemas.openxmlformats.org/officeDocument/2006/relationships/slideMaster" Target="../slideMasters/slideMaster27.xml"/><Relationship Id="rId1" Type="http://schemas.openxmlformats.org/officeDocument/2006/relationships/tags" Target="../tags/tag92.xml"/><Relationship Id="rId4" Type="http://schemas.openxmlformats.org/officeDocument/2006/relationships/image" Target="../media/image25.emf"/></Relationships>
</file>

<file path=ppt/slideLayouts/_rels/slideLayout194.xml.rels><?xml version="1.0" encoding="UTF-8" standalone="yes"?>
<Relationships xmlns="http://schemas.openxmlformats.org/package/2006/relationships"><Relationship Id="rId3" Type="http://schemas.openxmlformats.org/officeDocument/2006/relationships/oleObject" Target="../embeddings/oleObject59.bin"/><Relationship Id="rId2" Type="http://schemas.openxmlformats.org/officeDocument/2006/relationships/slideMaster" Target="../slideMasters/slideMaster27.xml"/><Relationship Id="rId1" Type="http://schemas.openxmlformats.org/officeDocument/2006/relationships/tags" Target="../tags/tag93.xml"/><Relationship Id="rId4" Type="http://schemas.openxmlformats.org/officeDocument/2006/relationships/image" Target="../media/image25.emf"/></Relationships>
</file>

<file path=ppt/slideLayouts/_rels/slideLayout195.xml.rels><?xml version="1.0" encoding="UTF-8" standalone="yes"?>
<Relationships xmlns="http://schemas.openxmlformats.org/package/2006/relationships"><Relationship Id="rId3" Type="http://schemas.openxmlformats.org/officeDocument/2006/relationships/oleObject" Target="../embeddings/oleObject60.bin"/><Relationship Id="rId2" Type="http://schemas.openxmlformats.org/officeDocument/2006/relationships/slideMaster" Target="../slideMasters/slideMaster27.xml"/><Relationship Id="rId1" Type="http://schemas.openxmlformats.org/officeDocument/2006/relationships/tags" Target="../tags/tag94.xml"/><Relationship Id="rId4" Type="http://schemas.openxmlformats.org/officeDocument/2006/relationships/image" Target="../media/image34.emf"/></Relationships>
</file>

<file path=ppt/slideLayouts/_rels/slideLayout196.xml.rels><?xml version="1.0" encoding="UTF-8" standalone="yes"?>
<Relationships xmlns="http://schemas.openxmlformats.org/package/2006/relationships"><Relationship Id="rId3" Type="http://schemas.openxmlformats.org/officeDocument/2006/relationships/oleObject" Target="../embeddings/oleObject61.bin"/><Relationship Id="rId2" Type="http://schemas.openxmlformats.org/officeDocument/2006/relationships/slideMaster" Target="../slideMasters/slideMaster27.xml"/><Relationship Id="rId1" Type="http://schemas.openxmlformats.org/officeDocument/2006/relationships/tags" Target="../tags/tag95.xml"/><Relationship Id="rId4" Type="http://schemas.openxmlformats.org/officeDocument/2006/relationships/image" Target="../media/image34.emf"/></Relationships>
</file>

<file path=ppt/slideLayouts/_rels/slideLayout197.xml.rels><?xml version="1.0" encoding="UTF-8" standalone="yes"?>
<Relationships xmlns="http://schemas.openxmlformats.org/package/2006/relationships"><Relationship Id="rId3" Type="http://schemas.openxmlformats.org/officeDocument/2006/relationships/oleObject" Target="../embeddings/oleObject61.bin"/><Relationship Id="rId2" Type="http://schemas.openxmlformats.org/officeDocument/2006/relationships/slideMaster" Target="../slideMasters/slideMaster27.xml"/><Relationship Id="rId1" Type="http://schemas.openxmlformats.org/officeDocument/2006/relationships/tags" Target="../tags/tag96.xml"/><Relationship Id="rId4" Type="http://schemas.openxmlformats.org/officeDocument/2006/relationships/image" Target="../media/image34.emf"/></Relationships>
</file>

<file path=ppt/slideLayouts/_rels/slideLayout198.xml.rels><?xml version="1.0" encoding="UTF-8" standalone="yes"?>
<Relationships xmlns="http://schemas.openxmlformats.org/package/2006/relationships"><Relationship Id="rId3" Type="http://schemas.openxmlformats.org/officeDocument/2006/relationships/oleObject" Target="../embeddings/oleObject62.bin"/><Relationship Id="rId2" Type="http://schemas.openxmlformats.org/officeDocument/2006/relationships/slideMaster" Target="../slideMasters/slideMaster27.xml"/><Relationship Id="rId1" Type="http://schemas.openxmlformats.org/officeDocument/2006/relationships/tags" Target="../tags/tag97.xml"/><Relationship Id="rId4" Type="http://schemas.openxmlformats.org/officeDocument/2006/relationships/image" Target="../media/image35.emf"/></Relationships>
</file>

<file path=ppt/slideLayouts/_rels/slideLayout199.xml.rels><?xml version="1.0" encoding="UTF-8" standalone="yes"?>
<Relationships xmlns="http://schemas.openxmlformats.org/package/2006/relationships"><Relationship Id="rId3" Type="http://schemas.openxmlformats.org/officeDocument/2006/relationships/oleObject" Target="../embeddings/oleObject63.bin"/><Relationship Id="rId2" Type="http://schemas.openxmlformats.org/officeDocument/2006/relationships/slideMaster" Target="../slideMasters/slideMaster27.xml"/><Relationship Id="rId1" Type="http://schemas.openxmlformats.org/officeDocument/2006/relationships/tags" Target="../tags/tag98.xml"/><Relationship Id="rId4" Type="http://schemas.openxmlformats.org/officeDocument/2006/relationships/image" Target="../media/image35.emf"/></Relationships>
</file>

<file path=ppt/slideLayouts/_rels/slideLayout200.xml.rels><?xml version="1.0" encoding="UTF-8" standalone="yes"?>
<Relationships xmlns="http://schemas.openxmlformats.org/package/2006/relationships"><Relationship Id="rId3" Type="http://schemas.openxmlformats.org/officeDocument/2006/relationships/oleObject" Target="../embeddings/oleObject64.bin"/><Relationship Id="rId2" Type="http://schemas.openxmlformats.org/officeDocument/2006/relationships/slideMaster" Target="../slideMasters/slideMaster27.xml"/><Relationship Id="rId1" Type="http://schemas.openxmlformats.org/officeDocument/2006/relationships/tags" Target="../tags/tag99.xml"/><Relationship Id="rId4" Type="http://schemas.openxmlformats.org/officeDocument/2006/relationships/image" Target="../media/image35.emf"/></Relationships>
</file>

<file path=ppt/slideLayouts/_rels/slideLayout201.xml.rels><?xml version="1.0" encoding="UTF-8" standalone="yes"?>
<Relationships xmlns="http://schemas.openxmlformats.org/package/2006/relationships"><Relationship Id="rId3" Type="http://schemas.openxmlformats.org/officeDocument/2006/relationships/oleObject" Target="../embeddings/oleObject65.bin"/><Relationship Id="rId2" Type="http://schemas.openxmlformats.org/officeDocument/2006/relationships/slideMaster" Target="../slideMasters/slideMaster27.xml"/><Relationship Id="rId1" Type="http://schemas.openxmlformats.org/officeDocument/2006/relationships/tags" Target="../tags/tag100.xml"/><Relationship Id="rId4" Type="http://schemas.openxmlformats.org/officeDocument/2006/relationships/image" Target="../media/image35.emf"/></Relationships>
</file>

<file path=ppt/slideLayouts/_rels/slideLayout202.xml.rels><?xml version="1.0" encoding="UTF-8" standalone="yes"?>
<Relationships xmlns="http://schemas.openxmlformats.org/package/2006/relationships"><Relationship Id="rId3" Type="http://schemas.openxmlformats.org/officeDocument/2006/relationships/oleObject" Target="../embeddings/oleObject66.bin"/><Relationship Id="rId2" Type="http://schemas.openxmlformats.org/officeDocument/2006/relationships/slideMaster" Target="../slideMasters/slideMaster27.xml"/><Relationship Id="rId1" Type="http://schemas.openxmlformats.org/officeDocument/2006/relationships/tags" Target="../tags/tag101.xml"/><Relationship Id="rId4" Type="http://schemas.openxmlformats.org/officeDocument/2006/relationships/image" Target="../media/image36.emf"/></Relationships>
</file>

<file path=ppt/slideLayouts/_rels/slideLayout203.xml.rels><?xml version="1.0" encoding="UTF-8" standalone="yes"?>
<Relationships xmlns="http://schemas.openxmlformats.org/package/2006/relationships"><Relationship Id="rId3" Type="http://schemas.openxmlformats.org/officeDocument/2006/relationships/oleObject" Target="../embeddings/oleObject66.bin"/><Relationship Id="rId2" Type="http://schemas.openxmlformats.org/officeDocument/2006/relationships/slideMaster" Target="../slideMasters/slideMaster27.xml"/><Relationship Id="rId1" Type="http://schemas.openxmlformats.org/officeDocument/2006/relationships/tags" Target="../tags/tag102.xml"/><Relationship Id="rId4" Type="http://schemas.openxmlformats.org/officeDocument/2006/relationships/image" Target="../media/image36.emf"/></Relationships>
</file>

<file path=ppt/slideLayouts/_rels/slideLayout204.xml.rels><?xml version="1.0" encoding="UTF-8" standalone="yes"?>
<Relationships xmlns="http://schemas.openxmlformats.org/package/2006/relationships"><Relationship Id="rId3" Type="http://schemas.openxmlformats.org/officeDocument/2006/relationships/oleObject" Target="../embeddings/oleObject67.bin"/><Relationship Id="rId2" Type="http://schemas.openxmlformats.org/officeDocument/2006/relationships/slideMaster" Target="../slideMasters/slideMaster27.xml"/><Relationship Id="rId1" Type="http://schemas.openxmlformats.org/officeDocument/2006/relationships/tags" Target="../tags/tag103.xml"/><Relationship Id="rId4" Type="http://schemas.openxmlformats.org/officeDocument/2006/relationships/image" Target="../media/image36.emf"/></Relationships>
</file>

<file path=ppt/slideLayouts/_rels/slideLayout205.xml.rels><?xml version="1.0" encoding="UTF-8" standalone="yes"?>
<Relationships xmlns="http://schemas.openxmlformats.org/package/2006/relationships"><Relationship Id="rId3" Type="http://schemas.openxmlformats.org/officeDocument/2006/relationships/oleObject" Target="../embeddings/oleObject67.bin"/><Relationship Id="rId2" Type="http://schemas.openxmlformats.org/officeDocument/2006/relationships/slideMaster" Target="../slideMasters/slideMaster27.xml"/><Relationship Id="rId1" Type="http://schemas.openxmlformats.org/officeDocument/2006/relationships/tags" Target="../tags/tag104.xml"/><Relationship Id="rId4" Type="http://schemas.openxmlformats.org/officeDocument/2006/relationships/image" Target="../media/image36.emf"/></Relationships>
</file>

<file path=ppt/slideLayouts/_rels/slideLayout206.xml.rels><?xml version="1.0" encoding="UTF-8" standalone="yes"?>
<Relationships xmlns="http://schemas.openxmlformats.org/package/2006/relationships"><Relationship Id="rId3" Type="http://schemas.openxmlformats.org/officeDocument/2006/relationships/oleObject" Target="../embeddings/oleObject67.bin"/><Relationship Id="rId2" Type="http://schemas.openxmlformats.org/officeDocument/2006/relationships/slideMaster" Target="../slideMasters/slideMaster27.xml"/><Relationship Id="rId1" Type="http://schemas.openxmlformats.org/officeDocument/2006/relationships/tags" Target="../tags/tag105.xml"/><Relationship Id="rId4" Type="http://schemas.openxmlformats.org/officeDocument/2006/relationships/image" Target="../media/image36.emf"/></Relationships>
</file>

<file path=ppt/slideLayouts/_rels/slideLayout207.xml.rels><?xml version="1.0" encoding="UTF-8" standalone="yes"?>
<Relationships xmlns="http://schemas.openxmlformats.org/package/2006/relationships"><Relationship Id="rId3" Type="http://schemas.openxmlformats.org/officeDocument/2006/relationships/oleObject" Target="../embeddings/oleObject67.bin"/><Relationship Id="rId2" Type="http://schemas.openxmlformats.org/officeDocument/2006/relationships/slideMaster" Target="../slideMasters/slideMaster27.xml"/><Relationship Id="rId1" Type="http://schemas.openxmlformats.org/officeDocument/2006/relationships/tags" Target="../tags/tag106.xml"/><Relationship Id="rId4" Type="http://schemas.openxmlformats.org/officeDocument/2006/relationships/image" Target="../media/image36.emf"/></Relationships>
</file>

<file path=ppt/slideLayouts/_rels/slideLayout208.xml.rels><?xml version="1.0" encoding="UTF-8" standalone="yes"?>
<Relationships xmlns="http://schemas.openxmlformats.org/package/2006/relationships"><Relationship Id="rId3" Type="http://schemas.openxmlformats.org/officeDocument/2006/relationships/oleObject" Target="../embeddings/oleObject68.bin"/><Relationship Id="rId2" Type="http://schemas.openxmlformats.org/officeDocument/2006/relationships/slideMaster" Target="../slideMasters/slideMaster27.xml"/><Relationship Id="rId1" Type="http://schemas.openxmlformats.org/officeDocument/2006/relationships/tags" Target="../tags/tag107.xml"/><Relationship Id="rId4" Type="http://schemas.openxmlformats.org/officeDocument/2006/relationships/image" Target="../media/image25.emf"/></Relationships>
</file>

<file path=ppt/slideLayouts/_rels/slideLayout209.xml.rels><?xml version="1.0" encoding="UTF-8" standalone="yes"?>
<Relationships xmlns="http://schemas.openxmlformats.org/package/2006/relationships"><Relationship Id="rId3" Type="http://schemas.openxmlformats.org/officeDocument/2006/relationships/oleObject" Target="../embeddings/oleObject69.bin"/><Relationship Id="rId2" Type="http://schemas.openxmlformats.org/officeDocument/2006/relationships/slideMaster" Target="../slideMasters/slideMaster27.xml"/><Relationship Id="rId1" Type="http://schemas.openxmlformats.org/officeDocument/2006/relationships/tags" Target="../tags/tag108.xml"/><Relationship Id="rId4" Type="http://schemas.openxmlformats.org/officeDocument/2006/relationships/image" Target="../media/image25.emf"/></Relationships>
</file>

<file path=ppt/slideLayouts/_rels/slideLayout210.xml.rels><?xml version="1.0" encoding="UTF-8" standalone="yes"?>
<Relationships xmlns="http://schemas.openxmlformats.org/package/2006/relationships"><Relationship Id="rId3" Type="http://schemas.openxmlformats.org/officeDocument/2006/relationships/oleObject" Target="../embeddings/oleObject70.bin"/><Relationship Id="rId2" Type="http://schemas.openxmlformats.org/officeDocument/2006/relationships/slideMaster" Target="../slideMasters/slideMaster27.xml"/><Relationship Id="rId1" Type="http://schemas.openxmlformats.org/officeDocument/2006/relationships/tags" Target="../tags/tag109.xml"/><Relationship Id="rId4" Type="http://schemas.openxmlformats.org/officeDocument/2006/relationships/image" Target="../media/image25.emf"/></Relationships>
</file>

<file path=ppt/slideLayouts/_rels/slideLayout211.xml.rels><?xml version="1.0" encoding="UTF-8" standalone="yes"?>
<Relationships xmlns="http://schemas.openxmlformats.org/package/2006/relationships"><Relationship Id="rId3" Type="http://schemas.openxmlformats.org/officeDocument/2006/relationships/oleObject" Target="../embeddings/oleObject71.bin"/><Relationship Id="rId2" Type="http://schemas.openxmlformats.org/officeDocument/2006/relationships/slideMaster" Target="../slideMasters/slideMaster27.xml"/><Relationship Id="rId1" Type="http://schemas.openxmlformats.org/officeDocument/2006/relationships/tags" Target="../tags/tag110.xml"/><Relationship Id="rId4" Type="http://schemas.openxmlformats.org/officeDocument/2006/relationships/image" Target="../media/image37.emf"/></Relationships>
</file>

<file path=ppt/slideLayouts/_rels/slideLayout212.xml.rels><?xml version="1.0" encoding="UTF-8" standalone="yes"?>
<Relationships xmlns="http://schemas.openxmlformats.org/package/2006/relationships"><Relationship Id="rId3" Type="http://schemas.openxmlformats.org/officeDocument/2006/relationships/oleObject" Target="../embeddings/oleObject72.bin"/><Relationship Id="rId2" Type="http://schemas.openxmlformats.org/officeDocument/2006/relationships/slideMaster" Target="../slideMasters/slideMaster27.xml"/><Relationship Id="rId1" Type="http://schemas.openxmlformats.org/officeDocument/2006/relationships/tags" Target="../tags/tag111.xml"/><Relationship Id="rId4" Type="http://schemas.openxmlformats.org/officeDocument/2006/relationships/image" Target="../media/image38.emf"/></Relationships>
</file>

<file path=ppt/slideLayouts/_rels/slideLayout213.xml.rels><?xml version="1.0" encoding="UTF-8" standalone="yes"?>
<Relationships xmlns="http://schemas.openxmlformats.org/package/2006/relationships"><Relationship Id="rId3" Type="http://schemas.openxmlformats.org/officeDocument/2006/relationships/oleObject" Target="../embeddings/oleObject73.bin"/><Relationship Id="rId2" Type="http://schemas.openxmlformats.org/officeDocument/2006/relationships/slideMaster" Target="../slideMasters/slideMaster27.xml"/><Relationship Id="rId1" Type="http://schemas.openxmlformats.org/officeDocument/2006/relationships/tags" Target="../tags/tag112.xml"/><Relationship Id="rId4" Type="http://schemas.openxmlformats.org/officeDocument/2006/relationships/image" Target="../media/image38.emf"/></Relationships>
</file>

<file path=ppt/slideLayouts/_rels/slideLayout214.xml.rels><?xml version="1.0" encoding="UTF-8" standalone="yes"?>
<Relationships xmlns="http://schemas.openxmlformats.org/package/2006/relationships"><Relationship Id="rId3" Type="http://schemas.openxmlformats.org/officeDocument/2006/relationships/oleObject" Target="../embeddings/oleObject74.bin"/><Relationship Id="rId2" Type="http://schemas.openxmlformats.org/officeDocument/2006/relationships/slideMaster" Target="../slideMasters/slideMaster27.xml"/><Relationship Id="rId1" Type="http://schemas.openxmlformats.org/officeDocument/2006/relationships/tags" Target="../tags/tag113.xml"/><Relationship Id="rId4" Type="http://schemas.openxmlformats.org/officeDocument/2006/relationships/image" Target="../media/image38.emf"/></Relationships>
</file>

<file path=ppt/slideLayouts/_rels/slideLayout215.xml.rels><?xml version="1.0" encoding="UTF-8" standalone="yes"?>
<Relationships xmlns="http://schemas.openxmlformats.org/package/2006/relationships"><Relationship Id="rId3" Type="http://schemas.openxmlformats.org/officeDocument/2006/relationships/oleObject" Target="../embeddings/oleObject75.bin"/><Relationship Id="rId2" Type="http://schemas.openxmlformats.org/officeDocument/2006/relationships/slideMaster" Target="../slideMasters/slideMaster27.xml"/><Relationship Id="rId1" Type="http://schemas.openxmlformats.org/officeDocument/2006/relationships/tags" Target="../tags/tag114.xml"/><Relationship Id="rId4" Type="http://schemas.openxmlformats.org/officeDocument/2006/relationships/image" Target="../media/image38.emf"/></Relationships>
</file>

<file path=ppt/slideLayouts/_rels/slideLayout216.xml.rels><?xml version="1.0" encoding="UTF-8" standalone="yes"?>
<Relationships xmlns="http://schemas.openxmlformats.org/package/2006/relationships"><Relationship Id="rId3" Type="http://schemas.openxmlformats.org/officeDocument/2006/relationships/oleObject" Target="../embeddings/oleObject76.bin"/><Relationship Id="rId2" Type="http://schemas.openxmlformats.org/officeDocument/2006/relationships/slideMaster" Target="../slideMasters/slideMaster27.xml"/><Relationship Id="rId1" Type="http://schemas.openxmlformats.org/officeDocument/2006/relationships/tags" Target="../tags/tag115.xml"/><Relationship Id="rId4" Type="http://schemas.openxmlformats.org/officeDocument/2006/relationships/image" Target="../media/image38.emf"/></Relationships>
</file>

<file path=ppt/slideLayouts/_rels/slideLayout217.xml.rels><?xml version="1.0" encoding="UTF-8" standalone="yes"?>
<Relationships xmlns="http://schemas.openxmlformats.org/package/2006/relationships"><Relationship Id="rId3" Type="http://schemas.openxmlformats.org/officeDocument/2006/relationships/oleObject" Target="../embeddings/oleObject77.bin"/><Relationship Id="rId2" Type="http://schemas.openxmlformats.org/officeDocument/2006/relationships/slideMaster" Target="../slideMasters/slideMaster27.xml"/><Relationship Id="rId1" Type="http://schemas.openxmlformats.org/officeDocument/2006/relationships/tags" Target="../tags/tag116.xml"/><Relationship Id="rId4" Type="http://schemas.openxmlformats.org/officeDocument/2006/relationships/image" Target="../media/image38.emf"/></Relationships>
</file>

<file path=ppt/slideLayouts/_rels/slideLayout218.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Master" Target="../slideMasters/slideMaster27.xml"/><Relationship Id="rId1" Type="http://schemas.openxmlformats.org/officeDocument/2006/relationships/tags" Target="../tags/tag117.xml"/><Relationship Id="rId4" Type="http://schemas.openxmlformats.org/officeDocument/2006/relationships/image" Target="../media/image19.emf"/></Relationships>
</file>

<file path=ppt/slideLayouts/_rels/slideLayout219.xml.rels><?xml version="1.0" encoding="UTF-8" standalone="yes"?>
<Relationships xmlns="http://schemas.openxmlformats.org/package/2006/relationships"><Relationship Id="rId3" Type="http://schemas.openxmlformats.org/officeDocument/2006/relationships/oleObject" Target="../embeddings/oleObject78.bin"/><Relationship Id="rId2" Type="http://schemas.openxmlformats.org/officeDocument/2006/relationships/slideMaster" Target="../slideMasters/slideMaster27.xml"/><Relationship Id="rId1" Type="http://schemas.openxmlformats.org/officeDocument/2006/relationships/tags" Target="../tags/tag118.xml"/><Relationship Id="rId4" Type="http://schemas.openxmlformats.org/officeDocument/2006/relationships/image" Target="../media/image39.emf"/></Relationships>
</file>

<file path=ppt/slideLayouts/_rels/slideLayout220.xml.rels><?xml version="1.0" encoding="UTF-8" standalone="yes"?>
<Relationships xmlns="http://schemas.openxmlformats.org/package/2006/relationships"><Relationship Id="rId3" Type="http://schemas.openxmlformats.org/officeDocument/2006/relationships/oleObject" Target="../embeddings/oleObject79.bin"/><Relationship Id="rId2" Type="http://schemas.openxmlformats.org/officeDocument/2006/relationships/slideMaster" Target="../slideMasters/slideMaster27.xml"/><Relationship Id="rId1" Type="http://schemas.openxmlformats.org/officeDocument/2006/relationships/tags" Target="../tags/tag119.xml"/><Relationship Id="rId4" Type="http://schemas.openxmlformats.org/officeDocument/2006/relationships/image" Target="../media/image39.emf"/></Relationships>
</file>

<file path=ppt/slideLayouts/_rels/slideLayout221.xml.rels><?xml version="1.0" encoding="UTF-8" standalone="yes"?>
<Relationships xmlns="http://schemas.openxmlformats.org/package/2006/relationships"><Relationship Id="rId3" Type="http://schemas.openxmlformats.org/officeDocument/2006/relationships/oleObject" Target="../embeddings/oleObject80.bin"/><Relationship Id="rId2" Type="http://schemas.openxmlformats.org/officeDocument/2006/relationships/slideMaster" Target="../slideMasters/slideMaster27.xml"/><Relationship Id="rId1" Type="http://schemas.openxmlformats.org/officeDocument/2006/relationships/tags" Target="../tags/tag120.xml"/><Relationship Id="rId4" Type="http://schemas.openxmlformats.org/officeDocument/2006/relationships/image" Target="../media/image38.emf"/></Relationships>
</file>

<file path=ppt/slideLayouts/_rels/slideLayout222.xml.rels><?xml version="1.0" encoding="UTF-8" standalone="yes"?>
<Relationships xmlns="http://schemas.openxmlformats.org/package/2006/relationships"><Relationship Id="rId3" Type="http://schemas.openxmlformats.org/officeDocument/2006/relationships/oleObject" Target="../embeddings/oleObject81.bin"/><Relationship Id="rId2" Type="http://schemas.openxmlformats.org/officeDocument/2006/relationships/slideMaster" Target="../slideMasters/slideMaster27.xml"/><Relationship Id="rId1" Type="http://schemas.openxmlformats.org/officeDocument/2006/relationships/tags" Target="../tags/tag121.xml"/><Relationship Id="rId4" Type="http://schemas.openxmlformats.org/officeDocument/2006/relationships/image" Target="../media/image38.emf"/></Relationships>
</file>

<file path=ppt/slideLayouts/_rels/slideLayout223.xml.rels><?xml version="1.0" encoding="UTF-8" standalone="yes"?>
<Relationships xmlns="http://schemas.openxmlformats.org/package/2006/relationships"><Relationship Id="rId3" Type="http://schemas.openxmlformats.org/officeDocument/2006/relationships/oleObject" Target="../embeddings/oleObject82.bin"/><Relationship Id="rId2" Type="http://schemas.openxmlformats.org/officeDocument/2006/relationships/slideMaster" Target="../slideMasters/slideMaster27.xml"/><Relationship Id="rId1" Type="http://schemas.openxmlformats.org/officeDocument/2006/relationships/tags" Target="../tags/tag122.xml"/><Relationship Id="rId4" Type="http://schemas.openxmlformats.org/officeDocument/2006/relationships/image" Target="../media/image38.emf"/></Relationships>
</file>

<file path=ppt/slideLayouts/_rels/slideLayout224.xml.rels><?xml version="1.0" encoding="UTF-8" standalone="yes"?>
<Relationships xmlns="http://schemas.openxmlformats.org/package/2006/relationships"><Relationship Id="rId3" Type="http://schemas.openxmlformats.org/officeDocument/2006/relationships/oleObject" Target="../embeddings/oleObject83.bin"/><Relationship Id="rId2" Type="http://schemas.openxmlformats.org/officeDocument/2006/relationships/slideMaster" Target="../slideMasters/slideMaster27.xml"/><Relationship Id="rId1" Type="http://schemas.openxmlformats.org/officeDocument/2006/relationships/tags" Target="../tags/tag123.xml"/><Relationship Id="rId4" Type="http://schemas.openxmlformats.org/officeDocument/2006/relationships/image" Target="../media/image38.emf"/></Relationships>
</file>

<file path=ppt/slideLayouts/_rels/slideLayout225.xml.rels><?xml version="1.0" encoding="UTF-8" standalone="yes"?>
<Relationships xmlns="http://schemas.openxmlformats.org/package/2006/relationships"><Relationship Id="rId3" Type="http://schemas.openxmlformats.org/officeDocument/2006/relationships/oleObject" Target="../embeddings/oleObject84.bin"/><Relationship Id="rId2" Type="http://schemas.openxmlformats.org/officeDocument/2006/relationships/slideMaster" Target="../slideMasters/slideMaster27.xml"/><Relationship Id="rId1" Type="http://schemas.openxmlformats.org/officeDocument/2006/relationships/tags" Target="../tags/tag124.xml"/><Relationship Id="rId4" Type="http://schemas.openxmlformats.org/officeDocument/2006/relationships/image" Target="../media/image38.emf"/></Relationships>
</file>

<file path=ppt/slideLayouts/_rels/slideLayout226.xml.rels><?xml version="1.0" encoding="UTF-8" standalone="yes"?>
<Relationships xmlns="http://schemas.openxmlformats.org/package/2006/relationships"><Relationship Id="rId3" Type="http://schemas.openxmlformats.org/officeDocument/2006/relationships/oleObject" Target="../embeddings/oleObject85.bin"/><Relationship Id="rId2" Type="http://schemas.openxmlformats.org/officeDocument/2006/relationships/slideMaster" Target="../slideMasters/slideMaster27.xml"/><Relationship Id="rId1" Type="http://schemas.openxmlformats.org/officeDocument/2006/relationships/tags" Target="../tags/tag125.xml"/><Relationship Id="rId4" Type="http://schemas.openxmlformats.org/officeDocument/2006/relationships/image" Target="../media/image39.emf"/></Relationships>
</file>

<file path=ppt/slideLayouts/_rels/slideLayout227.xml.rels><?xml version="1.0" encoding="UTF-8" standalone="yes"?>
<Relationships xmlns="http://schemas.openxmlformats.org/package/2006/relationships"><Relationship Id="rId3" Type="http://schemas.openxmlformats.org/officeDocument/2006/relationships/oleObject" Target="../embeddings/oleObject86.bin"/><Relationship Id="rId2" Type="http://schemas.openxmlformats.org/officeDocument/2006/relationships/slideMaster" Target="../slideMasters/slideMaster27.xml"/><Relationship Id="rId1" Type="http://schemas.openxmlformats.org/officeDocument/2006/relationships/tags" Target="../tags/tag126.xml"/><Relationship Id="rId4" Type="http://schemas.openxmlformats.org/officeDocument/2006/relationships/image" Target="../media/image40.emf"/></Relationships>
</file>

<file path=ppt/slideLayouts/_rels/slideLayout228.xml.rels><?xml version="1.0" encoding="UTF-8" standalone="yes"?>
<Relationships xmlns="http://schemas.openxmlformats.org/package/2006/relationships"><Relationship Id="rId3" Type="http://schemas.openxmlformats.org/officeDocument/2006/relationships/oleObject" Target="../embeddings/oleObject87.bin"/><Relationship Id="rId2" Type="http://schemas.openxmlformats.org/officeDocument/2006/relationships/slideMaster" Target="../slideMasters/slideMaster27.xml"/><Relationship Id="rId1" Type="http://schemas.openxmlformats.org/officeDocument/2006/relationships/tags" Target="../tags/tag127.xml"/><Relationship Id="rId4" Type="http://schemas.openxmlformats.org/officeDocument/2006/relationships/image" Target="../media/image40.emf"/></Relationships>
</file>

<file path=ppt/slideLayouts/_rels/slideLayout229.xml.rels><?xml version="1.0" encoding="UTF-8" standalone="yes"?>
<Relationships xmlns="http://schemas.openxmlformats.org/package/2006/relationships"><Relationship Id="rId3" Type="http://schemas.openxmlformats.org/officeDocument/2006/relationships/oleObject" Target="../embeddings/oleObject88.bin"/><Relationship Id="rId2" Type="http://schemas.openxmlformats.org/officeDocument/2006/relationships/slideMaster" Target="../slideMasters/slideMaster27.xml"/><Relationship Id="rId1" Type="http://schemas.openxmlformats.org/officeDocument/2006/relationships/tags" Target="../tags/tag128.xml"/><Relationship Id="rId4" Type="http://schemas.openxmlformats.org/officeDocument/2006/relationships/image" Target="../media/image40.emf"/></Relationships>
</file>

<file path=ppt/slideLayouts/_rels/slideLayout230.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Master" Target="../slideMasters/slideMaster27.xml"/><Relationship Id="rId1" Type="http://schemas.openxmlformats.org/officeDocument/2006/relationships/tags" Target="../tags/tag129.xml"/><Relationship Id="rId4" Type="http://schemas.openxmlformats.org/officeDocument/2006/relationships/image" Target="../media/image19.emf"/></Relationships>
</file>

<file path=ppt/slideLayouts/_rels/slideLayout231.xml.rels><?xml version="1.0" encoding="UTF-8" standalone="yes"?>
<Relationships xmlns="http://schemas.openxmlformats.org/package/2006/relationships"><Relationship Id="rId3" Type="http://schemas.openxmlformats.org/officeDocument/2006/relationships/oleObject" Target="../embeddings/oleObject89.bin"/><Relationship Id="rId2" Type="http://schemas.openxmlformats.org/officeDocument/2006/relationships/slideMaster" Target="../slideMasters/slideMaster27.xml"/><Relationship Id="rId1" Type="http://schemas.openxmlformats.org/officeDocument/2006/relationships/tags" Target="../tags/tag130.xml"/><Relationship Id="rId4" Type="http://schemas.openxmlformats.org/officeDocument/2006/relationships/image" Target="../media/image36.emf"/></Relationships>
</file>

<file path=ppt/slideLayouts/_rels/slideLayout232.xml.rels><?xml version="1.0" encoding="UTF-8" standalone="yes"?>
<Relationships xmlns="http://schemas.openxmlformats.org/package/2006/relationships"><Relationship Id="rId3" Type="http://schemas.openxmlformats.org/officeDocument/2006/relationships/oleObject" Target="../embeddings/oleObject90.bin"/><Relationship Id="rId2" Type="http://schemas.openxmlformats.org/officeDocument/2006/relationships/slideMaster" Target="../slideMasters/slideMaster27.xml"/><Relationship Id="rId1" Type="http://schemas.openxmlformats.org/officeDocument/2006/relationships/tags" Target="../tags/tag131.xml"/><Relationship Id="rId4" Type="http://schemas.openxmlformats.org/officeDocument/2006/relationships/image" Target="../media/image36.emf"/></Relationships>
</file>

<file path=ppt/slideLayouts/_rels/slideLayout233.xml.rels><?xml version="1.0" encoding="UTF-8" standalone="yes"?>
<Relationships xmlns="http://schemas.openxmlformats.org/package/2006/relationships"><Relationship Id="rId3" Type="http://schemas.openxmlformats.org/officeDocument/2006/relationships/oleObject" Target="../embeddings/oleObject90.bin"/><Relationship Id="rId2" Type="http://schemas.openxmlformats.org/officeDocument/2006/relationships/slideMaster" Target="../slideMasters/slideMaster27.xml"/><Relationship Id="rId1" Type="http://schemas.openxmlformats.org/officeDocument/2006/relationships/tags" Target="../tags/tag132.xml"/><Relationship Id="rId4" Type="http://schemas.openxmlformats.org/officeDocument/2006/relationships/image" Target="../media/image36.emf"/></Relationships>
</file>

<file path=ppt/slideLayouts/_rels/slideLayout234.xml.rels><?xml version="1.0" encoding="UTF-8" standalone="yes"?>
<Relationships xmlns="http://schemas.openxmlformats.org/package/2006/relationships"><Relationship Id="rId3" Type="http://schemas.openxmlformats.org/officeDocument/2006/relationships/oleObject" Target="../embeddings/oleObject91.bin"/><Relationship Id="rId2" Type="http://schemas.openxmlformats.org/officeDocument/2006/relationships/slideMaster" Target="../slideMasters/slideMaster27.xml"/><Relationship Id="rId1" Type="http://schemas.openxmlformats.org/officeDocument/2006/relationships/tags" Target="../tags/tag133.xml"/><Relationship Id="rId4" Type="http://schemas.openxmlformats.org/officeDocument/2006/relationships/image" Target="../media/image36.emf"/></Relationships>
</file>

<file path=ppt/slideLayouts/_rels/slideLayout235.xml.rels><?xml version="1.0" encoding="UTF-8" standalone="yes"?>
<Relationships xmlns="http://schemas.openxmlformats.org/package/2006/relationships"><Relationship Id="rId3" Type="http://schemas.openxmlformats.org/officeDocument/2006/relationships/oleObject" Target="../embeddings/oleObject91.bin"/><Relationship Id="rId2" Type="http://schemas.openxmlformats.org/officeDocument/2006/relationships/slideMaster" Target="../slideMasters/slideMaster27.xml"/><Relationship Id="rId1" Type="http://schemas.openxmlformats.org/officeDocument/2006/relationships/tags" Target="../tags/tag134.xml"/><Relationship Id="rId4" Type="http://schemas.openxmlformats.org/officeDocument/2006/relationships/image" Target="../media/image36.emf"/></Relationships>
</file>

<file path=ppt/slideLayouts/_rels/slideLayout236.xml.rels><?xml version="1.0" encoding="UTF-8" standalone="yes"?>
<Relationships xmlns="http://schemas.openxmlformats.org/package/2006/relationships"><Relationship Id="rId3" Type="http://schemas.openxmlformats.org/officeDocument/2006/relationships/oleObject" Target="../embeddings/oleObject92.bin"/><Relationship Id="rId2" Type="http://schemas.openxmlformats.org/officeDocument/2006/relationships/slideMaster" Target="../slideMasters/slideMaster27.xml"/><Relationship Id="rId1" Type="http://schemas.openxmlformats.org/officeDocument/2006/relationships/tags" Target="../tags/tag135.xml"/><Relationship Id="rId4" Type="http://schemas.openxmlformats.org/officeDocument/2006/relationships/image" Target="../media/image36.emf"/></Relationships>
</file>

<file path=ppt/slideLayouts/_rels/slideLayout237.xml.rels><?xml version="1.0" encoding="UTF-8" standalone="yes"?>
<Relationships xmlns="http://schemas.openxmlformats.org/package/2006/relationships"><Relationship Id="rId3" Type="http://schemas.openxmlformats.org/officeDocument/2006/relationships/oleObject" Target="../embeddings/oleObject93.bin"/><Relationship Id="rId2" Type="http://schemas.openxmlformats.org/officeDocument/2006/relationships/slideMaster" Target="../slideMasters/slideMaster27.xml"/><Relationship Id="rId1" Type="http://schemas.openxmlformats.org/officeDocument/2006/relationships/tags" Target="../tags/tag136.xml"/><Relationship Id="rId4" Type="http://schemas.openxmlformats.org/officeDocument/2006/relationships/image" Target="../media/image36.emf"/></Relationships>
</file>

<file path=ppt/slideLayouts/_rels/slideLayout238.xml.rels><?xml version="1.0" encoding="UTF-8" standalone="yes"?>
<Relationships xmlns="http://schemas.openxmlformats.org/package/2006/relationships"><Relationship Id="rId3" Type="http://schemas.openxmlformats.org/officeDocument/2006/relationships/oleObject" Target="../embeddings/oleObject94.bin"/><Relationship Id="rId2" Type="http://schemas.openxmlformats.org/officeDocument/2006/relationships/slideMaster" Target="../slideMasters/slideMaster27.xml"/><Relationship Id="rId1" Type="http://schemas.openxmlformats.org/officeDocument/2006/relationships/tags" Target="../tags/tag137.xml"/><Relationship Id="rId4" Type="http://schemas.openxmlformats.org/officeDocument/2006/relationships/image" Target="../media/image41.emf"/></Relationships>
</file>

<file path=ppt/slideLayouts/_rels/slideLayout239.xml.rels><?xml version="1.0" encoding="UTF-8" standalone="yes"?>
<Relationships xmlns="http://schemas.openxmlformats.org/package/2006/relationships"><Relationship Id="rId3" Type="http://schemas.openxmlformats.org/officeDocument/2006/relationships/oleObject" Target="../embeddings/oleObject95.bin"/><Relationship Id="rId2" Type="http://schemas.openxmlformats.org/officeDocument/2006/relationships/slideMaster" Target="../slideMasters/slideMaster27.xml"/><Relationship Id="rId1" Type="http://schemas.openxmlformats.org/officeDocument/2006/relationships/tags" Target="../tags/tag138.xml"/><Relationship Id="rId4" Type="http://schemas.openxmlformats.org/officeDocument/2006/relationships/image" Target="../media/image42.emf"/></Relationships>
</file>

<file path=ppt/slideLayouts/_rels/slideLayout240.xml.rels><?xml version="1.0" encoding="UTF-8" standalone="yes"?>
<Relationships xmlns="http://schemas.openxmlformats.org/package/2006/relationships"><Relationship Id="rId3" Type="http://schemas.openxmlformats.org/officeDocument/2006/relationships/oleObject" Target="../embeddings/oleObject96.bin"/><Relationship Id="rId2" Type="http://schemas.openxmlformats.org/officeDocument/2006/relationships/slideMaster" Target="../slideMasters/slideMaster27.xml"/><Relationship Id="rId1" Type="http://schemas.openxmlformats.org/officeDocument/2006/relationships/tags" Target="../tags/tag139.xml"/><Relationship Id="rId4" Type="http://schemas.openxmlformats.org/officeDocument/2006/relationships/image" Target="../media/image42.emf"/></Relationships>
</file>

<file path=ppt/slideLayouts/_rels/slideLayout241.xml.rels><?xml version="1.0" encoding="UTF-8" standalone="yes"?>
<Relationships xmlns="http://schemas.openxmlformats.org/package/2006/relationships"><Relationship Id="rId3" Type="http://schemas.openxmlformats.org/officeDocument/2006/relationships/oleObject" Target="../embeddings/oleObject97.bin"/><Relationship Id="rId2" Type="http://schemas.openxmlformats.org/officeDocument/2006/relationships/slideMaster" Target="../slideMasters/slideMaster27.xml"/><Relationship Id="rId1" Type="http://schemas.openxmlformats.org/officeDocument/2006/relationships/tags" Target="../tags/tag140.xml"/><Relationship Id="rId4" Type="http://schemas.openxmlformats.org/officeDocument/2006/relationships/image" Target="../media/image25.emf"/></Relationships>
</file>

<file path=ppt/slideLayouts/_rels/slideLayout242.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Master" Target="../slideMasters/slideMaster27.xml"/><Relationship Id="rId1" Type="http://schemas.openxmlformats.org/officeDocument/2006/relationships/tags" Target="../tags/tag141.xml"/><Relationship Id="rId4" Type="http://schemas.openxmlformats.org/officeDocument/2006/relationships/image" Target="../media/image19.emf"/></Relationships>
</file>

<file path=ppt/slideLayouts/_rels/slideLayout243.xml.rels><?xml version="1.0" encoding="UTF-8" standalone="yes"?>
<Relationships xmlns="http://schemas.openxmlformats.org/package/2006/relationships"><Relationship Id="rId3" Type="http://schemas.openxmlformats.org/officeDocument/2006/relationships/oleObject" Target="../embeddings/oleObject98.bin"/><Relationship Id="rId2" Type="http://schemas.openxmlformats.org/officeDocument/2006/relationships/slideMaster" Target="../slideMasters/slideMaster27.xml"/><Relationship Id="rId1" Type="http://schemas.openxmlformats.org/officeDocument/2006/relationships/tags" Target="../tags/tag142.xml"/><Relationship Id="rId4" Type="http://schemas.openxmlformats.org/officeDocument/2006/relationships/image" Target="../media/image43.emf"/></Relationships>
</file>

<file path=ppt/slideLayouts/_rels/slideLayout244.xml.rels><?xml version="1.0" encoding="UTF-8" standalone="yes"?>
<Relationships xmlns="http://schemas.openxmlformats.org/package/2006/relationships"><Relationship Id="rId3" Type="http://schemas.openxmlformats.org/officeDocument/2006/relationships/oleObject" Target="../embeddings/oleObject99.bin"/><Relationship Id="rId2" Type="http://schemas.openxmlformats.org/officeDocument/2006/relationships/slideMaster" Target="../slideMasters/slideMaster27.xml"/><Relationship Id="rId1" Type="http://schemas.openxmlformats.org/officeDocument/2006/relationships/tags" Target="../tags/tag143.xml"/><Relationship Id="rId4" Type="http://schemas.openxmlformats.org/officeDocument/2006/relationships/image" Target="../media/image44.emf"/></Relationships>
</file>

<file path=ppt/slideLayouts/_rels/slideLayout245.xml.rels><?xml version="1.0" encoding="UTF-8" standalone="yes"?>
<Relationships xmlns="http://schemas.openxmlformats.org/package/2006/relationships"><Relationship Id="rId3" Type="http://schemas.openxmlformats.org/officeDocument/2006/relationships/oleObject" Target="../embeddings/oleObject100.bin"/><Relationship Id="rId2" Type="http://schemas.openxmlformats.org/officeDocument/2006/relationships/slideMaster" Target="../slideMasters/slideMaster27.xml"/><Relationship Id="rId1" Type="http://schemas.openxmlformats.org/officeDocument/2006/relationships/tags" Target="../tags/tag144.xml"/><Relationship Id="rId5" Type="http://schemas.openxmlformats.org/officeDocument/2006/relationships/image" Target="../media/image15.svg"/><Relationship Id="rId4" Type="http://schemas.openxmlformats.org/officeDocument/2006/relationships/image" Target="../media/image45.emf"/></Relationships>
</file>

<file path=ppt/slideLayouts/_rels/slideLayout246.xml.rels><?xml version="1.0" encoding="UTF-8" standalone="yes"?>
<Relationships xmlns="http://schemas.openxmlformats.org/package/2006/relationships"><Relationship Id="rId3" Type="http://schemas.openxmlformats.org/officeDocument/2006/relationships/oleObject" Target="../embeddings/oleObject101.bin"/><Relationship Id="rId2" Type="http://schemas.openxmlformats.org/officeDocument/2006/relationships/slideMaster" Target="../slideMasters/slideMaster27.xml"/><Relationship Id="rId1" Type="http://schemas.openxmlformats.org/officeDocument/2006/relationships/tags" Target="../tags/tag145.xml"/><Relationship Id="rId5" Type="http://schemas.openxmlformats.org/officeDocument/2006/relationships/image" Target="../media/image16.svg"/><Relationship Id="rId4" Type="http://schemas.openxmlformats.org/officeDocument/2006/relationships/image" Target="../media/image45.emf"/></Relationships>
</file>

<file path=ppt/slideLayouts/_rels/slideLayout247.xml.rels><?xml version="1.0" encoding="UTF-8" standalone="yes"?>
<Relationships xmlns="http://schemas.openxmlformats.org/package/2006/relationships"><Relationship Id="rId3" Type="http://schemas.openxmlformats.org/officeDocument/2006/relationships/oleObject" Target="../embeddings/oleObject101.bin"/><Relationship Id="rId2" Type="http://schemas.openxmlformats.org/officeDocument/2006/relationships/slideMaster" Target="../slideMasters/slideMaster27.xml"/><Relationship Id="rId1" Type="http://schemas.openxmlformats.org/officeDocument/2006/relationships/tags" Target="../tags/tag146.xml"/><Relationship Id="rId5" Type="http://schemas.openxmlformats.org/officeDocument/2006/relationships/image" Target="../media/image17.svg"/><Relationship Id="rId4" Type="http://schemas.openxmlformats.org/officeDocument/2006/relationships/image" Target="../media/image45.emf"/></Relationships>
</file>

<file path=ppt/slideLayouts/_rels/slideLayout248.xml.rels><?xml version="1.0" encoding="UTF-8" standalone="yes"?>
<Relationships xmlns="http://schemas.openxmlformats.org/package/2006/relationships"><Relationship Id="rId3" Type="http://schemas.openxmlformats.org/officeDocument/2006/relationships/oleObject" Target="../embeddings/oleObject102.bin"/><Relationship Id="rId2" Type="http://schemas.openxmlformats.org/officeDocument/2006/relationships/slideMaster" Target="../slideMasters/slideMaster27.xml"/><Relationship Id="rId1" Type="http://schemas.openxmlformats.org/officeDocument/2006/relationships/tags" Target="../tags/tag147.xml"/><Relationship Id="rId5" Type="http://schemas.openxmlformats.org/officeDocument/2006/relationships/image" Target="../media/image16.svg"/><Relationship Id="rId4" Type="http://schemas.openxmlformats.org/officeDocument/2006/relationships/image" Target="../media/image45.emf"/></Relationships>
</file>

<file path=ppt/slideLayouts/_rels/slideLayout249.xml.rels><?xml version="1.0" encoding="UTF-8" standalone="yes"?>
<Relationships xmlns="http://schemas.openxmlformats.org/package/2006/relationships"><Relationship Id="rId3" Type="http://schemas.openxmlformats.org/officeDocument/2006/relationships/oleObject" Target="../embeddings/oleObject100.bin"/><Relationship Id="rId2" Type="http://schemas.openxmlformats.org/officeDocument/2006/relationships/slideMaster" Target="../slideMasters/slideMaster27.xml"/><Relationship Id="rId1" Type="http://schemas.openxmlformats.org/officeDocument/2006/relationships/tags" Target="../tags/tag148.xml"/><Relationship Id="rId5" Type="http://schemas.openxmlformats.org/officeDocument/2006/relationships/image" Target="../media/image15.svg"/><Relationship Id="rId4" Type="http://schemas.openxmlformats.org/officeDocument/2006/relationships/image" Target="../media/image45.emf"/></Relationships>
</file>

<file path=ppt/slideLayouts/_rels/slideLayout250.xml.rels><?xml version="1.0" encoding="UTF-8" standalone="yes"?>
<Relationships xmlns="http://schemas.openxmlformats.org/package/2006/relationships"><Relationship Id="rId3" Type="http://schemas.openxmlformats.org/officeDocument/2006/relationships/oleObject" Target="../embeddings/oleObject101.bin"/><Relationship Id="rId2" Type="http://schemas.openxmlformats.org/officeDocument/2006/relationships/slideMaster" Target="../slideMasters/slideMaster27.xml"/><Relationship Id="rId1" Type="http://schemas.openxmlformats.org/officeDocument/2006/relationships/tags" Target="../tags/tag149.xml"/><Relationship Id="rId5" Type="http://schemas.openxmlformats.org/officeDocument/2006/relationships/image" Target="../media/image16.svg"/><Relationship Id="rId4" Type="http://schemas.openxmlformats.org/officeDocument/2006/relationships/image" Target="../media/image45.emf"/></Relationships>
</file>

<file path=ppt/slideLayouts/_rels/slideLayout251.xml.rels><?xml version="1.0" encoding="UTF-8" standalone="yes"?>
<Relationships xmlns="http://schemas.openxmlformats.org/package/2006/relationships"><Relationship Id="rId3" Type="http://schemas.openxmlformats.org/officeDocument/2006/relationships/oleObject" Target="../embeddings/oleObject101.bin"/><Relationship Id="rId2" Type="http://schemas.openxmlformats.org/officeDocument/2006/relationships/slideMaster" Target="../slideMasters/slideMaster27.xml"/><Relationship Id="rId1" Type="http://schemas.openxmlformats.org/officeDocument/2006/relationships/tags" Target="../tags/tag150.xml"/><Relationship Id="rId5" Type="http://schemas.openxmlformats.org/officeDocument/2006/relationships/image" Target="../media/image17.svg"/><Relationship Id="rId4" Type="http://schemas.openxmlformats.org/officeDocument/2006/relationships/image" Target="../media/image45.emf"/></Relationships>
</file>

<file path=ppt/slideLayouts/_rels/slideLayout252.xml.rels><?xml version="1.0" encoding="UTF-8" standalone="yes"?>
<Relationships xmlns="http://schemas.openxmlformats.org/package/2006/relationships"><Relationship Id="rId3" Type="http://schemas.openxmlformats.org/officeDocument/2006/relationships/oleObject" Target="../embeddings/oleObject102.bin"/><Relationship Id="rId2" Type="http://schemas.openxmlformats.org/officeDocument/2006/relationships/slideMaster" Target="../slideMasters/slideMaster27.xml"/><Relationship Id="rId1" Type="http://schemas.openxmlformats.org/officeDocument/2006/relationships/tags" Target="../tags/tag151.xml"/><Relationship Id="rId5" Type="http://schemas.openxmlformats.org/officeDocument/2006/relationships/image" Target="../media/image16.svg"/><Relationship Id="rId4" Type="http://schemas.openxmlformats.org/officeDocument/2006/relationships/image" Target="../media/image45.emf"/></Relationships>
</file>

<file path=ppt/slideLayouts/_rels/slideLayout253.xml.rels><?xml version="1.0" encoding="UTF-8" standalone="yes"?>
<Relationships xmlns="http://schemas.openxmlformats.org/package/2006/relationships"><Relationship Id="rId3" Type="http://schemas.openxmlformats.org/officeDocument/2006/relationships/oleObject" Target="../embeddings/oleObject100.bin"/><Relationship Id="rId2" Type="http://schemas.openxmlformats.org/officeDocument/2006/relationships/slideMaster" Target="../slideMasters/slideMaster27.xml"/><Relationship Id="rId1" Type="http://schemas.openxmlformats.org/officeDocument/2006/relationships/tags" Target="../tags/tag152.xml"/><Relationship Id="rId5" Type="http://schemas.openxmlformats.org/officeDocument/2006/relationships/image" Target="../media/image15.svg"/><Relationship Id="rId4" Type="http://schemas.openxmlformats.org/officeDocument/2006/relationships/image" Target="../media/image45.emf"/></Relationships>
</file>

<file path=ppt/slideLayouts/_rels/slideLayout254.xml.rels><?xml version="1.0" encoding="UTF-8" standalone="yes"?>
<Relationships xmlns="http://schemas.openxmlformats.org/package/2006/relationships"><Relationship Id="rId3" Type="http://schemas.openxmlformats.org/officeDocument/2006/relationships/oleObject" Target="../embeddings/oleObject101.bin"/><Relationship Id="rId2" Type="http://schemas.openxmlformats.org/officeDocument/2006/relationships/slideMaster" Target="../slideMasters/slideMaster27.xml"/><Relationship Id="rId1" Type="http://schemas.openxmlformats.org/officeDocument/2006/relationships/tags" Target="../tags/tag153.xml"/><Relationship Id="rId5" Type="http://schemas.openxmlformats.org/officeDocument/2006/relationships/image" Target="../media/image16.svg"/><Relationship Id="rId4" Type="http://schemas.openxmlformats.org/officeDocument/2006/relationships/image" Target="../media/image45.emf"/></Relationships>
</file>

<file path=ppt/slideLayouts/_rels/slideLayout255.xml.rels><?xml version="1.0" encoding="UTF-8" standalone="yes"?>
<Relationships xmlns="http://schemas.openxmlformats.org/package/2006/relationships"><Relationship Id="rId3" Type="http://schemas.openxmlformats.org/officeDocument/2006/relationships/oleObject" Target="../embeddings/oleObject101.bin"/><Relationship Id="rId2" Type="http://schemas.openxmlformats.org/officeDocument/2006/relationships/slideMaster" Target="../slideMasters/slideMaster27.xml"/><Relationship Id="rId1" Type="http://schemas.openxmlformats.org/officeDocument/2006/relationships/tags" Target="../tags/tag154.xml"/><Relationship Id="rId5" Type="http://schemas.openxmlformats.org/officeDocument/2006/relationships/image" Target="../media/image17.svg"/><Relationship Id="rId4" Type="http://schemas.openxmlformats.org/officeDocument/2006/relationships/image" Target="../media/image45.emf"/></Relationships>
</file>

<file path=ppt/slideLayouts/_rels/slideLayout256.xml.rels><?xml version="1.0" encoding="UTF-8" standalone="yes"?>
<Relationships xmlns="http://schemas.openxmlformats.org/package/2006/relationships"><Relationship Id="rId3" Type="http://schemas.openxmlformats.org/officeDocument/2006/relationships/oleObject" Target="../embeddings/oleObject102.bin"/><Relationship Id="rId2" Type="http://schemas.openxmlformats.org/officeDocument/2006/relationships/slideMaster" Target="../slideMasters/slideMaster27.xml"/><Relationship Id="rId1" Type="http://schemas.openxmlformats.org/officeDocument/2006/relationships/tags" Target="../tags/tag155.xml"/><Relationship Id="rId5" Type="http://schemas.openxmlformats.org/officeDocument/2006/relationships/image" Target="../media/image16.svg"/><Relationship Id="rId4" Type="http://schemas.openxmlformats.org/officeDocument/2006/relationships/image" Target="../media/image45.emf"/></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259.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Master" Target="../slideMasters/slideMaster29.xml"/><Relationship Id="rId1" Type="http://schemas.openxmlformats.org/officeDocument/2006/relationships/tags" Target="../tags/tag157.xml"/><Relationship Id="rId4" Type="http://schemas.openxmlformats.org/officeDocument/2006/relationships/image" Target="../media/image28.emf"/></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3_Presentation Title Page-Global">
    <p:spTree>
      <p:nvGrpSpPr>
        <p:cNvPr id="1" name=""/>
        <p:cNvGrpSpPr/>
        <p:nvPr/>
      </p:nvGrpSpPr>
      <p:grpSpPr>
        <a:xfrm>
          <a:off x="0" y="0"/>
          <a:ext cx="0" cy="0"/>
          <a:chOff x="0" y="0"/>
          <a:chExt cx="0" cy="0"/>
        </a:xfrm>
      </p:grpSpPr>
      <p:sp>
        <p:nvSpPr>
          <p:cNvPr id="6" name="Rectangle 5"/>
          <p:cNvSpPr/>
          <p:nvPr userDrawn="1"/>
        </p:nvSpPr>
        <p:spPr>
          <a:xfrm>
            <a:off x="0" y="1046506"/>
            <a:ext cx="12192000" cy="2631759"/>
          </a:xfrm>
          <a:prstGeom prst="rect">
            <a:avLst/>
          </a:prstGeom>
          <a:solidFill>
            <a:srgbClr val="243E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9585"/>
            <a:endParaRPr lang="en-US" sz="2400" dirty="0">
              <a:solidFill>
                <a:prstClr val="white"/>
              </a:solidFill>
            </a:endParaRPr>
          </a:p>
        </p:txBody>
      </p:sp>
      <p:sp>
        <p:nvSpPr>
          <p:cNvPr id="8" name="Title 1"/>
          <p:cNvSpPr>
            <a:spLocks noGrp="1"/>
          </p:cNvSpPr>
          <p:nvPr>
            <p:ph type="title" hasCustomPrompt="1"/>
          </p:nvPr>
        </p:nvSpPr>
        <p:spPr>
          <a:xfrm>
            <a:off x="609600" y="1294956"/>
            <a:ext cx="10972800" cy="869416"/>
          </a:xfrm>
          <a:prstGeom prst="rect">
            <a:avLst/>
          </a:prstGeom>
        </p:spPr>
        <p:txBody>
          <a:bodyPr anchor="b"/>
          <a:lstStyle>
            <a:lvl1pPr algn="ctr">
              <a:defRPr spc="200">
                <a:solidFill>
                  <a:schemeClr val="bg1"/>
                </a:solidFill>
              </a:defRPr>
            </a:lvl1pPr>
          </a:lstStyle>
          <a:p>
            <a:r>
              <a:rPr lang="en-US" dirty="0"/>
              <a:t>Insert headline here</a:t>
            </a:r>
          </a:p>
        </p:txBody>
      </p:sp>
      <p:sp>
        <p:nvSpPr>
          <p:cNvPr id="9" name="Text Placeholder 5"/>
          <p:cNvSpPr>
            <a:spLocks noGrp="1"/>
          </p:cNvSpPr>
          <p:nvPr>
            <p:ph type="body" sz="quarter" idx="10" hasCustomPrompt="1"/>
          </p:nvPr>
        </p:nvSpPr>
        <p:spPr>
          <a:xfrm>
            <a:off x="609600" y="2197499"/>
            <a:ext cx="10972800" cy="817224"/>
          </a:xfrm>
          <a:prstGeom prst="rect">
            <a:avLst/>
          </a:prstGeom>
        </p:spPr>
        <p:txBody>
          <a:bodyPr/>
          <a:lstStyle>
            <a:lvl1pPr algn="ctr">
              <a:defRPr b="0" i="0" spc="160">
                <a:solidFill>
                  <a:schemeClr val="bg1"/>
                </a:solidFill>
                <a:latin typeface="Verdana"/>
                <a:cs typeface="Verdana"/>
              </a:defRPr>
            </a:lvl1pPr>
          </a:lstStyle>
          <a:p>
            <a:pPr lvl="0"/>
            <a:r>
              <a:rPr lang="en-US" dirty="0"/>
              <a:t>Insert subhead here</a:t>
            </a:r>
          </a:p>
        </p:txBody>
      </p:sp>
      <p:pic>
        <p:nvPicPr>
          <p:cNvPr id="3" name="Picture 2"/>
          <p:cNvPicPr>
            <a:picLocks noChangeAspect="1"/>
          </p:cNvPicPr>
          <p:nvPr userDrawn="1"/>
        </p:nvPicPr>
        <p:blipFill>
          <a:blip r:embed="rId2"/>
          <a:stretch>
            <a:fillRect/>
          </a:stretch>
        </p:blipFill>
        <p:spPr>
          <a:xfrm>
            <a:off x="3152636" y="5671080"/>
            <a:ext cx="5991368" cy="893493"/>
          </a:xfrm>
          <a:prstGeom prst="rect">
            <a:avLst/>
          </a:prstGeom>
        </p:spPr>
      </p:pic>
    </p:spTree>
    <p:extLst>
      <p:ext uri="{BB962C8B-B14F-4D97-AF65-F5344CB8AC3E}">
        <p14:creationId xmlns:p14="http://schemas.microsoft.com/office/powerpoint/2010/main" val="1520488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resentation Title Page-North America">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376343" y="5746809"/>
            <a:ext cx="3439315" cy="931481"/>
          </a:xfrm>
          <a:prstGeom prst="rect">
            <a:avLst/>
          </a:prstGeom>
        </p:spPr>
      </p:pic>
      <p:sp>
        <p:nvSpPr>
          <p:cNvPr id="11" name="Rectangle 10"/>
          <p:cNvSpPr/>
          <p:nvPr userDrawn="1"/>
        </p:nvSpPr>
        <p:spPr>
          <a:xfrm>
            <a:off x="0" y="1046506"/>
            <a:ext cx="12192000" cy="2213596"/>
          </a:xfrm>
          <a:prstGeom prst="rect">
            <a:avLst/>
          </a:prstGeom>
          <a:solidFill>
            <a:srgbClr val="243E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9585"/>
            <a:endParaRPr lang="en-US" sz="2400" dirty="0">
              <a:solidFill>
                <a:prstClr val="white"/>
              </a:solidFill>
            </a:endParaRPr>
          </a:p>
        </p:txBody>
      </p:sp>
      <p:sp>
        <p:nvSpPr>
          <p:cNvPr id="12" name="Title 1"/>
          <p:cNvSpPr>
            <a:spLocks noGrp="1"/>
          </p:cNvSpPr>
          <p:nvPr>
            <p:ph type="title" hasCustomPrompt="1"/>
          </p:nvPr>
        </p:nvSpPr>
        <p:spPr>
          <a:xfrm>
            <a:off x="609600" y="1294956"/>
            <a:ext cx="10972800" cy="869416"/>
          </a:xfrm>
          <a:prstGeom prst="rect">
            <a:avLst/>
          </a:prstGeom>
        </p:spPr>
        <p:txBody>
          <a:bodyPr anchor="b"/>
          <a:lstStyle>
            <a:lvl1pPr algn="ctr">
              <a:defRPr spc="200">
                <a:solidFill>
                  <a:schemeClr val="bg1"/>
                </a:solidFill>
              </a:defRPr>
            </a:lvl1pPr>
          </a:lstStyle>
          <a:p>
            <a:r>
              <a:rPr lang="en-US" dirty="0"/>
              <a:t>Insert headline here</a:t>
            </a:r>
          </a:p>
        </p:txBody>
      </p:sp>
      <p:sp>
        <p:nvSpPr>
          <p:cNvPr id="13" name="Text Placeholder 5"/>
          <p:cNvSpPr>
            <a:spLocks noGrp="1"/>
          </p:cNvSpPr>
          <p:nvPr>
            <p:ph type="body" sz="quarter" idx="10" hasCustomPrompt="1"/>
          </p:nvPr>
        </p:nvSpPr>
        <p:spPr>
          <a:xfrm>
            <a:off x="609600" y="2197499"/>
            <a:ext cx="10972800" cy="817224"/>
          </a:xfrm>
          <a:prstGeom prst="rect">
            <a:avLst/>
          </a:prstGeom>
        </p:spPr>
        <p:txBody>
          <a:bodyPr/>
          <a:lstStyle>
            <a:lvl1pPr algn="ctr">
              <a:defRPr b="0" i="0" spc="160">
                <a:solidFill>
                  <a:schemeClr val="bg1"/>
                </a:solidFill>
                <a:latin typeface="Verdana"/>
                <a:cs typeface="Verdana"/>
              </a:defRPr>
            </a:lvl1pPr>
          </a:lstStyle>
          <a:p>
            <a:pPr lvl="0"/>
            <a:r>
              <a:rPr lang="en-US" dirty="0"/>
              <a:t>Insert subhead here</a:t>
            </a:r>
          </a:p>
        </p:txBody>
      </p:sp>
    </p:spTree>
    <p:extLst>
      <p:ext uri="{BB962C8B-B14F-4D97-AF65-F5344CB8AC3E}">
        <p14:creationId xmlns:p14="http://schemas.microsoft.com/office/powerpoint/2010/main" val="42084292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resentation Title Page-Europe">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30258" y="5708574"/>
            <a:ext cx="3731485" cy="960452"/>
          </a:xfrm>
          <a:prstGeom prst="rect">
            <a:avLst/>
          </a:prstGeom>
        </p:spPr>
      </p:pic>
      <p:sp>
        <p:nvSpPr>
          <p:cNvPr id="11" name="Rectangle 10"/>
          <p:cNvSpPr/>
          <p:nvPr userDrawn="1"/>
        </p:nvSpPr>
        <p:spPr>
          <a:xfrm>
            <a:off x="0" y="1046506"/>
            <a:ext cx="12192000" cy="2213596"/>
          </a:xfrm>
          <a:prstGeom prst="rect">
            <a:avLst/>
          </a:prstGeom>
          <a:solidFill>
            <a:srgbClr val="243E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9585"/>
            <a:endParaRPr lang="en-US" sz="2400" dirty="0">
              <a:solidFill>
                <a:prstClr val="white"/>
              </a:solidFill>
            </a:endParaRPr>
          </a:p>
        </p:txBody>
      </p:sp>
      <p:sp>
        <p:nvSpPr>
          <p:cNvPr id="13" name="Title 1"/>
          <p:cNvSpPr>
            <a:spLocks noGrp="1"/>
          </p:cNvSpPr>
          <p:nvPr>
            <p:ph type="title" hasCustomPrompt="1"/>
          </p:nvPr>
        </p:nvSpPr>
        <p:spPr>
          <a:xfrm>
            <a:off x="609600" y="1294956"/>
            <a:ext cx="10972800" cy="869416"/>
          </a:xfrm>
          <a:prstGeom prst="rect">
            <a:avLst/>
          </a:prstGeom>
        </p:spPr>
        <p:txBody>
          <a:bodyPr anchor="b"/>
          <a:lstStyle>
            <a:lvl1pPr algn="ctr">
              <a:defRPr spc="200">
                <a:solidFill>
                  <a:schemeClr val="bg1"/>
                </a:solidFill>
              </a:defRPr>
            </a:lvl1pPr>
          </a:lstStyle>
          <a:p>
            <a:r>
              <a:rPr lang="en-US" dirty="0"/>
              <a:t>Insert headline here</a:t>
            </a:r>
          </a:p>
        </p:txBody>
      </p:sp>
      <p:sp>
        <p:nvSpPr>
          <p:cNvPr id="14" name="Text Placeholder 5"/>
          <p:cNvSpPr>
            <a:spLocks noGrp="1"/>
          </p:cNvSpPr>
          <p:nvPr>
            <p:ph type="body" sz="quarter" idx="10" hasCustomPrompt="1"/>
          </p:nvPr>
        </p:nvSpPr>
        <p:spPr>
          <a:xfrm>
            <a:off x="609600" y="2197499"/>
            <a:ext cx="10972800" cy="817224"/>
          </a:xfrm>
          <a:prstGeom prst="rect">
            <a:avLst/>
          </a:prstGeom>
        </p:spPr>
        <p:txBody>
          <a:bodyPr/>
          <a:lstStyle>
            <a:lvl1pPr algn="ctr">
              <a:defRPr b="0" i="0" spc="160">
                <a:solidFill>
                  <a:schemeClr val="bg1"/>
                </a:solidFill>
                <a:latin typeface="Verdana"/>
                <a:cs typeface="Verdana"/>
              </a:defRPr>
            </a:lvl1pPr>
          </a:lstStyle>
          <a:p>
            <a:pPr lvl="0"/>
            <a:r>
              <a:rPr lang="en-US" dirty="0"/>
              <a:t>Insert subhead here</a:t>
            </a:r>
          </a:p>
        </p:txBody>
      </p:sp>
    </p:spTree>
    <p:extLst>
      <p:ext uri="{BB962C8B-B14F-4D97-AF65-F5344CB8AC3E}">
        <p14:creationId xmlns:p14="http://schemas.microsoft.com/office/powerpoint/2010/main" val="14854058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resentation Title Page-GMIO">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67204" y="5802499"/>
            <a:ext cx="3657593" cy="830837"/>
          </a:xfrm>
          <a:prstGeom prst="rect">
            <a:avLst/>
          </a:prstGeom>
        </p:spPr>
      </p:pic>
      <p:sp>
        <p:nvSpPr>
          <p:cNvPr id="11" name="Rectangle 10"/>
          <p:cNvSpPr/>
          <p:nvPr userDrawn="1"/>
        </p:nvSpPr>
        <p:spPr>
          <a:xfrm>
            <a:off x="0" y="1046506"/>
            <a:ext cx="12192000" cy="2213596"/>
          </a:xfrm>
          <a:prstGeom prst="rect">
            <a:avLst/>
          </a:prstGeom>
          <a:solidFill>
            <a:srgbClr val="243E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9585"/>
            <a:endParaRPr lang="en-US" sz="2400" dirty="0">
              <a:solidFill>
                <a:prstClr val="white"/>
              </a:solidFill>
            </a:endParaRPr>
          </a:p>
        </p:txBody>
      </p:sp>
      <p:sp>
        <p:nvSpPr>
          <p:cNvPr id="12" name="Title 1"/>
          <p:cNvSpPr>
            <a:spLocks noGrp="1"/>
          </p:cNvSpPr>
          <p:nvPr>
            <p:ph type="title" hasCustomPrompt="1"/>
          </p:nvPr>
        </p:nvSpPr>
        <p:spPr>
          <a:xfrm>
            <a:off x="609600" y="1294956"/>
            <a:ext cx="10972800" cy="869416"/>
          </a:xfrm>
          <a:prstGeom prst="rect">
            <a:avLst/>
          </a:prstGeom>
        </p:spPr>
        <p:txBody>
          <a:bodyPr anchor="b"/>
          <a:lstStyle>
            <a:lvl1pPr algn="ctr">
              <a:defRPr spc="200">
                <a:solidFill>
                  <a:schemeClr val="bg1"/>
                </a:solidFill>
              </a:defRPr>
            </a:lvl1pPr>
          </a:lstStyle>
          <a:p>
            <a:r>
              <a:rPr lang="en-US" dirty="0"/>
              <a:t>Insert headline here</a:t>
            </a:r>
          </a:p>
        </p:txBody>
      </p:sp>
      <p:sp>
        <p:nvSpPr>
          <p:cNvPr id="14" name="Text Placeholder 5"/>
          <p:cNvSpPr>
            <a:spLocks noGrp="1"/>
          </p:cNvSpPr>
          <p:nvPr>
            <p:ph type="body" sz="quarter" idx="10" hasCustomPrompt="1"/>
          </p:nvPr>
        </p:nvSpPr>
        <p:spPr>
          <a:xfrm>
            <a:off x="609600" y="2197499"/>
            <a:ext cx="10972800" cy="817224"/>
          </a:xfrm>
          <a:prstGeom prst="rect">
            <a:avLst/>
          </a:prstGeom>
        </p:spPr>
        <p:txBody>
          <a:bodyPr/>
          <a:lstStyle>
            <a:lvl1pPr algn="ctr">
              <a:defRPr b="0" i="0" spc="160">
                <a:solidFill>
                  <a:schemeClr val="bg1"/>
                </a:solidFill>
                <a:latin typeface="Verdana"/>
                <a:cs typeface="Verdana"/>
              </a:defRPr>
            </a:lvl1pPr>
          </a:lstStyle>
          <a:p>
            <a:pPr lvl="0"/>
            <a:r>
              <a:rPr lang="en-US" dirty="0"/>
              <a:t>Insert subhead here</a:t>
            </a:r>
          </a:p>
        </p:txBody>
      </p:sp>
    </p:spTree>
    <p:extLst>
      <p:ext uri="{BB962C8B-B14F-4D97-AF65-F5344CB8AC3E}">
        <p14:creationId xmlns:p14="http://schemas.microsoft.com/office/powerpoint/2010/main" val="42706660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resentation Title Page-China">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03266" y="5810758"/>
            <a:ext cx="4585471" cy="817711"/>
          </a:xfrm>
          <a:prstGeom prst="rect">
            <a:avLst/>
          </a:prstGeom>
        </p:spPr>
      </p:pic>
      <p:sp>
        <p:nvSpPr>
          <p:cNvPr id="11" name="Rectangle 10"/>
          <p:cNvSpPr/>
          <p:nvPr userDrawn="1"/>
        </p:nvSpPr>
        <p:spPr>
          <a:xfrm>
            <a:off x="0" y="1046506"/>
            <a:ext cx="12192000" cy="2213596"/>
          </a:xfrm>
          <a:prstGeom prst="rect">
            <a:avLst/>
          </a:prstGeom>
          <a:solidFill>
            <a:srgbClr val="243E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9585"/>
            <a:endParaRPr lang="en-US" sz="2400" dirty="0">
              <a:solidFill>
                <a:prstClr val="white"/>
              </a:solidFill>
            </a:endParaRPr>
          </a:p>
        </p:txBody>
      </p:sp>
      <p:sp>
        <p:nvSpPr>
          <p:cNvPr id="12" name="Title 1"/>
          <p:cNvSpPr>
            <a:spLocks noGrp="1"/>
          </p:cNvSpPr>
          <p:nvPr>
            <p:ph type="title" hasCustomPrompt="1"/>
          </p:nvPr>
        </p:nvSpPr>
        <p:spPr>
          <a:xfrm>
            <a:off x="609600" y="1294956"/>
            <a:ext cx="10972800" cy="869416"/>
          </a:xfrm>
          <a:prstGeom prst="rect">
            <a:avLst/>
          </a:prstGeom>
        </p:spPr>
        <p:txBody>
          <a:bodyPr anchor="b"/>
          <a:lstStyle>
            <a:lvl1pPr algn="ctr">
              <a:defRPr spc="200">
                <a:solidFill>
                  <a:schemeClr val="bg1"/>
                </a:solidFill>
              </a:defRPr>
            </a:lvl1pPr>
          </a:lstStyle>
          <a:p>
            <a:r>
              <a:rPr lang="en-US" dirty="0"/>
              <a:t>Insert headline here</a:t>
            </a:r>
          </a:p>
        </p:txBody>
      </p:sp>
      <p:sp>
        <p:nvSpPr>
          <p:cNvPr id="13" name="Text Placeholder 5"/>
          <p:cNvSpPr>
            <a:spLocks noGrp="1"/>
          </p:cNvSpPr>
          <p:nvPr>
            <p:ph type="body" sz="quarter" idx="10" hasCustomPrompt="1"/>
          </p:nvPr>
        </p:nvSpPr>
        <p:spPr>
          <a:xfrm>
            <a:off x="609600" y="2197499"/>
            <a:ext cx="10972800" cy="817224"/>
          </a:xfrm>
          <a:prstGeom prst="rect">
            <a:avLst/>
          </a:prstGeom>
        </p:spPr>
        <p:txBody>
          <a:bodyPr/>
          <a:lstStyle>
            <a:lvl1pPr algn="ctr">
              <a:defRPr b="0" i="0" spc="160">
                <a:solidFill>
                  <a:schemeClr val="bg1"/>
                </a:solidFill>
                <a:latin typeface="Verdana"/>
                <a:cs typeface="Verdana"/>
              </a:defRPr>
            </a:lvl1pPr>
          </a:lstStyle>
          <a:p>
            <a:pPr lvl="0"/>
            <a:r>
              <a:rPr lang="en-US" dirty="0"/>
              <a:t>Insert subhead here</a:t>
            </a:r>
          </a:p>
        </p:txBody>
      </p:sp>
    </p:spTree>
    <p:extLst>
      <p:ext uri="{BB962C8B-B14F-4D97-AF65-F5344CB8AC3E}">
        <p14:creationId xmlns:p14="http://schemas.microsoft.com/office/powerpoint/2010/main" val="32742342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efin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27233" y="200740"/>
            <a:ext cx="6641387" cy="847224"/>
          </a:xfrm>
          <a:prstGeom prst="rect">
            <a:avLst/>
          </a:prstGeom>
        </p:spPr>
        <p:txBody>
          <a:bodyPr/>
          <a:lstStyle>
            <a:lvl1pPr>
              <a:defRPr sz="2400"/>
            </a:lvl1pPr>
          </a:lstStyle>
          <a:p>
            <a:r>
              <a:rPr lang="en-US" dirty="0"/>
              <a:t>Click to edit Master title style</a:t>
            </a:r>
            <a:br>
              <a:rPr lang="en-US" dirty="0"/>
            </a:br>
            <a:endParaRPr lang="en-US" dirty="0"/>
          </a:p>
        </p:txBody>
      </p:sp>
      <p:sp>
        <p:nvSpPr>
          <p:cNvPr id="3" name="Slide Number Placeholder 2"/>
          <p:cNvSpPr>
            <a:spLocks noGrp="1"/>
          </p:cNvSpPr>
          <p:nvPr>
            <p:ph type="sldNum" sz="quarter" idx="10"/>
          </p:nvPr>
        </p:nvSpPr>
        <p:spPr/>
        <p:txBody>
          <a:bodyPr/>
          <a:lstStyle/>
          <a:p>
            <a:fld id="{8E565A5E-131F-486C-BEC3-CA739A37F925}" type="slidenum">
              <a:rPr lang="en-US" smtClean="0"/>
              <a:pPr/>
              <a:t>‹#›</a:t>
            </a:fld>
            <a:endParaRPr lang="en-US" dirty="0"/>
          </a:p>
        </p:txBody>
      </p:sp>
    </p:spTree>
    <p:extLst>
      <p:ext uri="{BB962C8B-B14F-4D97-AF65-F5344CB8AC3E}">
        <p14:creationId xmlns:p14="http://schemas.microsoft.com/office/powerpoint/2010/main" val="31687646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Measur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27233" y="200740"/>
            <a:ext cx="6641387" cy="847224"/>
          </a:xfrm>
          <a:prstGeom prst="rect">
            <a:avLst/>
          </a:prstGeom>
        </p:spPr>
        <p:txBody>
          <a:bodyPr/>
          <a:lstStyle>
            <a:lvl1pPr>
              <a:defRPr sz="2400"/>
            </a:lvl1pPr>
          </a:lstStyle>
          <a:p>
            <a:r>
              <a:rPr lang="en-US" dirty="0"/>
              <a:t>Click to edit Master title style</a:t>
            </a:r>
            <a:br>
              <a:rPr lang="en-US" dirty="0"/>
            </a:br>
            <a:endParaRPr lang="en-US" dirty="0"/>
          </a:p>
        </p:txBody>
      </p:sp>
      <p:sp>
        <p:nvSpPr>
          <p:cNvPr id="3" name="Slide Number Placeholder 2"/>
          <p:cNvSpPr>
            <a:spLocks noGrp="1"/>
          </p:cNvSpPr>
          <p:nvPr>
            <p:ph type="sldNum" sz="quarter" idx="10"/>
          </p:nvPr>
        </p:nvSpPr>
        <p:spPr/>
        <p:txBody>
          <a:bodyPr/>
          <a:lstStyle/>
          <a:p>
            <a:fld id="{8E565A5E-131F-486C-BEC3-CA739A37F925}" type="slidenum">
              <a:rPr lang="en-US" smtClean="0"/>
              <a:pPr/>
              <a:t>‹#›</a:t>
            </a:fld>
            <a:endParaRPr lang="en-US" dirty="0"/>
          </a:p>
        </p:txBody>
      </p:sp>
    </p:spTree>
    <p:extLst>
      <p:ext uri="{BB962C8B-B14F-4D97-AF65-F5344CB8AC3E}">
        <p14:creationId xmlns:p14="http://schemas.microsoft.com/office/powerpoint/2010/main" val="1400679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nalyz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27233" y="200740"/>
            <a:ext cx="6641387" cy="847224"/>
          </a:xfrm>
          <a:prstGeom prst="rect">
            <a:avLst/>
          </a:prstGeom>
        </p:spPr>
        <p:txBody>
          <a:bodyPr/>
          <a:lstStyle>
            <a:lvl1pPr>
              <a:defRPr sz="2400"/>
            </a:lvl1pPr>
          </a:lstStyle>
          <a:p>
            <a:r>
              <a:rPr lang="en-US" dirty="0"/>
              <a:t>Click to edit Master title style</a:t>
            </a:r>
            <a:br>
              <a:rPr lang="en-US" dirty="0"/>
            </a:br>
            <a:endParaRPr lang="en-US" dirty="0"/>
          </a:p>
        </p:txBody>
      </p:sp>
      <p:sp>
        <p:nvSpPr>
          <p:cNvPr id="3" name="Slide Number Placeholder 2"/>
          <p:cNvSpPr>
            <a:spLocks noGrp="1"/>
          </p:cNvSpPr>
          <p:nvPr>
            <p:ph type="sldNum" sz="quarter" idx="10"/>
          </p:nvPr>
        </p:nvSpPr>
        <p:spPr/>
        <p:txBody>
          <a:bodyPr/>
          <a:lstStyle/>
          <a:p>
            <a:fld id="{8E565A5E-131F-486C-BEC3-CA739A37F925}" type="slidenum">
              <a:rPr lang="en-US" smtClean="0"/>
              <a:pPr/>
              <a:t>‹#›</a:t>
            </a:fld>
            <a:endParaRPr lang="en-US" dirty="0"/>
          </a:p>
        </p:txBody>
      </p:sp>
    </p:spTree>
    <p:extLst>
      <p:ext uri="{BB962C8B-B14F-4D97-AF65-F5344CB8AC3E}">
        <p14:creationId xmlns:p14="http://schemas.microsoft.com/office/powerpoint/2010/main" val="18448860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mprov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27233" y="200740"/>
            <a:ext cx="6641387" cy="847224"/>
          </a:xfrm>
          <a:prstGeom prst="rect">
            <a:avLst/>
          </a:prstGeom>
        </p:spPr>
        <p:txBody>
          <a:bodyPr/>
          <a:lstStyle>
            <a:lvl1pPr>
              <a:defRPr sz="2400"/>
            </a:lvl1pPr>
          </a:lstStyle>
          <a:p>
            <a:r>
              <a:rPr lang="en-US" dirty="0"/>
              <a:t>Click to edit Master title style</a:t>
            </a:r>
            <a:br>
              <a:rPr lang="en-US" dirty="0"/>
            </a:br>
            <a:endParaRPr lang="en-US" dirty="0"/>
          </a:p>
        </p:txBody>
      </p:sp>
      <p:sp>
        <p:nvSpPr>
          <p:cNvPr id="3" name="Slide Number Placeholder 2"/>
          <p:cNvSpPr>
            <a:spLocks noGrp="1"/>
          </p:cNvSpPr>
          <p:nvPr>
            <p:ph type="sldNum" sz="quarter" idx="10"/>
          </p:nvPr>
        </p:nvSpPr>
        <p:spPr/>
        <p:txBody>
          <a:bodyPr/>
          <a:lstStyle/>
          <a:p>
            <a:fld id="{8E565A5E-131F-486C-BEC3-CA739A37F925}" type="slidenum">
              <a:rPr lang="en-US" smtClean="0"/>
              <a:pPr/>
              <a:t>‹#›</a:t>
            </a:fld>
            <a:endParaRPr lang="en-US" dirty="0"/>
          </a:p>
        </p:txBody>
      </p:sp>
    </p:spTree>
    <p:extLst>
      <p:ext uri="{BB962C8B-B14F-4D97-AF65-F5344CB8AC3E}">
        <p14:creationId xmlns:p14="http://schemas.microsoft.com/office/powerpoint/2010/main" val="9784185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rol old">
    <p:spTree>
      <p:nvGrpSpPr>
        <p:cNvPr id="1" name=""/>
        <p:cNvGrpSpPr/>
        <p:nvPr/>
      </p:nvGrpSpPr>
      <p:grpSpPr>
        <a:xfrm>
          <a:off x="0" y="0"/>
          <a:ext cx="0" cy="0"/>
          <a:chOff x="0" y="0"/>
          <a:chExt cx="0" cy="0"/>
        </a:xfrm>
      </p:grpSpPr>
      <p:sp>
        <p:nvSpPr>
          <p:cNvPr id="2" name="Title 1"/>
          <p:cNvSpPr>
            <a:spLocks noGrp="1"/>
          </p:cNvSpPr>
          <p:nvPr>
            <p:ph type="title"/>
          </p:nvPr>
        </p:nvSpPr>
        <p:spPr>
          <a:xfrm>
            <a:off x="365590" y="201181"/>
            <a:ext cx="7052352" cy="995915"/>
          </a:xfrm>
          <a:prstGeom prst="rect">
            <a:avLst/>
          </a:prstGeom>
        </p:spPr>
        <p:txBody>
          <a:bodyPr/>
          <a:lstStyle>
            <a:lvl1pPr>
              <a:defRPr sz="2400"/>
            </a:lvl1pPr>
          </a:lstStyle>
          <a:p>
            <a:r>
              <a:rPr lang="en-US" dirty="0"/>
              <a:t>Click to edit Master title style</a:t>
            </a:r>
          </a:p>
        </p:txBody>
      </p:sp>
      <p:sp>
        <p:nvSpPr>
          <p:cNvPr id="6" name="Slide Number Placeholder 5"/>
          <p:cNvSpPr>
            <a:spLocks noGrp="1"/>
          </p:cNvSpPr>
          <p:nvPr>
            <p:ph type="sldNum" sz="quarter" idx="12"/>
          </p:nvPr>
        </p:nvSpPr>
        <p:spPr/>
        <p:txBody>
          <a:bodyPr/>
          <a:lstStyle/>
          <a:p>
            <a:fld id="{8E565A5E-131F-486C-BEC3-CA739A37F925}" type="slidenum">
              <a:rPr lang="en-US" smtClean="0"/>
              <a:pPr/>
              <a:t>‹#›</a:t>
            </a:fld>
            <a:endParaRPr lang="en-US" dirty="0"/>
          </a:p>
        </p:txBody>
      </p:sp>
      <p:sp>
        <p:nvSpPr>
          <p:cNvPr id="5" name="Rounded Rectangle 4"/>
          <p:cNvSpPr/>
          <p:nvPr userDrawn="1"/>
        </p:nvSpPr>
        <p:spPr>
          <a:xfrm>
            <a:off x="910447" y="5838938"/>
            <a:ext cx="10212729" cy="8037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Key takeaway or conclusion from this page…</a:t>
            </a:r>
          </a:p>
        </p:txBody>
      </p:sp>
    </p:spTree>
    <p:extLst>
      <p:ext uri="{BB962C8B-B14F-4D97-AF65-F5344CB8AC3E}">
        <p14:creationId xmlns:p14="http://schemas.microsoft.com/office/powerpoint/2010/main" val="24858646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rol">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27233" y="200740"/>
            <a:ext cx="6641387" cy="847224"/>
          </a:xfrm>
          <a:prstGeom prst="rect">
            <a:avLst/>
          </a:prstGeom>
        </p:spPr>
        <p:txBody>
          <a:bodyPr/>
          <a:lstStyle>
            <a:lvl1pPr>
              <a:defRPr sz="2400"/>
            </a:lvl1pPr>
          </a:lstStyle>
          <a:p>
            <a:r>
              <a:rPr lang="en-US" dirty="0"/>
              <a:t>Click to edit Master title style</a:t>
            </a:r>
            <a:br>
              <a:rPr lang="en-US" dirty="0"/>
            </a:br>
            <a:endParaRPr lang="en-US" dirty="0"/>
          </a:p>
        </p:txBody>
      </p:sp>
      <p:sp>
        <p:nvSpPr>
          <p:cNvPr id="3" name="Slide Number Placeholder 2"/>
          <p:cNvSpPr>
            <a:spLocks noGrp="1"/>
          </p:cNvSpPr>
          <p:nvPr>
            <p:ph type="sldNum" sz="quarter" idx="10"/>
          </p:nvPr>
        </p:nvSpPr>
        <p:spPr/>
        <p:txBody>
          <a:bodyPr/>
          <a:lstStyle/>
          <a:p>
            <a:fld id="{8E565A5E-131F-486C-BEC3-CA739A37F925}" type="slidenum">
              <a:rPr lang="en-US" smtClean="0"/>
              <a:pPr/>
              <a:t>‹#›</a:t>
            </a:fld>
            <a:endParaRPr lang="en-US" dirty="0"/>
          </a:p>
        </p:txBody>
      </p:sp>
    </p:spTree>
    <p:extLst>
      <p:ext uri="{BB962C8B-B14F-4D97-AF65-F5344CB8AC3E}">
        <p14:creationId xmlns:p14="http://schemas.microsoft.com/office/powerpoint/2010/main" val="5481027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65591" y="201183"/>
            <a:ext cx="10515600" cy="995915"/>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375865" y="1825625"/>
            <a:ext cx="11407983"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8E565A5E-131F-486C-BEC3-CA739A37F925}"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38106083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Slide Number Placeholder 5"/>
          <p:cNvSpPr>
            <a:spLocks noGrp="1"/>
          </p:cNvSpPr>
          <p:nvPr>
            <p:ph type="sldNum" sz="quarter" idx="12"/>
          </p:nvPr>
        </p:nvSpPr>
        <p:spPr/>
        <p:txBody>
          <a:bodyPr/>
          <a:lstStyle/>
          <a:p>
            <a:fld id="{8E565A5E-131F-486C-BEC3-CA739A37F925}"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29841427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8E565A5E-131F-486C-BEC3-CA739A37F925}"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19086125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2"/>
            <a:ext cx="2743200" cy="365125"/>
          </a:xfrm>
          <a:prstGeom prst="rect">
            <a:avLst/>
          </a:prstGeom>
        </p:spPr>
        <p:txBody>
          <a:bodyPr/>
          <a:lstStyle/>
          <a:p>
            <a:endParaRPr lang="en-US" dirty="0">
              <a:solidFill>
                <a:prstClr val="black"/>
              </a:solidFill>
            </a:endParaRPr>
          </a:p>
        </p:txBody>
      </p:sp>
      <p:sp>
        <p:nvSpPr>
          <p:cNvPr id="5" name="Footer Placeholder 4"/>
          <p:cNvSpPr>
            <a:spLocks noGrp="1"/>
          </p:cNvSpPr>
          <p:nvPr>
            <p:ph type="ftr" sz="quarter" idx="11"/>
          </p:nvPr>
        </p:nvSpPr>
        <p:spPr>
          <a:xfrm>
            <a:off x="4038600" y="6356352"/>
            <a:ext cx="4114800" cy="365125"/>
          </a:xfrm>
          <a:prstGeom prst="rect">
            <a:avLst/>
          </a:prstGeom>
        </p:spPr>
        <p:txBody>
          <a:bodyPr/>
          <a:lstStyle/>
          <a:p>
            <a:endParaRPr lang="en-US" dirty="0">
              <a:solidFill>
                <a:prstClr val="black"/>
              </a:solidFill>
            </a:endParaRPr>
          </a:p>
        </p:txBody>
      </p:sp>
      <p:sp>
        <p:nvSpPr>
          <p:cNvPr id="6" name="Slide Number Placeholder 5"/>
          <p:cNvSpPr>
            <a:spLocks noGrp="1"/>
          </p:cNvSpPr>
          <p:nvPr>
            <p:ph type="sldNum" sz="quarter" idx="12"/>
          </p:nvPr>
        </p:nvSpPr>
        <p:spPr/>
        <p:txBody>
          <a:bodyPr/>
          <a:lstStyle/>
          <a:p>
            <a:fld id="{8E565A5E-131F-486C-BEC3-CA739A37F925}"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24578174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2"/>
            <a:ext cx="2743200" cy="365125"/>
          </a:xfrm>
          <a:prstGeom prst="rect">
            <a:avLst/>
          </a:prstGeom>
        </p:spPr>
        <p:txBody>
          <a:bodyPr/>
          <a:lstStyle/>
          <a:p>
            <a:endParaRPr lang="en-US" dirty="0">
              <a:solidFill>
                <a:prstClr val="black"/>
              </a:solidFill>
            </a:endParaRPr>
          </a:p>
        </p:txBody>
      </p:sp>
      <p:sp>
        <p:nvSpPr>
          <p:cNvPr id="6" name="Footer Placeholder 5"/>
          <p:cNvSpPr>
            <a:spLocks noGrp="1"/>
          </p:cNvSpPr>
          <p:nvPr>
            <p:ph type="ftr" sz="quarter" idx="11"/>
          </p:nvPr>
        </p:nvSpPr>
        <p:spPr>
          <a:xfrm>
            <a:off x="4038600" y="6356352"/>
            <a:ext cx="4114800" cy="365125"/>
          </a:xfrm>
          <a:prstGeom prst="rect">
            <a:avLst/>
          </a:prstGeom>
        </p:spPr>
        <p:txBody>
          <a:bodyPr/>
          <a:lstStyle/>
          <a:p>
            <a:endParaRPr lang="en-US" dirty="0">
              <a:solidFill>
                <a:prstClr val="black"/>
              </a:solidFill>
            </a:endParaRPr>
          </a:p>
        </p:txBody>
      </p:sp>
      <p:sp>
        <p:nvSpPr>
          <p:cNvPr id="7" name="Slide Number Placeholder 6"/>
          <p:cNvSpPr>
            <a:spLocks noGrp="1"/>
          </p:cNvSpPr>
          <p:nvPr>
            <p:ph type="sldNum" sz="quarter" idx="12"/>
          </p:nvPr>
        </p:nvSpPr>
        <p:spPr/>
        <p:txBody>
          <a:bodyPr/>
          <a:lstStyle/>
          <a:p>
            <a:fld id="{8E565A5E-131F-486C-BEC3-CA739A37F925}"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35656945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2"/>
            <a:ext cx="2743200" cy="365125"/>
          </a:xfrm>
          <a:prstGeom prst="rect">
            <a:avLst/>
          </a:prstGeom>
        </p:spPr>
        <p:txBody>
          <a:bodyPr/>
          <a:lstStyle/>
          <a:p>
            <a:endParaRPr lang="en-US" dirty="0">
              <a:solidFill>
                <a:prstClr val="black"/>
              </a:solidFill>
            </a:endParaRPr>
          </a:p>
        </p:txBody>
      </p:sp>
      <p:sp>
        <p:nvSpPr>
          <p:cNvPr id="8" name="Footer Placeholder 7"/>
          <p:cNvSpPr>
            <a:spLocks noGrp="1"/>
          </p:cNvSpPr>
          <p:nvPr>
            <p:ph type="ftr" sz="quarter" idx="11"/>
          </p:nvPr>
        </p:nvSpPr>
        <p:spPr>
          <a:xfrm>
            <a:off x="4038600" y="6356352"/>
            <a:ext cx="4114800" cy="365125"/>
          </a:xfrm>
          <a:prstGeom prst="rect">
            <a:avLst/>
          </a:prstGeom>
        </p:spPr>
        <p:txBody>
          <a:bodyPr/>
          <a:lstStyle/>
          <a:p>
            <a:endParaRPr lang="en-US" dirty="0">
              <a:solidFill>
                <a:prstClr val="black"/>
              </a:solidFill>
            </a:endParaRPr>
          </a:p>
        </p:txBody>
      </p:sp>
      <p:sp>
        <p:nvSpPr>
          <p:cNvPr id="9" name="Slide Number Placeholder 8"/>
          <p:cNvSpPr>
            <a:spLocks noGrp="1"/>
          </p:cNvSpPr>
          <p:nvPr>
            <p:ph type="sldNum" sz="quarter" idx="12"/>
          </p:nvPr>
        </p:nvSpPr>
        <p:spPr/>
        <p:txBody>
          <a:bodyPr/>
          <a:lstStyle/>
          <a:p>
            <a:fld id="{8E565A5E-131F-486C-BEC3-CA739A37F925}"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9317651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838200" y="6356352"/>
            <a:ext cx="2743200" cy="365125"/>
          </a:xfrm>
          <a:prstGeom prst="rect">
            <a:avLst/>
          </a:prstGeom>
        </p:spPr>
        <p:txBody>
          <a:bodyPr/>
          <a:lstStyle/>
          <a:p>
            <a:endParaRPr lang="en-US" dirty="0">
              <a:solidFill>
                <a:prstClr val="black"/>
              </a:solidFill>
            </a:endParaRPr>
          </a:p>
        </p:txBody>
      </p:sp>
      <p:sp>
        <p:nvSpPr>
          <p:cNvPr id="4" name="Footer Placeholder 3"/>
          <p:cNvSpPr>
            <a:spLocks noGrp="1"/>
          </p:cNvSpPr>
          <p:nvPr>
            <p:ph type="ftr" sz="quarter" idx="11"/>
          </p:nvPr>
        </p:nvSpPr>
        <p:spPr>
          <a:xfrm>
            <a:off x="4038600" y="6356352"/>
            <a:ext cx="4114800" cy="365125"/>
          </a:xfrm>
          <a:prstGeom prst="rect">
            <a:avLst/>
          </a:prstGeom>
        </p:spPr>
        <p:txBody>
          <a:bodyPr/>
          <a:lstStyle/>
          <a:p>
            <a:endParaRPr lang="en-US" dirty="0">
              <a:solidFill>
                <a:prstClr val="black"/>
              </a:solidFill>
            </a:endParaRPr>
          </a:p>
        </p:txBody>
      </p:sp>
      <p:sp>
        <p:nvSpPr>
          <p:cNvPr id="5" name="Slide Number Placeholder 4"/>
          <p:cNvSpPr>
            <a:spLocks noGrp="1"/>
          </p:cNvSpPr>
          <p:nvPr>
            <p:ph type="sldNum" sz="quarter" idx="12"/>
          </p:nvPr>
        </p:nvSpPr>
        <p:spPr/>
        <p:txBody>
          <a:bodyPr/>
          <a:lstStyle/>
          <a:p>
            <a:fld id="{8E565A5E-131F-486C-BEC3-CA739A37F925}"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30546587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2"/>
            <a:ext cx="2743200" cy="365125"/>
          </a:xfrm>
          <a:prstGeom prst="rect">
            <a:avLst/>
          </a:prstGeom>
        </p:spPr>
        <p:txBody>
          <a:bodyPr/>
          <a:lstStyle/>
          <a:p>
            <a:endParaRPr lang="en-US" dirty="0">
              <a:solidFill>
                <a:prstClr val="black"/>
              </a:solidFill>
            </a:endParaRPr>
          </a:p>
        </p:txBody>
      </p:sp>
      <p:sp>
        <p:nvSpPr>
          <p:cNvPr id="3" name="Footer Placeholder 2"/>
          <p:cNvSpPr>
            <a:spLocks noGrp="1"/>
          </p:cNvSpPr>
          <p:nvPr>
            <p:ph type="ftr" sz="quarter" idx="11"/>
          </p:nvPr>
        </p:nvSpPr>
        <p:spPr>
          <a:xfrm>
            <a:off x="4038600" y="6356352"/>
            <a:ext cx="4114800" cy="365125"/>
          </a:xfrm>
          <a:prstGeom prst="rect">
            <a:avLst/>
          </a:prstGeom>
        </p:spPr>
        <p:txBody>
          <a:bodyPr/>
          <a:lstStyle/>
          <a:p>
            <a:endParaRPr lang="en-US" dirty="0">
              <a:solidFill>
                <a:prstClr val="black"/>
              </a:solidFill>
            </a:endParaRPr>
          </a:p>
        </p:txBody>
      </p:sp>
      <p:sp>
        <p:nvSpPr>
          <p:cNvPr id="4" name="Slide Number Placeholder 3"/>
          <p:cNvSpPr>
            <a:spLocks noGrp="1"/>
          </p:cNvSpPr>
          <p:nvPr>
            <p:ph type="sldNum" sz="quarter" idx="12"/>
          </p:nvPr>
        </p:nvSpPr>
        <p:spPr/>
        <p:txBody>
          <a:bodyPr/>
          <a:lstStyle/>
          <a:p>
            <a:fld id="{8E565A5E-131F-486C-BEC3-CA739A37F925}"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370943190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3_Presentation Title Page-Global">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772234" y="5698378"/>
            <a:ext cx="6647537" cy="1069883"/>
          </a:xfrm>
          <a:prstGeom prst="rect">
            <a:avLst/>
          </a:prstGeom>
        </p:spPr>
      </p:pic>
      <p:sp>
        <p:nvSpPr>
          <p:cNvPr id="6" name="Rectangle 5"/>
          <p:cNvSpPr/>
          <p:nvPr userDrawn="1"/>
        </p:nvSpPr>
        <p:spPr>
          <a:xfrm>
            <a:off x="0" y="1046508"/>
            <a:ext cx="12192000" cy="2631759"/>
          </a:xfrm>
          <a:prstGeom prst="rect">
            <a:avLst/>
          </a:prstGeom>
          <a:solidFill>
            <a:srgbClr val="243E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9585"/>
            <a:endParaRPr lang="en-US" sz="2400" dirty="0">
              <a:solidFill>
                <a:prstClr val="white"/>
              </a:solidFill>
            </a:endParaRPr>
          </a:p>
        </p:txBody>
      </p:sp>
      <p:sp>
        <p:nvSpPr>
          <p:cNvPr id="8" name="Title 1"/>
          <p:cNvSpPr>
            <a:spLocks noGrp="1"/>
          </p:cNvSpPr>
          <p:nvPr>
            <p:ph type="title" hasCustomPrompt="1"/>
          </p:nvPr>
        </p:nvSpPr>
        <p:spPr>
          <a:xfrm>
            <a:off x="609600" y="1294956"/>
            <a:ext cx="10972800" cy="869416"/>
          </a:xfrm>
          <a:prstGeom prst="rect">
            <a:avLst/>
          </a:prstGeom>
        </p:spPr>
        <p:txBody>
          <a:bodyPr anchor="b"/>
          <a:lstStyle>
            <a:lvl1pPr algn="ctr">
              <a:defRPr spc="200">
                <a:solidFill>
                  <a:schemeClr val="bg1"/>
                </a:solidFill>
              </a:defRPr>
            </a:lvl1pPr>
          </a:lstStyle>
          <a:p>
            <a:r>
              <a:rPr lang="en-US" dirty="0"/>
              <a:t>Insert headline here</a:t>
            </a:r>
          </a:p>
        </p:txBody>
      </p:sp>
      <p:sp>
        <p:nvSpPr>
          <p:cNvPr id="9" name="Text Placeholder 5"/>
          <p:cNvSpPr>
            <a:spLocks noGrp="1"/>
          </p:cNvSpPr>
          <p:nvPr>
            <p:ph type="body" sz="quarter" idx="10" hasCustomPrompt="1"/>
          </p:nvPr>
        </p:nvSpPr>
        <p:spPr>
          <a:xfrm>
            <a:off x="609600" y="2197499"/>
            <a:ext cx="10972800" cy="817224"/>
          </a:xfrm>
          <a:prstGeom prst="rect">
            <a:avLst/>
          </a:prstGeom>
        </p:spPr>
        <p:txBody>
          <a:bodyPr/>
          <a:lstStyle>
            <a:lvl1pPr algn="ctr">
              <a:defRPr b="0" i="0" spc="160">
                <a:solidFill>
                  <a:schemeClr val="bg1"/>
                </a:solidFill>
                <a:latin typeface="Verdana"/>
                <a:cs typeface="Verdana"/>
              </a:defRPr>
            </a:lvl1pPr>
          </a:lstStyle>
          <a:p>
            <a:pPr lvl="0"/>
            <a:r>
              <a:rPr lang="en-US" dirty="0"/>
              <a:t>Insert subhead here</a:t>
            </a:r>
          </a:p>
        </p:txBody>
      </p:sp>
    </p:spTree>
    <p:extLst>
      <p:ext uri="{BB962C8B-B14F-4D97-AF65-F5344CB8AC3E}">
        <p14:creationId xmlns:p14="http://schemas.microsoft.com/office/powerpoint/2010/main" val="302013570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Slide Number Placeholder 5"/>
          <p:cNvSpPr>
            <a:spLocks noGrp="1"/>
          </p:cNvSpPr>
          <p:nvPr>
            <p:ph type="sldNum" sz="quarter" idx="12"/>
          </p:nvPr>
        </p:nvSpPr>
        <p:spPr/>
        <p:txBody>
          <a:bodyPr/>
          <a:lstStyle/>
          <a:p>
            <a:fld id="{6BD0D143-8E97-0D42-B378-8B0D45EF990D}" type="slidenum">
              <a:rPr lang="en-US" smtClean="0"/>
              <a:pPr/>
              <a:t>‹#›</a:t>
            </a:fld>
            <a:endParaRPr lang="en-US" dirty="0"/>
          </a:p>
        </p:txBody>
      </p:sp>
    </p:spTree>
    <p:extLst>
      <p:ext uri="{BB962C8B-B14F-4D97-AF65-F5344CB8AC3E}">
        <p14:creationId xmlns:p14="http://schemas.microsoft.com/office/powerpoint/2010/main" val="3361842886"/>
      </p:ext>
    </p:extLst>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8E565A5E-131F-486C-BEC3-CA739A37F925}"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39633789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2"/>
            <a:ext cx="2743200" cy="365125"/>
          </a:xfrm>
          <a:prstGeom prst="rect">
            <a:avLst/>
          </a:prstGeom>
        </p:spPr>
        <p:txBody>
          <a:bodyPr/>
          <a:lstStyle/>
          <a:p>
            <a:endParaRPr lang="en-US" dirty="0">
              <a:solidFill>
                <a:prstClr val="black"/>
              </a:solidFill>
            </a:endParaRPr>
          </a:p>
        </p:txBody>
      </p:sp>
      <p:sp>
        <p:nvSpPr>
          <p:cNvPr id="5" name="Footer Placeholder 4"/>
          <p:cNvSpPr>
            <a:spLocks noGrp="1"/>
          </p:cNvSpPr>
          <p:nvPr>
            <p:ph type="ftr" sz="quarter" idx="11"/>
          </p:nvPr>
        </p:nvSpPr>
        <p:spPr>
          <a:xfrm>
            <a:off x="4038600" y="6356352"/>
            <a:ext cx="4114800" cy="365125"/>
          </a:xfrm>
          <a:prstGeom prst="rect">
            <a:avLst/>
          </a:prstGeom>
        </p:spPr>
        <p:txBody>
          <a:bodyPr/>
          <a:lstStyle/>
          <a:p>
            <a:endParaRPr lang="en-US" dirty="0">
              <a:solidFill>
                <a:prstClr val="black"/>
              </a:solidFill>
            </a:endParaRPr>
          </a:p>
        </p:txBody>
      </p:sp>
      <p:sp>
        <p:nvSpPr>
          <p:cNvPr id="6" name="Slide Number Placeholder 5"/>
          <p:cNvSpPr>
            <a:spLocks noGrp="1"/>
          </p:cNvSpPr>
          <p:nvPr>
            <p:ph type="sldNum" sz="quarter" idx="12"/>
          </p:nvPr>
        </p:nvSpPr>
        <p:spPr/>
        <p:txBody>
          <a:bodyPr/>
          <a:lstStyle/>
          <a:p>
            <a:fld id="{6BD0D143-8E97-0D42-B378-8B0D45EF990D}" type="slidenum">
              <a:rPr lang="en-US" smtClean="0"/>
              <a:pPr/>
              <a:t>‹#›</a:t>
            </a:fld>
            <a:endParaRPr lang="en-US" dirty="0"/>
          </a:p>
        </p:txBody>
      </p:sp>
    </p:spTree>
    <p:extLst>
      <p:ext uri="{BB962C8B-B14F-4D97-AF65-F5344CB8AC3E}">
        <p14:creationId xmlns:p14="http://schemas.microsoft.com/office/powerpoint/2010/main" val="3368217104"/>
      </p:ext>
    </p:extLst>
  </p:cSld>
  <p:clrMapOvr>
    <a:masterClrMapping/>
  </p:clrMapOvr>
  <p:hf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2"/>
            <a:ext cx="2743200" cy="365125"/>
          </a:xfrm>
          <a:prstGeom prst="rect">
            <a:avLst/>
          </a:prstGeom>
        </p:spPr>
        <p:txBody>
          <a:bodyPr/>
          <a:lstStyle/>
          <a:p>
            <a:endParaRPr lang="en-US" dirty="0">
              <a:solidFill>
                <a:prstClr val="black"/>
              </a:solidFill>
            </a:endParaRPr>
          </a:p>
        </p:txBody>
      </p:sp>
      <p:sp>
        <p:nvSpPr>
          <p:cNvPr id="6" name="Footer Placeholder 5"/>
          <p:cNvSpPr>
            <a:spLocks noGrp="1"/>
          </p:cNvSpPr>
          <p:nvPr>
            <p:ph type="ftr" sz="quarter" idx="11"/>
          </p:nvPr>
        </p:nvSpPr>
        <p:spPr>
          <a:xfrm>
            <a:off x="4038600" y="6356352"/>
            <a:ext cx="4114800" cy="365125"/>
          </a:xfrm>
          <a:prstGeom prst="rect">
            <a:avLst/>
          </a:prstGeom>
        </p:spPr>
        <p:txBody>
          <a:bodyPr/>
          <a:lstStyle/>
          <a:p>
            <a:endParaRPr lang="en-US" dirty="0">
              <a:solidFill>
                <a:prstClr val="black"/>
              </a:solidFill>
            </a:endParaRPr>
          </a:p>
        </p:txBody>
      </p:sp>
      <p:sp>
        <p:nvSpPr>
          <p:cNvPr id="7" name="Slide Number Placeholder 6"/>
          <p:cNvSpPr>
            <a:spLocks noGrp="1"/>
          </p:cNvSpPr>
          <p:nvPr>
            <p:ph type="sldNum" sz="quarter" idx="12"/>
          </p:nvPr>
        </p:nvSpPr>
        <p:spPr/>
        <p:txBody>
          <a:bodyPr/>
          <a:lstStyle/>
          <a:p>
            <a:fld id="{6BD0D143-8E97-0D42-B378-8B0D45EF990D}" type="slidenum">
              <a:rPr lang="en-US" smtClean="0"/>
              <a:pPr/>
              <a:t>‹#›</a:t>
            </a:fld>
            <a:endParaRPr lang="en-US" dirty="0"/>
          </a:p>
        </p:txBody>
      </p:sp>
    </p:spTree>
    <p:extLst>
      <p:ext uri="{BB962C8B-B14F-4D97-AF65-F5344CB8AC3E}">
        <p14:creationId xmlns:p14="http://schemas.microsoft.com/office/powerpoint/2010/main" val="489984037"/>
      </p:ext>
    </p:extLst>
  </p:cSld>
  <p:clrMapOvr>
    <a:masterClrMapping/>
  </p:clrMapOvr>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2"/>
            <a:ext cx="2743200" cy="365125"/>
          </a:xfrm>
          <a:prstGeom prst="rect">
            <a:avLst/>
          </a:prstGeom>
        </p:spPr>
        <p:txBody>
          <a:bodyPr/>
          <a:lstStyle/>
          <a:p>
            <a:endParaRPr lang="en-US" dirty="0">
              <a:solidFill>
                <a:prstClr val="black"/>
              </a:solidFill>
            </a:endParaRPr>
          </a:p>
        </p:txBody>
      </p:sp>
      <p:sp>
        <p:nvSpPr>
          <p:cNvPr id="8" name="Footer Placeholder 7"/>
          <p:cNvSpPr>
            <a:spLocks noGrp="1"/>
          </p:cNvSpPr>
          <p:nvPr>
            <p:ph type="ftr" sz="quarter" idx="11"/>
          </p:nvPr>
        </p:nvSpPr>
        <p:spPr>
          <a:xfrm>
            <a:off x="4038600" y="6356352"/>
            <a:ext cx="4114800" cy="365125"/>
          </a:xfrm>
          <a:prstGeom prst="rect">
            <a:avLst/>
          </a:prstGeom>
        </p:spPr>
        <p:txBody>
          <a:bodyPr/>
          <a:lstStyle/>
          <a:p>
            <a:endParaRPr lang="en-US" dirty="0">
              <a:solidFill>
                <a:prstClr val="black"/>
              </a:solidFill>
            </a:endParaRPr>
          </a:p>
        </p:txBody>
      </p:sp>
      <p:sp>
        <p:nvSpPr>
          <p:cNvPr id="9" name="Slide Number Placeholder 8"/>
          <p:cNvSpPr>
            <a:spLocks noGrp="1"/>
          </p:cNvSpPr>
          <p:nvPr>
            <p:ph type="sldNum" sz="quarter" idx="12"/>
          </p:nvPr>
        </p:nvSpPr>
        <p:spPr/>
        <p:txBody>
          <a:bodyPr/>
          <a:lstStyle/>
          <a:p>
            <a:fld id="{6BD0D143-8E97-0D42-B378-8B0D45EF990D}" type="slidenum">
              <a:rPr lang="en-US" smtClean="0"/>
              <a:pPr/>
              <a:t>‹#›</a:t>
            </a:fld>
            <a:endParaRPr lang="en-US" dirty="0"/>
          </a:p>
        </p:txBody>
      </p:sp>
    </p:spTree>
    <p:extLst>
      <p:ext uri="{BB962C8B-B14F-4D97-AF65-F5344CB8AC3E}">
        <p14:creationId xmlns:p14="http://schemas.microsoft.com/office/powerpoint/2010/main" val="1359148854"/>
      </p:ext>
    </p:extLst>
  </p:cSld>
  <p:clrMapOvr>
    <a:masterClrMapping/>
  </p:clrMapOvr>
  <p:hf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838200" y="6356352"/>
            <a:ext cx="2743200" cy="365125"/>
          </a:xfrm>
          <a:prstGeom prst="rect">
            <a:avLst/>
          </a:prstGeom>
        </p:spPr>
        <p:txBody>
          <a:bodyPr/>
          <a:lstStyle/>
          <a:p>
            <a:endParaRPr lang="en-US" dirty="0">
              <a:solidFill>
                <a:prstClr val="black"/>
              </a:solidFill>
            </a:endParaRPr>
          </a:p>
        </p:txBody>
      </p:sp>
      <p:sp>
        <p:nvSpPr>
          <p:cNvPr id="4" name="Footer Placeholder 3"/>
          <p:cNvSpPr>
            <a:spLocks noGrp="1"/>
          </p:cNvSpPr>
          <p:nvPr>
            <p:ph type="ftr" sz="quarter" idx="11"/>
          </p:nvPr>
        </p:nvSpPr>
        <p:spPr>
          <a:xfrm>
            <a:off x="4038600" y="6356352"/>
            <a:ext cx="4114800" cy="365125"/>
          </a:xfrm>
          <a:prstGeom prst="rect">
            <a:avLst/>
          </a:prstGeom>
        </p:spPr>
        <p:txBody>
          <a:bodyPr/>
          <a:lstStyle/>
          <a:p>
            <a:endParaRPr lang="en-US" dirty="0">
              <a:solidFill>
                <a:prstClr val="black"/>
              </a:solidFill>
            </a:endParaRPr>
          </a:p>
        </p:txBody>
      </p:sp>
      <p:sp>
        <p:nvSpPr>
          <p:cNvPr id="5" name="Slide Number Placeholder 4"/>
          <p:cNvSpPr>
            <a:spLocks noGrp="1"/>
          </p:cNvSpPr>
          <p:nvPr>
            <p:ph type="sldNum" sz="quarter" idx="12"/>
          </p:nvPr>
        </p:nvSpPr>
        <p:spPr/>
        <p:txBody>
          <a:bodyPr/>
          <a:lstStyle/>
          <a:p>
            <a:fld id="{8E565A5E-131F-486C-BEC3-CA739A37F925}"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28807687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2"/>
            <a:ext cx="2743200" cy="365125"/>
          </a:xfrm>
          <a:prstGeom prst="rect">
            <a:avLst/>
          </a:prstGeom>
        </p:spPr>
        <p:txBody>
          <a:bodyPr/>
          <a:lstStyle/>
          <a:p>
            <a:endParaRPr lang="en-US" dirty="0">
              <a:solidFill>
                <a:prstClr val="black"/>
              </a:solidFill>
            </a:endParaRPr>
          </a:p>
        </p:txBody>
      </p:sp>
      <p:sp>
        <p:nvSpPr>
          <p:cNvPr id="3" name="Footer Placeholder 2"/>
          <p:cNvSpPr>
            <a:spLocks noGrp="1"/>
          </p:cNvSpPr>
          <p:nvPr>
            <p:ph type="ftr" sz="quarter" idx="11"/>
          </p:nvPr>
        </p:nvSpPr>
        <p:spPr>
          <a:xfrm>
            <a:off x="4038600" y="6356352"/>
            <a:ext cx="4114800" cy="365125"/>
          </a:xfrm>
          <a:prstGeom prst="rect">
            <a:avLst/>
          </a:prstGeom>
        </p:spPr>
        <p:txBody>
          <a:bodyPr/>
          <a:lstStyle/>
          <a:p>
            <a:endParaRPr lang="en-US" dirty="0">
              <a:solidFill>
                <a:prstClr val="black"/>
              </a:solidFill>
            </a:endParaRPr>
          </a:p>
        </p:txBody>
      </p:sp>
      <p:sp>
        <p:nvSpPr>
          <p:cNvPr id="4" name="Slide Number Placeholder 3"/>
          <p:cNvSpPr>
            <a:spLocks noGrp="1"/>
          </p:cNvSpPr>
          <p:nvPr>
            <p:ph type="sldNum" sz="quarter" idx="12"/>
          </p:nvPr>
        </p:nvSpPr>
        <p:spPr/>
        <p:txBody>
          <a:bodyPr/>
          <a:lstStyle/>
          <a:p>
            <a:fld id="{8E565A5E-131F-486C-BEC3-CA739A37F925}"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420830160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3_Presentation Title Page-Global">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72234" y="5698378"/>
            <a:ext cx="6647537" cy="1069883"/>
          </a:xfrm>
          <a:prstGeom prst="rect">
            <a:avLst/>
          </a:prstGeom>
        </p:spPr>
      </p:pic>
      <p:sp>
        <p:nvSpPr>
          <p:cNvPr id="6" name="Rectangle 5"/>
          <p:cNvSpPr/>
          <p:nvPr/>
        </p:nvSpPr>
        <p:spPr>
          <a:xfrm>
            <a:off x="0" y="1046508"/>
            <a:ext cx="12192000" cy="2631759"/>
          </a:xfrm>
          <a:prstGeom prst="rect">
            <a:avLst/>
          </a:prstGeom>
          <a:solidFill>
            <a:srgbClr val="243E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9585"/>
            <a:endParaRPr lang="en-US" sz="2400" dirty="0">
              <a:solidFill>
                <a:prstClr val="white"/>
              </a:solidFill>
            </a:endParaRPr>
          </a:p>
        </p:txBody>
      </p:sp>
      <p:sp>
        <p:nvSpPr>
          <p:cNvPr id="8" name="Title 1"/>
          <p:cNvSpPr>
            <a:spLocks noGrp="1"/>
          </p:cNvSpPr>
          <p:nvPr>
            <p:ph type="title" hasCustomPrompt="1"/>
          </p:nvPr>
        </p:nvSpPr>
        <p:spPr>
          <a:xfrm>
            <a:off x="609600" y="1294956"/>
            <a:ext cx="10972800" cy="869416"/>
          </a:xfrm>
          <a:prstGeom prst="rect">
            <a:avLst/>
          </a:prstGeom>
        </p:spPr>
        <p:txBody>
          <a:bodyPr anchor="b"/>
          <a:lstStyle>
            <a:lvl1pPr algn="ctr">
              <a:defRPr spc="200">
                <a:solidFill>
                  <a:schemeClr val="bg1"/>
                </a:solidFill>
              </a:defRPr>
            </a:lvl1pPr>
          </a:lstStyle>
          <a:p>
            <a:r>
              <a:rPr lang="en-US" dirty="0"/>
              <a:t>Insert headline here</a:t>
            </a:r>
          </a:p>
        </p:txBody>
      </p:sp>
      <p:sp>
        <p:nvSpPr>
          <p:cNvPr id="9" name="Text Placeholder 5"/>
          <p:cNvSpPr>
            <a:spLocks noGrp="1"/>
          </p:cNvSpPr>
          <p:nvPr>
            <p:ph type="body" sz="quarter" idx="10" hasCustomPrompt="1"/>
          </p:nvPr>
        </p:nvSpPr>
        <p:spPr>
          <a:xfrm>
            <a:off x="609600" y="2197499"/>
            <a:ext cx="10972800" cy="817224"/>
          </a:xfrm>
          <a:prstGeom prst="rect">
            <a:avLst/>
          </a:prstGeom>
        </p:spPr>
        <p:txBody>
          <a:bodyPr/>
          <a:lstStyle>
            <a:lvl1pPr algn="ctr">
              <a:defRPr b="0" i="0" spc="160">
                <a:solidFill>
                  <a:schemeClr val="bg1"/>
                </a:solidFill>
                <a:latin typeface="Verdana"/>
                <a:cs typeface="Verdana"/>
              </a:defRPr>
            </a:lvl1pPr>
          </a:lstStyle>
          <a:p>
            <a:pPr lvl="0"/>
            <a:r>
              <a:rPr lang="en-US" dirty="0"/>
              <a:t>Insert subhead here</a:t>
            </a:r>
          </a:p>
        </p:txBody>
      </p:sp>
    </p:spTree>
    <p:extLst>
      <p:ext uri="{BB962C8B-B14F-4D97-AF65-F5344CB8AC3E}">
        <p14:creationId xmlns:p14="http://schemas.microsoft.com/office/powerpoint/2010/main" val="1107601242"/>
      </p:ext>
    </p:extLst>
  </p:cSld>
  <p:clrMapOvr>
    <a:masterClrMapping/>
  </p:clrMapOvr>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Content">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Click to edit Master title style</a:t>
            </a:r>
          </a:p>
        </p:txBody>
      </p:sp>
      <p:sp>
        <p:nvSpPr>
          <p:cNvPr id="5" name="Content Placeholder 4"/>
          <p:cNvSpPr>
            <a:spLocks noGrp="1"/>
          </p:cNvSpPr>
          <p:nvPr>
            <p:ph sz="quarter" idx="15"/>
          </p:nvPr>
        </p:nvSpPr>
        <p:spPr>
          <a:xfrm>
            <a:off x="446035" y="1123952"/>
            <a:ext cx="11298767" cy="4684713"/>
          </a:xfrm>
        </p:spPr>
        <p:txBody>
          <a:bodyPr/>
          <a:lstStyle>
            <a:lvl1pPr>
              <a:defRPr spc="0"/>
            </a:lvl1pPr>
            <a:lvl2pPr>
              <a:defRPr spc="0"/>
            </a:lvl2pPr>
            <a:lvl3pPr>
              <a:defRPr spc="0"/>
            </a:lvl3pPr>
            <a:lvl4pPr>
              <a:defRPr spc="0"/>
            </a:lvl4pPr>
            <a:lvl5pPr>
              <a:defRPr spc="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4"/>
          </p:nvPr>
        </p:nvSpPr>
        <p:spPr>
          <a:xfrm>
            <a:off x="9091419" y="6375136"/>
            <a:ext cx="2654548" cy="365125"/>
          </a:xfrm>
          <a:prstGeom prst="rect">
            <a:avLst/>
          </a:prstGeom>
        </p:spPr>
        <p:txBody>
          <a:bodyPr vert="horz" lIns="91440" tIns="45720" rIns="91440" bIns="45720" rtlCol="0" anchor="ctr"/>
          <a:lstStyle>
            <a:lvl1pPr algn="r">
              <a:defRPr sz="1067" kern="1000" spc="200">
                <a:solidFill>
                  <a:srgbClr val="676A6C"/>
                </a:solidFill>
                <a:latin typeface="Verdana"/>
                <a:cs typeface="Verdana"/>
              </a:defRPr>
            </a:lvl1pPr>
          </a:lstStyle>
          <a:p>
            <a:fld id="{6BD0D143-8E97-0D42-B378-8B0D45EF990D}" type="slidenum">
              <a:rPr lang="en-US" smtClean="0"/>
              <a:pPr/>
              <a:t>‹#›</a:t>
            </a:fld>
            <a:endParaRPr lang="en-US" dirty="0"/>
          </a:p>
        </p:txBody>
      </p:sp>
    </p:spTree>
    <p:extLst>
      <p:ext uri="{BB962C8B-B14F-4D97-AF65-F5344CB8AC3E}">
        <p14:creationId xmlns:p14="http://schemas.microsoft.com/office/powerpoint/2010/main" val="31889960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efin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27233" y="200740"/>
            <a:ext cx="6641387" cy="847224"/>
          </a:xfrm>
          <a:prstGeom prst="rect">
            <a:avLst/>
          </a:prstGeom>
        </p:spPr>
        <p:txBody>
          <a:bodyPr/>
          <a:lstStyle>
            <a:lvl1pPr>
              <a:defRPr sz="2400"/>
            </a:lvl1pPr>
          </a:lstStyle>
          <a:p>
            <a:r>
              <a:rPr lang="en-US" dirty="0"/>
              <a:t>Click to edit Master title style</a:t>
            </a:r>
            <a:br>
              <a:rPr lang="en-US" dirty="0"/>
            </a:br>
            <a:endParaRPr lang="en-US" dirty="0"/>
          </a:p>
        </p:txBody>
      </p:sp>
      <p:sp>
        <p:nvSpPr>
          <p:cNvPr id="3" name="Slide Number Placeholder 2"/>
          <p:cNvSpPr>
            <a:spLocks noGrp="1"/>
          </p:cNvSpPr>
          <p:nvPr>
            <p:ph type="sldNum" sz="quarter" idx="10"/>
          </p:nvPr>
        </p:nvSpPr>
        <p:spPr/>
        <p:txBody>
          <a:bodyPr/>
          <a:lstStyle/>
          <a:p>
            <a:fld id="{8E565A5E-131F-486C-BEC3-CA739A37F925}" type="slidenum">
              <a:rPr lang="en-US" smtClean="0"/>
              <a:pPr/>
              <a:t>‹#›</a:t>
            </a:fld>
            <a:endParaRPr lang="en-US" dirty="0"/>
          </a:p>
        </p:txBody>
      </p:sp>
    </p:spTree>
    <p:extLst>
      <p:ext uri="{BB962C8B-B14F-4D97-AF65-F5344CB8AC3E}">
        <p14:creationId xmlns:p14="http://schemas.microsoft.com/office/powerpoint/2010/main" val="323576977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65591" y="201183"/>
            <a:ext cx="10515600" cy="995915"/>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375865" y="1825625"/>
            <a:ext cx="11407983"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8E565A5E-131F-486C-BEC3-CA739A37F925}"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267725319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efin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27233" y="200740"/>
            <a:ext cx="6641387" cy="847224"/>
          </a:xfrm>
          <a:prstGeom prst="rect">
            <a:avLst/>
          </a:prstGeom>
        </p:spPr>
        <p:txBody>
          <a:bodyPr/>
          <a:lstStyle>
            <a:lvl1pPr>
              <a:defRPr sz="2400"/>
            </a:lvl1pPr>
          </a:lstStyle>
          <a:p>
            <a:r>
              <a:rPr lang="en-US" dirty="0"/>
              <a:t>Click to edit Master title style</a:t>
            </a:r>
            <a:br>
              <a:rPr lang="en-US" dirty="0"/>
            </a:br>
            <a:endParaRPr lang="en-US" dirty="0"/>
          </a:p>
        </p:txBody>
      </p:sp>
      <p:sp>
        <p:nvSpPr>
          <p:cNvPr id="3" name="Slide Number Placeholder 2"/>
          <p:cNvSpPr>
            <a:spLocks noGrp="1"/>
          </p:cNvSpPr>
          <p:nvPr>
            <p:ph type="sldNum" sz="quarter" idx="10"/>
          </p:nvPr>
        </p:nvSpPr>
        <p:spPr/>
        <p:txBody>
          <a:bodyPr/>
          <a:lstStyle/>
          <a:p>
            <a:fld id="{8E565A5E-131F-486C-BEC3-CA739A37F925}" type="slidenum">
              <a:rPr lang="en-US" smtClean="0"/>
              <a:pPr/>
              <a:t>‹#›</a:t>
            </a:fld>
            <a:endParaRPr lang="en-US" dirty="0"/>
          </a:p>
        </p:txBody>
      </p:sp>
    </p:spTree>
    <p:extLst>
      <p:ext uri="{BB962C8B-B14F-4D97-AF65-F5344CB8AC3E}">
        <p14:creationId xmlns:p14="http://schemas.microsoft.com/office/powerpoint/2010/main" val="16016927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Analyz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27233" y="200740"/>
            <a:ext cx="6641387" cy="847224"/>
          </a:xfrm>
          <a:prstGeom prst="rect">
            <a:avLst/>
          </a:prstGeom>
        </p:spPr>
        <p:txBody>
          <a:bodyPr/>
          <a:lstStyle>
            <a:lvl1pPr>
              <a:defRPr sz="2400"/>
            </a:lvl1pPr>
          </a:lstStyle>
          <a:p>
            <a:r>
              <a:rPr lang="en-US" dirty="0"/>
              <a:t>Click to edit Master title style</a:t>
            </a:r>
            <a:br>
              <a:rPr lang="en-US" dirty="0"/>
            </a:br>
            <a:endParaRPr lang="en-US" dirty="0"/>
          </a:p>
        </p:txBody>
      </p:sp>
      <p:sp>
        <p:nvSpPr>
          <p:cNvPr id="3" name="Slide Number Placeholder 2"/>
          <p:cNvSpPr>
            <a:spLocks noGrp="1"/>
          </p:cNvSpPr>
          <p:nvPr>
            <p:ph type="sldNum" sz="quarter" idx="10"/>
          </p:nvPr>
        </p:nvSpPr>
        <p:spPr/>
        <p:txBody>
          <a:bodyPr/>
          <a:lstStyle/>
          <a:p>
            <a:fld id="{8E565A5E-131F-486C-BEC3-CA739A37F925}" type="slidenum">
              <a:rPr lang="en-US" smtClean="0"/>
              <a:pPr/>
              <a:t>‹#›</a:t>
            </a:fld>
            <a:endParaRPr lang="en-US" dirty="0"/>
          </a:p>
        </p:txBody>
      </p:sp>
    </p:spTree>
    <p:extLst>
      <p:ext uri="{BB962C8B-B14F-4D97-AF65-F5344CB8AC3E}">
        <p14:creationId xmlns:p14="http://schemas.microsoft.com/office/powerpoint/2010/main" val="101102765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Measur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27233" y="200740"/>
            <a:ext cx="6641387" cy="847224"/>
          </a:xfrm>
          <a:prstGeom prst="rect">
            <a:avLst/>
          </a:prstGeom>
        </p:spPr>
        <p:txBody>
          <a:bodyPr/>
          <a:lstStyle>
            <a:lvl1pPr>
              <a:defRPr sz="2400"/>
            </a:lvl1pPr>
          </a:lstStyle>
          <a:p>
            <a:r>
              <a:rPr lang="en-US"/>
              <a:t>Click to edit Master title style</a:t>
            </a:r>
            <a:br>
              <a:rPr lang="en-US"/>
            </a:br>
            <a:endParaRPr lang="en-US"/>
          </a:p>
        </p:txBody>
      </p:sp>
      <p:sp>
        <p:nvSpPr>
          <p:cNvPr id="3" name="Slide Number Placeholder 2"/>
          <p:cNvSpPr>
            <a:spLocks noGrp="1"/>
          </p:cNvSpPr>
          <p:nvPr>
            <p:ph type="sldNum" sz="quarter" idx="10"/>
          </p:nvPr>
        </p:nvSpPr>
        <p:spPr/>
        <p:txBody>
          <a:bodyPr/>
          <a:lstStyle/>
          <a:p>
            <a:fld id="{8E565A5E-131F-486C-BEC3-CA739A37F925}" type="slidenum">
              <a:rPr lang="en-US" smtClean="0"/>
              <a:pPr/>
              <a:t>‹#›</a:t>
            </a:fld>
            <a:endParaRPr lang="en-US" dirty="0"/>
          </a:p>
        </p:txBody>
      </p:sp>
    </p:spTree>
    <p:extLst>
      <p:ext uri="{BB962C8B-B14F-4D97-AF65-F5344CB8AC3E}">
        <p14:creationId xmlns:p14="http://schemas.microsoft.com/office/powerpoint/2010/main" val="342268552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Measur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27233" y="200740"/>
            <a:ext cx="6641387" cy="847224"/>
          </a:xfrm>
          <a:prstGeom prst="rect">
            <a:avLst/>
          </a:prstGeom>
        </p:spPr>
        <p:txBody>
          <a:bodyPr/>
          <a:lstStyle>
            <a:lvl1pPr>
              <a:defRPr sz="2400"/>
            </a:lvl1pPr>
          </a:lstStyle>
          <a:p>
            <a:r>
              <a:rPr lang="en-US" dirty="0"/>
              <a:t>Click to edit Master title style</a:t>
            </a:r>
            <a:br>
              <a:rPr lang="en-US" dirty="0"/>
            </a:br>
            <a:endParaRPr lang="en-US" dirty="0"/>
          </a:p>
        </p:txBody>
      </p:sp>
      <p:sp>
        <p:nvSpPr>
          <p:cNvPr id="3" name="Slide Number Placeholder 2"/>
          <p:cNvSpPr>
            <a:spLocks noGrp="1"/>
          </p:cNvSpPr>
          <p:nvPr>
            <p:ph type="sldNum" sz="quarter" idx="10"/>
          </p:nvPr>
        </p:nvSpPr>
        <p:spPr/>
        <p:txBody>
          <a:bodyPr/>
          <a:lstStyle/>
          <a:p>
            <a:fld id="{8E565A5E-131F-486C-BEC3-CA739A37F925}" type="slidenum">
              <a:rPr lang="en-US" smtClean="0"/>
              <a:pPr/>
              <a:t>‹#›</a:t>
            </a:fld>
            <a:endParaRPr lang="en-US" dirty="0"/>
          </a:p>
        </p:txBody>
      </p:sp>
    </p:spTree>
    <p:extLst>
      <p:ext uri="{BB962C8B-B14F-4D97-AF65-F5344CB8AC3E}">
        <p14:creationId xmlns:p14="http://schemas.microsoft.com/office/powerpoint/2010/main" val="304450709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609600" y="6356351"/>
            <a:ext cx="2844800" cy="365125"/>
          </a:xfrm>
          <a:prstGeom prst="rect">
            <a:avLst/>
          </a:prstGeom>
        </p:spPr>
        <p:txBody>
          <a:bodyPr/>
          <a:lstStyle/>
          <a:p>
            <a:fld id="{2520129C-4C49-44A0-BF08-EE82FF2480A6}" type="datetimeFigureOut">
              <a:rPr lang="en-US" smtClean="0">
                <a:solidFill>
                  <a:prstClr val="black">
                    <a:tint val="75000"/>
                  </a:prstClr>
                </a:solidFill>
              </a:rPr>
              <a:pPr/>
              <a:t>6/18/2026</a:t>
            </a:fld>
            <a:endParaRPr lang="en-US" dirty="0">
              <a:solidFill>
                <a:prstClr val="black">
                  <a:tint val="75000"/>
                </a:prstClr>
              </a:solidFill>
            </a:endParaRPr>
          </a:p>
        </p:txBody>
      </p:sp>
      <p:sp>
        <p:nvSpPr>
          <p:cNvPr id="5" name="Footer Placeholder 4"/>
          <p:cNvSpPr>
            <a:spLocks noGrp="1"/>
          </p:cNvSpPr>
          <p:nvPr>
            <p:ph type="ftr" sz="quarter" idx="11"/>
          </p:nvPr>
        </p:nvSpPr>
        <p:spPr>
          <a:xfrm>
            <a:off x="4165600" y="6356351"/>
            <a:ext cx="3860800" cy="365125"/>
          </a:xfrm>
          <a:prstGeom prst="rect">
            <a:avLst/>
          </a:prstGeom>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a:xfrm>
            <a:off x="8737600" y="6356351"/>
            <a:ext cx="2844800" cy="365125"/>
          </a:xfrm>
          <a:prstGeom prst="rect">
            <a:avLst/>
          </a:prstGeom>
        </p:spPr>
        <p:txBody>
          <a:bodyPr/>
          <a:lstStyle/>
          <a:p>
            <a:fld id="{5B0C3889-3F15-4F24-BE6A-7A63FF5A6D1D}"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39843984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Analyz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27233" y="200740"/>
            <a:ext cx="6641387" cy="847224"/>
          </a:xfrm>
          <a:prstGeom prst="rect">
            <a:avLst/>
          </a:prstGeom>
        </p:spPr>
        <p:txBody>
          <a:bodyPr/>
          <a:lstStyle>
            <a:lvl1pPr>
              <a:defRPr sz="2400"/>
            </a:lvl1pPr>
          </a:lstStyle>
          <a:p>
            <a:r>
              <a:rPr lang="en-US" dirty="0"/>
              <a:t>Click to edit Master title style</a:t>
            </a:r>
            <a:br>
              <a:rPr lang="en-US" dirty="0"/>
            </a:br>
            <a:endParaRPr lang="en-US" dirty="0"/>
          </a:p>
        </p:txBody>
      </p:sp>
      <p:sp>
        <p:nvSpPr>
          <p:cNvPr id="3" name="Slide Number Placeholder 2"/>
          <p:cNvSpPr>
            <a:spLocks noGrp="1"/>
          </p:cNvSpPr>
          <p:nvPr>
            <p:ph type="sldNum" sz="quarter" idx="10"/>
          </p:nvPr>
        </p:nvSpPr>
        <p:spPr/>
        <p:txBody>
          <a:bodyPr/>
          <a:lstStyle/>
          <a:p>
            <a:fld id="{8E565A5E-131F-486C-BEC3-CA739A37F925}" type="slidenum">
              <a:rPr lang="en-US" smtClean="0"/>
              <a:pPr/>
              <a:t>‹#›</a:t>
            </a:fld>
            <a:endParaRPr lang="en-US" dirty="0"/>
          </a:p>
        </p:txBody>
      </p:sp>
    </p:spTree>
    <p:extLst>
      <p:ext uri="{BB962C8B-B14F-4D97-AF65-F5344CB8AC3E}">
        <p14:creationId xmlns:p14="http://schemas.microsoft.com/office/powerpoint/2010/main" val="225864355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Slide Number Placeholder 5"/>
          <p:cNvSpPr>
            <a:spLocks noGrp="1"/>
          </p:cNvSpPr>
          <p:nvPr>
            <p:ph type="sldNum" sz="quarter" idx="12"/>
          </p:nvPr>
        </p:nvSpPr>
        <p:spPr/>
        <p:txBody>
          <a:bodyPr/>
          <a:lstStyle/>
          <a:p>
            <a:fld id="{8E565A5E-131F-486C-BEC3-CA739A37F925}"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43159893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8E565A5E-131F-486C-BEC3-CA739A37F925}"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360844749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2"/>
            <a:ext cx="2743200" cy="365125"/>
          </a:xfrm>
          <a:prstGeom prst="rect">
            <a:avLst/>
          </a:prstGeom>
        </p:spPr>
        <p:txBody>
          <a:bodyPr/>
          <a:lstStyle/>
          <a:p>
            <a:endParaRPr lang="en-US" dirty="0">
              <a:solidFill>
                <a:prstClr val="black"/>
              </a:solidFill>
            </a:endParaRPr>
          </a:p>
        </p:txBody>
      </p:sp>
      <p:sp>
        <p:nvSpPr>
          <p:cNvPr id="5" name="Footer Placeholder 4"/>
          <p:cNvSpPr>
            <a:spLocks noGrp="1"/>
          </p:cNvSpPr>
          <p:nvPr>
            <p:ph type="ftr" sz="quarter" idx="11"/>
          </p:nvPr>
        </p:nvSpPr>
        <p:spPr>
          <a:xfrm>
            <a:off x="4038600" y="6356352"/>
            <a:ext cx="4114800" cy="365125"/>
          </a:xfrm>
          <a:prstGeom prst="rect">
            <a:avLst/>
          </a:prstGeom>
        </p:spPr>
        <p:txBody>
          <a:bodyPr/>
          <a:lstStyle/>
          <a:p>
            <a:endParaRPr lang="en-US" dirty="0">
              <a:solidFill>
                <a:prstClr val="black"/>
              </a:solidFill>
            </a:endParaRPr>
          </a:p>
        </p:txBody>
      </p:sp>
      <p:sp>
        <p:nvSpPr>
          <p:cNvPr id="6" name="Slide Number Placeholder 5"/>
          <p:cNvSpPr>
            <a:spLocks noGrp="1"/>
          </p:cNvSpPr>
          <p:nvPr>
            <p:ph type="sldNum" sz="quarter" idx="12"/>
          </p:nvPr>
        </p:nvSpPr>
        <p:spPr/>
        <p:txBody>
          <a:bodyPr/>
          <a:lstStyle/>
          <a:p>
            <a:fld id="{8E565A5E-131F-486C-BEC3-CA739A37F925}"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91771265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2"/>
            <a:ext cx="2743200" cy="365125"/>
          </a:xfrm>
          <a:prstGeom prst="rect">
            <a:avLst/>
          </a:prstGeom>
        </p:spPr>
        <p:txBody>
          <a:bodyPr/>
          <a:lstStyle/>
          <a:p>
            <a:endParaRPr lang="en-US" dirty="0">
              <a:solidFill>
                <a:prstClr val="black"/>
              </a:solidFill>
            </a:endParaRPr>
          </a:p>
        </p:txBody>
      </p:sp>
      <p:sp>
        <p:nvSpPr>
          <p:cNvPr id="6" name="Footer Placeholder 5"/>
          <p:cNvSpPr>
            <a:spLocks noGrp="1"/>
          </p:cNvSpPr>
          <p:nvPr>
            <p:ph type="ftr" sz="quarter" idx="11"/>
          </p:nvPr>
        </p:nvSpPr>
        <p:spPr>
          <a:xfrm>
            <a:off x="4038600" y="6356352"/>
            <a:ext cx="4114800" cy="365125"/>
          </a:xfrm>
          <a:prstGeom prst="rect">
            <a:avLst/>
          </a:prstGeom>
        </p:spPr>
        <p:txBody>
          <a:bodyPr/>
          <a:lstStyle/>
          <a:p>
            <a:endParaRPr lang="en-US" dirty="0">
              <a:solidFill>
                <a:prstClr val="black"/>
              </a:solidFill>
            </a:endParaRPr>
          </a:p>
        </p:txBody>
      </p:sp>
      <p:sp>
        <p:nvSpPr>
          <p:cNvPr id="7" name="Slide Number Placeholder 6"/>
          <p:cNvSpPr>
            <a:spLocks noGrp="1"/>
          </p:cNvSpPr>
          <p:nvPr>
            <p:ph type="sldNum" sz="quarter" idx="12"/>
          </p:nvPr>
        </p:nvSpPr>
        <p:spPr/>
        <p:txBody>
          <a:bodyPr/>
          <a:lstStyle/>
          <a:p>
            <a:fld id="{8E565A5E-131F-486C-BEC3-CA739A37F925}"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374821269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2"/>
            <a:ext cx="2743200" cy="365125"/>
          </a:xfrm>
          <a:prstGeom prst="rect">
            <a:avLst/>
          </a:prstGeom>
        </p:spPr>
        <p:txBody>
          <a:bodyPr/>
          <a:lstStyle/>
          <a:p>
            <a:endParaRPr lang="en-US" dirty="0">
              <a:solidFill>
                <a:prstClr val="black"/>
              </a:solidFill>
            </a:endParaRPr>
          </a:p>
        </p:txBody>
      </p:sp>
      <p:sp>
        <p:nvSpPr>
          <p:cNvPr id="8" name="Footer Placeholder 7"/>
          <p:cNvSpPr>
            <a:spLocks noGrp="1"/>
          </p:cNvSpPr>
          <p:nvPr>
            <p:ph type="ftr" sz="quarter" idx="11"/>
          </p:nvPr>
        </p:nvSpPr>
        <p:spPr>
          <a:xfrm>
            <a:off x="4038600" y="6356352"/>
            <a:ext cx="4114800" cy="365125"/>
          </a:xfrm>
          <a:prstGeom prst="rect">
            <a:avLst/>
          </a:prstGeom>
        </p:spPr>
        <p:txBody>
          <a:bodyPr/>
          <a:lstStyle/>
          <a:p>
            <a:endParaRPr lang="en-US" dirty="0">
              <a:solidFill>
                <a:prstClr val="black"/>
              </a:solidFill>
            </a:endParaRPr>
          </a:p>
        </p:txBody>
      </p:sp>
      <p:sp>
        <p:nvSpPr>
          <p:cNvPr id="9" name="Slide Number Placeholder 8"/>
          <p:cNvSpPr>
            <a:spLocks noGrp="1"/>
          </p:cNvSpPr>
          <p:nvPr>
            <p:ph type="sldNum" sz="quarter" idx="12"/>
          </p:nvPr>
        </p:nvSpPr>
        <p:spPr/>
        <p:txBody>
          <a:bodyPr/>
          <a:lstStyle/>
          <a:p>
            <a:fld id="{8E565A5E-131F-486C-BEC3-CA739A37F925}"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40240255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838200" y="6356352"/>
            <a:ext cx="2743200" cy="365125"/>
          </a:xfrm>
          <a:prstGeom prst="rect">
            <a:avLst/>
          </a:prstGeom>
        </p:spPr>
        <p:txBody>
          <a:bodyPr/>
          <a:lstStyle/>
          <a:p>
            <a:endParaRPr lang="en-US" dirty="0">
              <a:solidFill>
                <a:prstClr val="black"/>
              </a:solidFill>
            </a:endParaRPr>
          </a:p>
        </p:txBody>
      </p:sp>
      <p:sp>
        <p:nvSpPr>
          <p:cNvPr id="4" name="Footer Placeholder 3"/>
          <p:cNvSpPr>
            <a:spLocks noGrp="1"/>
          </p:cNvSpPr>
          <p:nvPr>
            <p:ph type="ftr" sz="quarter" idx="11"/>
          </p:nvPr>
        </p:nvSpPr>
        <p:spPr>
          <a:xfrm>
            <a:off x="4038600" y="6356352"/>
            <a:ext cx="4114800" cy="365125"/>
          </a:xfrm>
          <a:prstGeom prst="rect">
            <a:avLst/>
          </a:prstGeom>
        </p:spPr>
        <p:txBody>
          <a:bodyPr/>
          <a:lstStyle/>
          <a:p>
            <a:endParaRPr lang="en-US" dirty="0">
              <a:solidFill>
                <a:prstClr val="black"/>
              </a:solidFill>
            </a:endParaRPr>
          </a:p>
        </p:txBody>
      </p:sp>
      <p:sp>
        <p:nvSpPr>
          <p:cNvPr id="5" name="Slide Number Placeholder 4"/>
          <p:cNvSpPr>
            <a:spLocks noGrp="1"/>
          </p:cNvSpPr>
          <p:nvPr>
            <p:ph type="sldNum" sz="quarter" idx="12"/>
          </p:nvPr>
        </p:nvSpPr>
        <p:spPr/>
        <p:txBody>
          <a:bodyPr/>
          <a:lstStyle/>
          <a:p>
            <a:fld id="{8E565A5E-131F-486C-BEC3-CA739A37F925}"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394213813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2"/>
            <a:ext cx="2743200" cy="365125"/>
          </a:xfrm>
          <a:prstGeom prst="rect">
            <a:avLst/>
          </a:prstGeom>
        </p:spPr>
        <p:txBody>
          <a:bodyPr/>
          <a:lstStyle/>
          <a:p>
            <a:endParaRPr lang="en-US" dirty="0">
              <a:solidFill>
                <a:prstClr val="black"/>
              </a:solidFill>
            </a:endParaRPr>
          </a:p>
        </p:txBody>
      </p:sp>
      <p:sp>
        <p:nvSpPr>
          <p:cNvPr id="3" name="Footer Placeholder 2"/>
          <p:cNvSpPr>
            <a:spLocks noGrp="1"/>
          </p:cNvSpPr>
          <p:nvPr>
            <p:ph type="ftr" sz="quarter" idx="11"/>
          </p:nvPr>
        </p:nvSpPr>
        <p:spPr>
          <a:xfrm>
            <a:off x="4038600" y="6356352"/>
            <a:ext cx="4114800" cy="365125"/>
          </a:xfrm>
          <a:prstGeom prst="rect">
            <a:avLst/>
          </a:prstGeom>
        </p:spPr>
        <p:txBody>
          <a:bodyPr/>
          <a:lstStyle/>
          <a:p>
            <a:endParaRPr lang="en-US" dirty="0">
              <a:solidFill>
                <a:prstClr val="black"/>
              </a:solidFill>
            </a:endParaRPr>
          </a:p>
        </p:txBody>
      </p:sp>
      <p:sp>
        <p:nvSpPr>
          <p:cNvPr id="4" name="Slide Number Placeholder 3"/>
          <p:cNvSpPr>
            <a:spLocks noGrp="1"/>
          </p:cNvSpPr>
          <p:nvPr>
            <p:ph type="sldNum" sz="quarter" idx="12"/>
          </p:nvPr>
        </p:nvSpPr>
        <p:spPr/>
        <p:txBody>
          <a:bodyPr/>
          <a:lstStyle/>
          <a:p>
            <a:fld id="{8E565A5E-131F-486C-BEC3-CA739A37F925}"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72671678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cSld name="3_Presentation Title Page-Global">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72234" y="5698378"/>
            <a:ext cx="6647537" cy="1069883"/>
          </a:xfrm>
          <a:prstGeom prst="rect">
            <a:avLst/>
          </a:prstGeom>
        </p:spPr>
      </p:pic>
      <p:sp>
        <p:nvSpPr>
          <p:cNvPr id="6" name="Rectangle 5"/>
          <p:cNvSpPr/>
          <p:nvPr/>
        </p:nvSpPr>
        <p:spPr>
          <a:xfrm>
            <a:off x="0" y="1046508"/>
            <a:ext cx="12192000" cy="2631759"/>
          </a:xfrm>
          <a:prstGeom prst="rect">
            <a:avLst/>
          </a:prstGeom>
          <a:solidFill>
            <a:srgbClr val="243E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9585"/>
            <a:endParaRPr lang="en-US" sz="2400" dirty="0">
              <a:solidFill>
                <a:prstClr val="white"/>
              </a:solidFill>
            </a:endParaRPr>
          </a:p>
        </p:txBody>
      </p:sp>
      <p:sp>
        <p:nvSpPr>
          <p:cNvPr id="8" name="Title 1"/>
          <p:cNvSpPr>
            <a:spLocks noGrp="1"/>
          </p:cNvSpPr>
          <p:nvPr>
            <p:ph type="title" hasCustomPrompt="1"/>
          </p:nvPr>
        </p:nvSpPr>
        <p:spPr>
          <a:xfrm>
            <a:off x="609600" y="1294956"/>
            <a:ext cx="10972800" cy="869416"/>
          </a:xfrm>
          <a:prstGeom prst="rect">
            <a:avLst/>
          </a:prstGeom>
        </p:spPr>
        <p:txBody>
          <a:bodyPr anchor="b"/>
          <a:lstStyle>
            <a:lvl1pPr algn="ctr">
              <a:defRPr spc="200">
                <a:solidFill>
                  <a:schemeClr val="bg1"/>
                </a:solidFill>
              </a:defRPr>
            </a:lvl1pPr>
          </a:lstStyle>
          <a:p>
            <a:r>
              <a:rPr lang="en-US" dirty="0"/>
              <a:t>Insert headline here</a:t>
            </a:r>
          </a:p>
        </p:txBody>
      </p:sp>
      <p:sp>
        <p:nvSpPr>
          <p:cNvPr id="9" name="Text Placeholder 5"/>
          <p:cNvSpPr>
            <a:spLocks noGrp="1"/>
          </p:cNvSpPr>
          <p:nvPr>
            <p:ph type="body" sz="quarter" idx="10" hasCustomPrompt="1"/>
          </p:nvPr>
        </p:nvSpPr>
        <p:spPr>
          <a:xfrm>
            <a:off x="609600" y="2197499"/>
            <a:ext cx="10972800" cy="817224"/>
          </a:xfrm>
          <a:prstGeom prst="rect">
            <a:avLst/>
          </a:prstGeom>
        </p:spPr>
        <p:txBody>
          <a:bodyPr/>
          <a:lstStyle>
            <a:lvl1pPr algn="ctr">
              <a:defRPr b="0" i="0" spc="160">
                <a:solidFill>
                  <a:schemeClr val="bg1"/>
                </a:solidFill>
                <a:latin typeface="Verdana"/>
                <a:cs typeface="Verdana"/>
              </a:defRPr>
            </a:lvl1pPr>
          </a:lstStyle>
          <a:p>
            <a:pPr lvl="0"/>
            <a:r>
              <a:rPr lang="en-US" dirty="0"/>
              <a:t>Insert subhead here</a:t>
            </a:r>
          </a:p>
        </p:txBody>
      </p:sp>
    </p:spTree>
    <p:extLst>
      <p:ext uri="{BB962C8B-B14F-4D97-AF65-F5344CB8AC3E}">
        <p14:creationId xmlns:p14="http://schemas.microsoft.com/office/powerpoint/2010/main" val="235200929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cSld name="Content">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Click to edit Master title style</a:t>
            </a:r>
          </a:p>
        </p:txBody>
      </p:sp>
      <p:sp>
        <p:nvSpPr>
          <p:cNvPr id="5" name="Content Placeholder 4"/>
          <p:cNvSpPr>
            <a:spLocks noGrp="1"/>
          </p:cNvSpPr>
          <p:nvPr>
            <p:ph sz="quarter" idx="15"/>
          </p:nvPr>
        </p:nvSpPr>
        <p:spPr>
          <a:xfrm>
            <a:off x="446035" y="1123952"/>
            <a:ext cx="11298767" cy="4684713"/>
          </a:xfrm>
        </p:spPr>
        <p:txBody>
          <a:bodyPr/>
          <a:lstStyle>
            <a:lvl1pPr>
              <a:defRPr spc="0"/>
            </a:lvl1pPr>
            <a:lvl2pPr>
              <a:defRPr spc="0"/>
            </a:lvl2pPr>
            <a:lvl3pPr>
              <a:defRPr spc="0"/>
            </a:lvl3pPr>
            <a:lvl4pPr>
              <a:defRPr spc="0"/>
            </a:lvl4pPr>
            <a:lvl5pPr>
              <a:defRPr spc="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a:spLocks noGrp="1"/>
          </p:cNvSpPr>
          <p:nvPr>
            <p:ph type="sldNum" sz="quarter" idx="4"/>
          </p:nvPr>
        </p:nvSpPr>
        <p:spPr>
          <a:xfrm>
            <a:off x="9091419" y="6375136"/>
            <a:ext cx="2654548" cy="365125"/>
          </a:xfrm>
          <a:prstGeom prst="rect">
            <a:avLst/>
          </a:prstGeom>
        </p:spPr>
        <p:txBody>
          <a:bodyPr vert="horz" lIns="91440" tIns="45720" rIns="91440" bIns="45720" rtlCol="0" anchor="ctr"/>
          <a:lstStyle>
            <a:lvl1pPr algn="r">
              <a:defRPr sz="1067" kern="1000" spc="200">
                <a:solidFill>
                  <a:srgbClr val="676A6C"/>
                </a:solidFill>
                <a:latin typeface="Verdana"/>
                <a:cs typeface="Verdana"/>
              </a:defRPr>
            </a:lvl1pPr>
          </a:lstStyle>
          <a:p>
            <a:fld id="{6BD0D143-8E97-0D42-B378-8B0D45EF990D}" type="slidenum">
              <a:rPr lang="en-US" smtClean="0"/>
              <a:pPr/>
              <a:t>‹#›</a:t>
            </a:fld>
            <a:endParaRPr lang="en-US" dirty="0"/>
          </a:p>
        </p:txBody>
      </p:sp>
    </p:spTree>
    <p:extLst>
      <p:ext uri="{BB962C8B-B14F-4D97-AF65-F5344CB8AC3E}">
        <p14:creationId xmlns:p14="http://schemas.microsoft.com/office/powerpoint/2010/main" val="1345186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Improv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27233" y="200740"/>
            <a:ext cx="6641387" cy="847224"/>
          </a:xfrm>
          <a:prstGeom prst="rect">
            <a:avLst/>
          </a:prstGeom>
        </p:spPr>
        <p:txBody>
          <a:bodyPr/>
          <a:lstStyle>
            <a:lvl1pPr>
              <a:defRPr sz="2400"/>
            </a:lvl1pPr>
          </a:lstStyle>
          <a:p>
            <a:r>
              <a:rPr lang="en-US" dirty="0"/>
              <a:t>Click to edit Master title style</a:t>
            </a:r>
            <a:br>
              <a:rPr lang="en-US" dirty="0"/>
            </a:br>
            <a:endParaRPr lang="en-US" dirty="0"/>
          </a:p>
        </p:txBody>
      </p:sp>
      <p:sp>
        <p:nvSpPr>
          <p:cNvPr id="3" name="Slide Number Placeholder 2"/>
          <p:cNvSpPr>
            <a:spLocks noGrp="1"/>
          </p:cNvSpPr>
          <p:nvPr>
            <p:ph type="sldNum" sz="quarter" idx="10"/>
          </p:nvPr>
        </p:nvSpPr>
        <p:spPr/>
        <p:txBody>
          <a:bodyPr/>
          <a:lstStyle/>
          <a:p>
            <a:fld id="{8E565A5E-131F-486C-BEC3-CA739A37F925}"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152750804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Measur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27233" y="200740"/>
            <a:ext cx="6641387" cy="847224"/>
          </a:xfrm>
          <a:prstGeom prst="rect">
            <a:avLst/>
          </a:prstGeom>
        </p:spPr>
        <p:txBody>
          <a:bodyPr/>
          <a:lstStyle>
            <a:lvl1pPr>
              <a:defRPr sz="2400"/>
            </a:lvl1pPr>
          </a:lstStyle>
          <a:p>
            <a:r>
              <a:rPr lang="en-US" dirty="0"/>
              <a:t>Click to edit Master title style</a:t>
            </a:r>
            <a:br>
              <a:rPr lang="en-US" dirty="0"/>
            </a:br>
            <a:endParaRPr lang="en-US" dirty="0"/>
          </a:p>
        </p:txBody>
      </p:sp>
      <p:sp>
        <p:nvSpPr>
          <p:cNvPr id="3" name="Slide Number Placeholder 2"/>
          <p:cNvSpPr>
            <a:spLocks noGrp="1"/>
          </p:cNvSpPr>
          <p:nvPr>
            <p:ph type="sldNum" sz="quarter" idx="10"/>
          </p:nvPr>
        </p:nvSpPr>
        <p:spPr/>
        <p:txBody>
          <a:bodyPr/>
          <a:lstStyle/>
          <a:p>
            <a:fld id="{8E565A5E-131F-486C-BEC3-CA739A37F925}"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104455186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6b_Blank Template No Track No Gate">
    <p:spTree>
      <p:nvGrpSpPr>
        <p:cNvPr id="1" name=""/>
        <p:cNvGrpSpPr/>
        <p:nvPr/>
      </p:nvGrpSpPr>
      <p:grpSpPr>
        <a:xfrm>
          <a:off x="0" y="0"/>
          <a:ext cx="0" cy="0"/>
          <a:chOff x="0" y="0"/>
          <a:chExt cx="0" cy="0"/>
        </a:xfrm>
      </p:grpSpPr>
      <p:sp>
        <p:nvSpPr>
          <p:cNvPr id="4" name="Rectangle 3"/>
          <p:cNvSpPr/>
          <p:nvPr userDrawn="1"/>
        </p:nvSpPr>
        <p:spPr>
          <a:xfrm>
            <a:off x="8515351" y="161926"/>
            <a:ext cx="3429000" cy="800100"/>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dirty="0">
              <a:solidFill>
                <a:prstClr val="white"/>
              </a:solidFill>
            </a:endParaRPr>
          </a:p>
        </p:txBody>
      </p:sp>
      <p:sp>
        <p:nvSpPr>
          <p:cNvPr id="2" name="Title 1"/>
          <p:cNvSpPr>
            <a:spLocks noGrp="1"/>
          </p:cNvSpPr>
          <p:nvPr>
            <p:ph type="title"/>
          </p:nvPr>
        </p:nvSpPr>
        <p:spPr>
          <a:xfrm>
            <a:off x="446033" y="243944"/>
            <a:ext cx="8259816" cy="958669"/>
          </a:xfrm>
          <a:prstGeom prst="rect">
            <a:avLst/>
          </a:prstGeom>
        </p:spPr>
        <p:txBody>
          <a:bodyPr anchor="t"/>
          <a:lstStyle/>
          <a:p>
            <a:r>
              <a:rPr lang="en-US" dirty="0"/>
              <a:t>Click to edit Master title style</a:t>
            </a:r>
          </a:p>
        </p:txBody>
      </p:sp>
      <p:sp>
        <p:nvSpPr>
          <p:cNvPr id="16" name="Slide Number Placeholder 5"/>
          <p:cNvSpPr>
            <a:spLocks noGrp="1"/>
          </p:cNvSpPr>
          <p:nvPr>
            <p:ph type="sldNum" sz="quarter" idx="4"/>
          </p:nvPr>
        </p:nvSpPr>
        <p:spPr>
          <a:xfrm>
            <a:off x="9091419" y="6375136"/>
            <a:ext cx="2654548" cy="365125"/>
          </a:xfrm>
          <a:prstGeom prst="rect">
            <a:avLst/>
          </a:prstGeom>
        </p:spPr>
        <p:txBody>
          <a:bodyPr vert="horz" lIns="91440" tIns="45720" rIns="91440" bIns="45720" rtlCol="0" anchor="ctr"/>
          <a:lstStyle>
            <a:lvl1pPr algn="r">
              <a:defRPr sz="1067" kern="1000" spc="200">
                <a:solidFill>
                  <a:srgbClr val="676A6C"/>
                </a:solidFill>
                <a:latin typeface="Verdana"/>
                <a:cs typeface="Verdana"/>
              </a:defRPr>
            </a:lvl1pPr>
          </a:lstStyle>
          <a:p>
            <a:fld id="{6BD0D143-8E97-0D42-B378-8B0D45EF990D}" type="slidenum">
              <a:rPr lang="en-US" smtClean="0"/>
              <a:pPr/>
              <a:t>‹#›</a:t>
            </a:fld>
            <a:endParaRPr lang="en-US" dirty="0"/>
          </a:p>
        </p:txBody>
      </p:sp>
      <p:sp>
        <p:nvSpPr>
          <p:cNvPr id="5" name="Rectangle 4"/>
          <p:cNvSpPr/>
          <p:nvPr userDrawn="1"/>
        </p:nvSpPr>
        <p:spPr>
          <a:xfrm>
            <a:off x="2127251" y="5975086"/>
            <a:ext cx="1235075" cy="800100"/>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dirty="0">
              <a:solidFill>
                <a:prstClr val="white"/>
              </a:solidFill>
            </a:endParaRPr>
          </a:p>
        </p:txBody>
      </p:sp>
    </p:spTree>
    <p:extLst>
      <p:ext uri="{BB962C8B-B14F-4D97-AF65-F5344CB8AC3E}">
        <p14:creationId xmlns:p14="http://schemas.microsoft.com/office/powerpoint/2010/main" val="388202378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Slide Number Placeholder 5"/>
          <p:cNvSpPr>
            <a:spLocks noGrp="1"/>
          </p:cNvSpPr>
          <p:nvPr>
            <p:ph type="sldNum" sz="quarter" idx="12"/>
          </p:nvPr>
        </p:nvSpPr>
        <p:spPr/>
        <p:txBody>
          <a:bodyPr/>
          <a:lstStyle/>
          <a:p>
            <a:fld id="{6BD0D143-8E97-0D42-B378-8B0D45EF990D}" type="slidenum">
              <a:rPr lang="en-US" smtClean="0"/>
              <a:pPr/>
              <a:t>‹#›</a:t>
            </a:fld>
            <a:endParaRPr lang="en-US" dirty="0"/>
          </a:p>
        </p:txBody>
      </p:sp>
    </p:spTree>
    <p:extLst>
      <p:ext uri="{BB962C8B-B14F-4D97-AF65-F5344CB8AC3E}">
        <p14:creationId xmlns:p14="http://schemas.microsoft.com/office/powerpoint/2010/main" val="3211369244"/>
      </p:ext>
    </p:extLst>
  </p:cSld>
  <p:clrMapOvr>
    <a:masterClrMapping/>
  </p:clrMapOvr>
  <p:hf hdr="0" ftr="0" dt="0"/>
</p:sldLayout>
</file>

<file path=ppt/slideLayouts/slideLayout5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8E565A5E-131F-486C-BEC3-CA739A37F925}"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1440561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838200" y="6356352"/>
            <a:ext cx="2743200" cy="365125"/>
          </a:xfrm>
          <a:prstGeom prst="rect">
            <a:avLst/>
          </a:prstGeom>
        </p:spPr>
        <p:txBody>
          <a:bodyPr/>
          <a:lstStyle/>
          <a:p>
            <a:endParaRPr lang="en-US" dirty="0">
              <a:solidFill>
                <a:prstClr val="black"/>
              </a:solidFill>
            </a:endParaRPr>
          </a:p>
        </p:txBody>
      </p:sp>
      <p:sp>
        <p:nvSpPr>
          <p:cNvPr id="5" name="Footer Placeholder 4"/>
          <p:cNvSpPr>
            <a:spLocks noGrp="1"/>
          </p:cNvSpPr>
          <p:nvPr>
            <p:ph type="ftr" sz="quarter" idx="11"/>
          </p:nvPr>
        </p:nvSpPr>
        <p:spPr>
          <a:xfrm>
            <a:off x="4038600" y="6356352"/>
            <a:ext cx="4114800" cy="365125"/>
          </a:xfrm>
          <a:prstGeom prst="rect">
            <a:avLst/>
          </a:prstGeom>
        </p:spPr>
        <p:txBody>
          <a:bodyPr/>
          <a:lstStyle/>
          <a:p>
            <a:endParaRPr lang="en-US" dirty="0">
              <a:solidFill>
                <a:prstClr val="black"/>
              </a:solidFill>
            </a:endParaRPr>
          </a:p>
        </p:txBody>
      </p:sp>
      <p:sp>
        <p:nvSpPr>
          <p:cNvPr id="6" name="Slide Number Placeholder 5"/>
          <p:cNvSpPr>
            <a:spLocks noGrp="1"/>
          </p:cNvSpPr>
          <p:nvPr>
            <p:ph type="sldNum" sz="quarter" idx="12"/>
          </p:nvPr>
        </p:nvSpPr>
        <p:spPr/>
        <p:txBody>
          <a:bodyPr/>
          <a:lstStyle/>
          <a:p>
            <a:fld id="{6BD0D143-8E97-0D42-B378-8B0D45EF990D}" type="slidenum">
              <a:rPr lang="en-US" smtClean="0"/>
              <a:pPr/>
              <a:t>‹#›</a:t>
            </a:fld>
            <a:endParaRPr lang="en-US" dirty="0"/>
          </a:p>
        </p:txBody>
      </p:sp>
    </p:spTree>
    <p:extLst>
      <p:ext uri="{BB962C8B-B14F-4D97-AF65-F5344CB8AC3E}">
        <p14:creationId xmlns:p14="http://schemas.microsoft.com/office/powerpoint/2010/main" val="3660072936"/>
      </p:ext>
    </p:extLst>
  </p:cSld>
  <p:clrMapOvr>
    <a:masterClrMapping/>
  </p:clrMapOvr>
  <p:hf hdr="0" ftr="0" dt="0"/>
</p:sldLayout>
</file>

<file path=ppt/slideLayouts/slideLayout5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2"/>
            <a:ext cx="2743200" cy="365125"/>
          </a:xfrm>
          <a:prstGeom prst="rect">
            <a:avLst/>
          </a:prstGeom>
        </p:spPr>
        <p:txBody>
          <a:bodyPr/>
          <a:lstStyle/>
          <a:p>
            <a:endParaRPr lang="en-US" dirty="0">
              <a:solidFill>
                <a:prstClr val="black"/>
              </a:solidFill>
            </a:endParaRPr>
          </a:p>
        </p:txBody>
      </p:sp>
      <p:sp>
        <p:nvSpPr>
          <p:cNvPr id="6" name="Footer Placeholder 5"/>
          <p:cNvSpPr>
            <a:spLocks noGrp="1"/>
          </p:cNvSpPr>
          <p:nvPr>
            <p:ph type="ftr" sz="quarter" idx="11"/>
          </p:nvPr>
        </p:nvSpPr>
        <p:spPr>
          <a:xfrm>
            <a:off x="4038600" y="6356352"/>
            <a:ext cx="4114800" cy="365125"/>
          </a:xfrm>
          <a:prstGeom prst="rect">
            <a:avLst/>
          </a:prstGeom>
        </p:spPr>
        <p:txBody>
          <a:bodyPr/>
          <a:lstStyle/>
          <a:p>
            <a:endParaRPr lang="en-US" dirty="0">
              <a:solidFill>
                <a:prstClr val="black"/>
              </a:solidFill>
            </a:endParaRPr>
          </a:p>
        </p:txBody>
      </p:sp>
      <p:sp>
        <p:nvSpPr>
          <p:cNvPr id="7" name="Slide Number Placeholder 6"/>
          <p:cNvSpPr>
            <a:spLocks noGrp="1"/>
          </p:cNvSpPr>
          <p:nvPr>
            <p:ph type="sldNum" sz="quarter" idx="12"/>
          </p:nvPr>
        </p:nvSpPr>
        <p:spPr/>
        <p:txBody>
          <a:bodyPr/>
          <a:lstStyle/>
          <a:p>
            <a:fld id="{6BD0D143-8E97-0D42-B378-8B0D45EF990D}" type="slidenum">
              <a:rPr lang="en-US" smtClean="0"/>
              <a:pPr/>
              <a:t>‹#›</a:t>
            </a:fld>
            <a:endParaRPr lang="en-US" dirty="0"/>
          </a:p>
        </p:txBody>
      </p:sp>
    </p:spTree>
    <p:extLst>
      <p:ext uri="{BB962C8B-B14F-4D97-AF65-F5344CB8AC3E}">
        <p14:creationId xmlns:p14="http://schemas.microsoft.com/office/powerpoint/2010/main" val="2333811561"/>
      </p:ext>
    </p:extLst>
  </p:cSld>
  <p:clrMapOvr>
    <a:masterClrMapping/>
  </p:clrMapOvr>
  <p:hf hdr="0" ftr="0" dt="0"/>
</p:sldLayout>
</file>

<file path=ppt/slideLayouts/slideLayout5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2"/>
            <a:ext cx="2743200" cy="365125"/>
          </a:xfrm>
          <a:prstGeom prst="rect">
            <a:avLst/>
          </a:prstGeom>
        </p:spPr>
        <p:txBody>
          <a:bodyPr/>
          <a:lstStyle/>
          <a:p>
            <a:endParaRPr lang="en-US" dirty="0">
              <a:solidFill>
                <a:prstClr val="black"/>
              </a:solidFill>
            </a:endParaRPr>
          </a:p>
        </p:txBody>
      </p:sp>
      <p:sp>
        <p:nvSpPr>
          <p:cNvPr id="8" name="Footer Placeholder 7"/>
          <p:cNvSpPr>
            <a:spLocks noGrp="1"/>
          </p:cNvSpPr>
          <p:nvPr>
            <p:ph type="ftr" sz="quarter" idx="11"/>
          </p:nvPr>
        </p:nvSpPr>
        <p:spPr>
          <a:xfrm>
            <a:off x="4038600" y="6356352"/>
            <a:ext cx="4114800" cy="365125"/>
          </a:xfrm>
          <a:prstGeom prst="rect">
            <a:avLst/>
          </a:prstGeom>
        </p:spPr>
        <p:txBody>
          <a:bodyPr/>
          <a:lstStyle/>
          <a:p>
            <a:endParaRPr lang="en-US" dirty="0">
              <a:solidFill>
                <a:prstClr val="black"/>
              </a:solidFill>
            </a:endParaRPr>
          </a:p>
        </p:txBody>
      </p:sp>
      <p:sp>
        <p:nvSpPr>
          <p:cNvPr id="9" name="Slide Number Placeholder 8"/>
          <p:cNvSpPr>
            <a:spLocks noGrp="1"/>
          </p:cNvSpPr>
          <p:nvPr>
            <p:ph type="sldNum" sz="quarter" idx="12"/>
          </p:nvPr>
        </p:nvSpPr>
        <p:spPr/>
        <p:txBody>
          <a:bodyPr/>
          <a:lstStyle/>
          <a:p>
            <a:fld id="{6BD0D143-8E97-0D42-B378-8B0D45EF990D}" type="slidenum">
              <a:rPr lang="en-US" smtClean="0"/>
              <a:pPr/>
              <a:t>‹#›</a:t>
            </a:fld>
            <a:endParaRPr lang="en-US" dirty="0"/>
          </a:p>
        </p:txBody>
      </p:sp>
    </p:spTree>
    <p:extLst>
      <p:ext uri="{BB962C8B-B14F-4D97-AF65-F5344CB8AC3E}">
        <p14:creationId xmlns:p14="http://schemas.microsoft.com/office/powerpoint/2010/main" val="2189338990"/>
      </p:ext>
    </p:extLst>
  </p:cSld>
  <p:clrMapOvr>
    <a:masterClrMapping/>
  </p:clrMapOvr>
  <p:hf hdr="0" ftr="0" dt="0"/>
</p:sldLayout>
</file>

<file path=ppt/slideLayouts/slideLayout5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838200" y="6356352"/>
            <a:ext cx="2743200" cy="365125"/>
          </a:xfrm>
          <a:prstGeom prst="rect">
            <a:avLst/>
          </a:prstGeom>
        </p:spPr>
        <p:txBody>
          <a:bodyPr/>
          <a:lstStyle/>
          <a:p>
            <a:endParaRPr lang="en-US" dirty="0">
              <a:solidFill>
                <a:prstClr val="black"/>
              </a:solidFill>
            </a:endParaRPr>
          </a:p>
        </p:txBody>
      </p:sp>
      <p:sp>
        <p:nvSpPr>
          <p:cNvPr id="4" name="Footer Placeholder 3"/>
          <p:cNvSpPr>
            <a:spLocks noGrp="1"/>
          </p:cNvSpPr>
          <p:nvPr>
            <p:ph type="ftr" sz="quarter" idx="11"/>
          </p:nvPr>
        </p:nvSpPr>
        <p:spPr>
          <a:xfrm>
            <a:off x="4038600" y="6356352"/>
            <a:ext cx="4114800" cy="365125"/>
          </a:xfrm>
          <a:prstGeom prst="rect">
            <a:avLst/>
          </a:prstGeom>
        </p:spPr>
        <p:txBody>
          <a:bodyPr/>
          <a:lstStyle/>
          <a:p>
            <a:endParaRPr lang="en-US" dirty="0">
              <a:solidFill>
                <a:prstClr val="black"/>
              </a:solidFill>
            </a:endParaRPr>
          </a:p>
        </p:txBody>
      </p:sp>
      <p:sp>
        <p:nvSpPr>
          <p:cNvPr id="5" name="Slide Number Placeholder 4"/>
          <p:cNvSpPr>
            <a:spLocks noGrp="1"/>
          </p:cNvSpPr>
          <p:nvPr>
            <p:ph type="sldNum" sz="quarter" idx="12"/>
          </p:nvPr>
        </p:nvSpPr>
        <p:spPr/>
        <p:txBody>
          <a:bodyPr/>
          <a:lstStyle/>
          <a:p>
            <a:fld id="{8E565A5E-131F-486C-BEC3-CA739A37F925}"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37724657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2"/>
            <a:ext cx="2743200" cy="365125"/>
          </a:xfrm>
          <a:prstGeom prst="rect">
            <a:avLst/>
          </a:prstGeom>
        </p:spPr>
        <p:txBody>
          <a:bodyPr/>
          <a:lstStyle/>
          <a:p>
            <a:endParaRPr lang="en-US" dirty="0">
              <a:solidFill>
                <a:prstClr val="black"/>
              </a:solidFill>
            </a:endParaRPr>
          </a:p>
        </p:txBody>
      </p:sp>
      <p:sp>
        <p:nvSpPr>
          <p:cNvPr id="3" name="Footer Placeholder 2"/>
          <p:cNvSpPr>
            <a:spLocks noGrp="1"/>
          </p:cNvSpPr>
          <p:nvPr>
            <p:ph type="ftr" sz="quarter" idx="11"/>
          </p:nvPr>
        </p:nvSpPr>
        <p:spPr>
          <a:xfrm>
            <a:off x="4038600" y="6356352"/>
            <a:ext cx="4114800" cy="365125"/>
          </a:xfrm>
          <a:prstGeom prst="rect">
            <a:avLst/>
          </a:prstGeom>
        </p:spPr>
        <p:txBody>
          <a:bodyPr/>
          <a:lstStyle/>
          <a:p>
            <a:endParaRPr lang="en-US" dirty="0">
              <a:solidFill>
                <a:prstClr val="black"/>
              </a:solidFill>
            </a:endParaRPr>
          </a:p>
        </p:txBody>
      </p:sp>
      <p:sp>
        <p:nvSpPr>
          <p:cNvPr id="4" name="Slide Number Placeholder 3"/>
          <p:cNvSpPr>
            <a:spLocks noGrp="1"/>
          </p:cNvSpPr>
          <p:nvPr>
            <p:ph type="sldNum" sz="quarter" idx="12"/>
          </p:nvPr>
        </p:nvSpPr>
        <p:spPr/>
        <p:txBody>
          <a:bodyPr/>
          <a:lstStyle/>
          <a:p>
            <a:fld id="{8E565A5E-131F-486C-BEC3-CA739A37F925}"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332165532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3_Presentation Title Page-Global">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72234" y="5698378"/>
            <a:ext cx="6647537" cy="1069883"/>
          </a:xfrm>
          <a:prstGeom prst="rect">
            <a:avLst/>
          </a:prstGeom>
        </p:spPr>
      </p:pic>
      <p:sp>
        <p:nvSpPr>
          <p:cNvPr id="6" name="Rectangle 5"/>
          <p:cNvSpPr/>
          <p:nvPr/>
        </p:nvSpPr>
        <p:spPr>
          <a:xfrm>
            <a:off x="0" y="1046508"/>
            <a:ext cx="12192000" cy="2631759"/>
          </a:xfrm>
          <a:prstGeom prst="rect">
            <a:avLst/>
          </a:prstGeom>
          <a:solidFill>
            <a:srgbClr val="243E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9585"/>
            <a:endParaRPr lang="en-US" sz="2400" dirty="0">
              <a:solidFill>
                <a:prstClr val="white"/>
              </a:solidFill>
            </a:endParaRPr>
          </a:p>
        </p:txBody>
      </p:sp>
      <p:sp>
        <p:nvSpPr>
          <p:cNvPr id="8" name="Title 1"/>
          <p:cNvSpPr>
            <a:spLocks noGrp="1"/>
          </p:cNvSpPr>
          <p:nvPr>
            <p:ph type="title" hasCustomPrompt="1"/>
          </p:nvPr>
        </p:nvSpPr>
        <p:spPr>
          <a:xfrm>
            <a:off x="609600" y="1294956"/>
            <a:ext cx="10972800" cy="869416"/>
          </a:xfrm>
          <a:prstGeom prst="rect">
            <a:avLst/>
          </a:prstGeom>
        </p:spPr>
        <p:txBody>
          <a:bodyPr anchor="b"/>
          <a:lstStyle>
            <a:lvl1pPr algn="ctr">
              <a:defRPr spc="200">
                <a:solidFill>
                  <a:schemeClr val="bg1"/>
                </a:solidFill>
              </a:defRPr>
            </a:lvl1pPr>
          </a:lstStyle>
          <a:p>
            <a:r>
              <a:rPr lang="en-US" dirty="0"/>
              <a:t>Insert headline here</a:t>
            </a:r>
          </a:p>
        </p:txBody>
      </p:sp>
      <p:sp>
        <p:nvSpPr>
          <p:cNvPr id="9" name="Text Placeholder 5"/>
          <p:cNvSpPr>
            <a:spLocks noGrp="1"/>
          </p:cNvSpPr>
          <p:nvPr>
            <p:ph type="body" sz="quarter" idx="10" hasCustomPrompt="1"/>
          </p:nvPr>
        </p:nvSpPr>
        <p:spPr>
          <a:xfrm>
            <a:off x="609600" y="2197499"/>
            <a:ext cx="10972800" cy="817224"/>
          </a:xfrm>
          <a:prstGeom prst="rect">
            <a:avLst/>
          </a:prstGeom>
        </p:spPr>
        <p:txBody>
          <a:bodyPr/>
          <a:lstStyle>
            <a:lvl1pPr algn="ctr">
              <a:defRPr b="0" i="0" spc="160">
                <a:solidFill>
                  <a:schemeClr val="bg1"/>
                </a:solidFill>
                <a:latin typeface="Verdana"/>
                <a:cs typeface="Verdana"/>
              </a:defRPr>
            </a:lvl1pPr>
          </a:lstStyle>
          <a:p>
            <a:pPr lvl="0"/>
            <a:r>
              <a:rPr lang="en-US" dirty="0"/>
              <a:t>Insert subhead here</a:t>
            </a:r>
          </a:p>
        </p:txBody>
      </p:sp>
    </p:spTree>
    <p:extLst>
      <p:ext uri="{BB962C8B-B14F-4D97-AF65-F5344CB8AC3E}">
        <p14:creationId xmlns:p14="http://schemas.microsoft.com/office/powerpoint/2010/main" val="3540689879"/>
      </p:ext>
    </p:extLst>
  </p:cSld>
  <p:clrMapOvr>
    <a:masterClrMapping/>
  </p:clrMapOvr>
  <p:hf hdr="0" ftr="0" dt="0"/>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endParaRPr lang="en-US" dirty="0"/>
          </a:p>
        </p:txBody>
      </p:sp>
      <p:sp>
        <p:nvSpPr>
          <p:cNvPr id="5" name="Content Placeholder 4"/>
          <p:cNvSpPr>
            <a:spLocks noGrp="1"/>
          </p:cNvSpPr>
          <p:nvPr>
            <p:ph sz="quarter" idx="15"/>
          </p:nvPr>
        </p:nvSpPr>
        <p:spPr>
          <a:xfrm>
            <a:off x="446035" y="1123952"/>
            <a:ext cx="11298767" cy="4684713"/>
          </a:xfrm>
        </p:spPr>
        <p:txBody>
          <a:bodyPr/>
          <a:lstStyle>
            <a:lvl1pPr>
              <a:defRPr spc="0"/>
            </a:lvl1pPr>
            <a:lvl2pPr>
              <a:defRPr spc="0"/>
            </a:lvl2pPr>
            <a:lvl3pPr>
              <a:defRPr spc="0"/>
            </a:lvl3pPr>
            <a:lvl4pPr>
              <a:defRPr spc="0"/>
            </a:lvl4pPr>
            <a:lvl5pPr>
              <a:defRPr spc="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5"/>
          <p:cNvSpPr>
            <a:spLocks noGrp="1"/>
          </p:cNvSpPr>
          <p:nvPr>
            <p:ph type="sldNum" sz="quarter" idx="4"/>
          </p:nvPr>
        </p:nvSpPr>
        <p:spPr>
          <a:xfrm>
            <a:off x="9091419" y="6375136"/>
            <a:ext cx="2654548" cy="365125"/>
          </a:xfrm>
          <a:prstGeom prst="rect">
            <a:avLst/>
          </a:prstGeom>
        </p:spPr>
        <p:txBody>
          <a:bodyPr vert="horz" lIns="91440" tIns="45720" rIns="91440" bIns="45720" rtlCol="0" anchor="ctr"/>
          <a:lstStyle>
            <a:lvl1pPr algn="r">
              <a:defRPr sz="1067" kern="1000" spc="200">
                <a:solidFill>
                  <a:srgbClr val="676A6C"/>
                </a:solidFill>
                <a:latin typeface="Verdana"/>
                <a:cs typeface="Verdana"/>
              </a:defRPr>
            </a:lvl1pPr>
          </a:lstStyle>
          <a:p>
            <a:fld id="{6BD0D143-8E97-0D42-B378-8B0D45EF990D}" type="slidenum">
              <a:rPr lang="en-US" smtClean="0"/>
              <a:pPr/>
              <a:t>‹#›</a:t>
            </a:fld>
            <a:endParaRPr lang="en-US" dirty="0"/>
          </a:p>
        </p:txBody>
      </p:sp>
    </p:spTree>
    <p:extLst>
      <p:ext uri="{BB962C8B-B14F-4D97-AF65-F5344CB8AC3E}">
        <p14:creationId xmlns:p14="http://schemas.microsoft.com/office/powerpoint/2010/main" val="30788935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Analyz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27233" y="200740"/>
            <a:ext cx="6641387" cy="847224"/>
          </a:xfrm>
          <a:prstGeom prst="rect">
            <a:avLst/>
          </a:prstGeom>
        </p:spPr>
        <p:txBody>
          <a:bodyPr/>
          <a:lstStyle>
            <a:lvl1pPr>
              <a:defRPr sz="2400"/>
            </a:lvl1pPr>
          </a:lstStyle>
          <a:p>
            <a:r>
              <a:rPr lang="en-US" dirty="0"/>
              <a:t>Click to edit Master title style</a:t>
            </a:r>
            <a:br>
              <a:rPr lang="en-US" dirty="0"/>
            </a:br>
            <a:endParaRPr lang="en-US" dirty="0"/>
          </a:p>
        </p:txBody>
      </p:sp>
      <p:sp>
        <p:nvSpPr>
          <p:cNvPr id="3" name="Slide Number Placeholder 2"/>
          <p:cNvSpPr>
            <a:spLocks noGrp="1"/>
          </p:cNvSpPr>
          <p:nvPr>
            <p:ph type="sldNum" sz="quarter" idx="10"/>
          </p:nvPr>
        </p:nvSpPr>
        <p:spPr/>
        <p:txBody>
          <a:bodyPr/>
          <a:lstStyle/>
          <a:p>
            <a:fld id="{8E565A5E-131F-486C-BEC3-CA739A37F925}" type="slidenum">
              <a:rPr lang="en-US" smtClean="0"/>
              <a:pPr/>
              <a:t>‹#›</a:t>
            </a:fld>
            <a:endParaRPr lang="en-US" dirty="0"/>
          </a:p>
        </p:txBody>
      </p:sp>
    </p:spTree>
    <p:extLst>
      <p:ext uri="{BB962C8B-B14F-4D97-AF65-F5344CB8AC3E}">
        <p14:creationId xmlns:p14="http://schemas.microsoft.com/office/powerpoint/2010/main" val="101449441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Measur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27233" y="200740"/>
            <a:ext cx="6641387" cy="847224"/>
          </a:xfrm>
          <a:prstGeom prst="rect">
            <a:avLst/>
          </a:prstGeom>
        </p:spPr>
        <p:txBody>
          <a:bodyPr/>
          <a:lstStyle>
            <a:lvl1pPr>
              <a:defRPr sz="2400"/>
            </a:lvl1pPr>
          </a:lstStyle>
          <a:p>
            <a:r>
              <a:rPr lang="en-US" dirty="0"/>
              <a:t>Click to edit Master title style</a:t>
            </a:r>
            <a:br>
              <a:rPr lang="en-US" dirty="0"/>
            </a:br>
            <a:endParaRPr lang="en-US" dirty="0"/>
          </a:p>
        </p:txBody>
      </p:sp>
      <p:sp>
        <p:nvSpPr>
          <p:cNvPr id="3" name="Slide Number Placeholder 2"/>
          <p:cNvSpPr>
            <a:spLocks noGrp="1"/>
          </p:cNvSpPr>
          <p:nvPr>
            <p:ph type="sldNum" sz="quarter" idx="10"/>
          </p:nvPr>
        </p:nvSpPr>
        <p:spPr/>
        <p:txBody>
          <a:bodyPr/>
          <a:lstStyle/>
          <a:p>
            <a:fld id="{8E565A5E-131F-486C-BEC3-CA739A37F925}" type="slidenum">
              <a:rPr lang="en-US" smtClean="0"/>
              <a:pPr/>
              <a:t>‹#›</a:t>
            </a:fld>
            <a:endParaRPr lang="en-US" dirty="0"/>
          </a:p>
        </p:txBody>
      </p:sp>
    </p:spTree>
    <p:extLst>
      <p:ext uri="{BB962C8B-B14F-4D97-AF65-F5344CB8AC3E}">
        <p14:creationId xmlns:p14="http://schemas.microsoft.com/office/powerpoint/2010/main" val="4273989169"/>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65591" y="201183"/>
            <a:ext cx="10515600" cy="995915"/>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375865" y="1825625"/>
            <a:ext cx="11407983"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8E565A5E-131F-486C-BEC3-CA739A37F925}"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289426946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BAT">
    <p:spTree>
      <p:nvGrpSpPr>
        <p:cNvPr id="1" name=""/>
        <p:cNvGrpSpPr/>
        <p:nvPr/>
      </p:nvGrpSpPr>
      <p:grpSpPr>
        <a:xfrm>
          <a:off x="0" y="0"/>
          <a:ext cx="0" cy="0"/>
          <a:chOff x="0" y="0"/>
          <a:chExt cx="0" cy="0"/>
        </a:xfrm>
      </p:grpSpPr>
      <p:sp>
        <p:nvSpPr>
          <p:cNvPr id="2" name="Title 1"/>
          <p:cNvSpPr>
            <a:spLocks noGrp="1"/>
          </p:cNvSpPr>
          <p:nvPr>
            <p:ph type="ctrTitle"/>
          </p:nvPr>
        </p:nvSpPr>
        <p:spPr>
          <a:xfrm>
            <a:off x="381000" y="1143000"/>
            <a:ext cx="11430000" cy="4572000"/>
          </a:xfrm>
          <a:prstGeom prst="rect">
            <a:avLst/>
          </a:prstGeom>
        </p:spPr>
        <p:txBody>
          <a:bodyPr anchor="ctr">
            <a:normAutofit/>
          </a:bodyPr>
          <a:lstStyle>
            <a:lvl1pPr algn="ctr">
              <a:defRPr sz="4375"/>
            </a:lvl1pPr>
          </a:lstStyle>
          <a:p>
            <a:r>
              <a:rPr lang="en-US" dirty="0"/>
              <a:t>Click to edit Master title style</a:t>
            </a:r>
          </a:p>
        </p:txBody>
      </p:sp>
    </p:spTree>
    <p:extLst>
      <p:ext uri="{BB962C8B-B14F-4D97-AF65-F5344CB8AC3E}">
        <p14:creationId xmlns:p14="http://schemas.microsoft.com/office/powerpoint/2010/main" val="296402565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userDrawn="1">
  <p:cSld name="2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3935227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userDrawn="1">
  <p:cSld name="4_Blank">
    <p:spTree>
      <p:nvGrpSpPr>
        <p:cNvPr id="1" name=""/>
        <p:cNvGrpSpPr/>
        <p:nvPr/>
      </p:nvGrpSpPr>
      <p:grpSpPr>
        <a:xfrm>
          <a:off x="0" y="0"/>
          <a:ext cx="0" cy="0"/>
          <a:chOff x="0" y="0"/>
          <a:chExt cx="0" cy="0"/>
        </a:xfrm>
      </p:grpSpPr>
      <p:sp>
        <p:nvSpPr>
          <p:cNvPr id="3" name="Text Placeholder 2"/>
          <p:cNvSpPr>
            <a:spLocks noGrp="1"/>
          </p:cNvSpPr>
          <p:nvPr>
            <p:ph type="body" sz="quarter" idx="10" hasCustomPrompt="1"/>
          </p:nvPr>
        </p:nvSpPr>
        <p:spPr>
          <a:xfrm>
            <a:off x="609600" y="1066804"/>
            <a:ext cx="10972800" cy="571499"/>
          </a:xfrm>
          <a:prstGeom prst="rect">
            <a:avLst/>
          </a:prstGeom>
        </p:spPr>
        <p:txBody>
          <a:bodyPr/>
          <a:lstStyle>
            <a:lvl1pPr marL="0" indent="0">
              <a:buNone/>
              <a:defRPr sz="2400" baseline="0">
                <a:latin typeface="+mj-lt"/>
              </a:defRPr>
            </a:lvl1pPr>
          </a:lstStyle>
          <a:p>
            <a:pPr lvl="0"/>
            <a:r>
              <a:rPr lang="en-US" dirty="0"/>
              <a:t>Click to edit Slide Title</a:t>
            </a:r>
          </a:p>
        </p:txBody>
      </p:sp>
      <p:sp>
        <p:nvSpPr>
          <p:cNvPr id="4" name="Text Placeholder 2"/>
          <p:cNvSpPr>
            <a:spLocks noGrp="1"/>
          </p:cNvSpPr>
          <p:nvPr>
            <p:ph type="body" sz="quarter" idx="11" hasCustomPrompt="1"/>
          </p:nvPr>
        </p:nvSpPr>
        <p:spPr>
          <a:xfrm>
            <a:off x="609600" y="1828800"/>
            <a:ext cx="10972800" cy="4368800"/>
          </a:xfrm>
          <a:prstGeom prst="rect">
            <a:avLst/>
          </a:prstGeom>
        </p:spPr>
        <p:txBody>
          <a:bodyPr/>
          <a:lstStyle>
            <a:lvl1pPr marL="342886" indent="-342886">
              <a:buFont typeface="Wingdings" panose="05000000000000000000" pitchFamily="2" charset="2"/>
              <a:buChar char="v"/>
              <a:defRPr sz="1800" baseline="0">
                <a:latin typeface="+mn-lt"/>
              </a:defRPr>
            </a:lvl1pPr>
            <a:lvl2pPr>
              <a:defRPr sz="1500"/>
            </a:lvl2pPr>
          </a:lstStyle>
          <a:p>
            <a:pPr lvl="0"/>
            <a:r>
              <a:rPr lang="en-US" dirty="0"/>
              <a:t>Click to edit Body Information</a:t>
            </a:r>
          </a:p>
          <a:p>
            <a:pPr lvl="1"/>
            <a:r>
              <a:rPr lang="en-US" dirty="0"/>
              <a:t>Add Bullets</a:t>
            </a:r>
          </a:p>
        </p:txBody>
      </p:sp>
    </p:spTree>
    <p:extLst>
      <p:ext uri="{BB962C8B-B14F-4D97-AF65-F5344CB8AC3E}">
        <p14:creationId xmlns:p14="http://schemas.microsoft.com/office/powerpoint/2010/main" val="1158471256"/>
      </p:ext>
    </p:extLst>
  </p:cSld>
  <p:clrMapOvr>
    <a:masterClrMapping/>
  </p:clrMapOvr>
  <p:extLst>
    <p:ext uri="{DCECCB84-F9BA-43D5-87BE-67443E8EF086}">
      <p15:sldGuideLst xmlns:p15="http://schemas.microsoft.com/office/powerpoint/2012/main">
        <p15:guide id="1" orient="horz" pos="1152">
          <p15:clr>
            <a:srgbClr val="FBAE40"/>
          </p15:clr>
        </p15:guide>
        <p15:guide id="2" pos="288">
          <p15:clr>
            <a:srgbClr val="FBAE40"/>
          </p15:clr>
        </p15:guide>
        <p15:guide id="3" pos="5472">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Improv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27233" y="200740"/>
            <a:ext cx="6641387" cy="847224"/>
          </a:xfrm>
          <a:prstGeom prst="rect">
            <a:avLst/>
          </a:prstGeom>
        </p:spPr>
        <p:txBody>
          <a:bodyPr/>
          <a:lstStyle>
            <a:lvl1pPr>
              <a:defRPr sz="2400">
                <a:latin typeface="Arial" panose="020B0604020202020204" pitchFamily="34" charset="0"/>
                <a:cs typeface="Arial" panose="020B0604020202020204" pitchFamily="34" charset="0"/>
              </a:defRPr>
            </a:lvl1pPr>
          </a:lstStyle>
          <a:p>
            <a:r>
              <a:rPr lang="en-US" dirty="0"/>
              <a:t>Click to edit Master title style</a:t>
            </a:r>
            <a:br>
              <a:rPr lang="en-US" dirty="0"/>
            </a:br>
            <a:endParaRPr lang="en-US" dirty="0"/>
          </a:p>
        </p:txBody>
      </p:sp>
      <p:sp>
        <p:nvSpPr>
          <p:cNvPr id="3" name="Slide Number Placeholder 2"/>
          <p:cNvSpPr>
            <a:spLocks noGrp="1"/>
          </p:cNvSpPr>
          <p:nvPr>
            <p:ph type="sldNum" sz="quarter" idx="10"/>
          </p:nvPr>
        </p:nvSpPr>
        <p:spPr/>
        <p:txBody>
          <a:bodyPr/>
          <a:lstStyle/>
          <a:p>
            <a:fld id="{8E565A5E-131F-486C-BEC3-CA739A37F925}" type="slidenum">
              <a:rPr lang="en-US" smtClean="0"/>
              <a:pPr/>
              <a:t>‹#›</a:t>
            </a:fld>
            <a:endParaRPr lang="en-US" dirty="0"/>
          </a:p>
        </p:txBody>
      </p:sp>
    </p:spTree>
    <p:extLst>
      <p:ext uri="{BB962C8B-B14F-4D97-AF65-F5344CB8AC3E}">
        <p14:creationId xmlns:p14="http://schemas.microsoft.com/office/powerpoint/2010/main" val="3426929619"/>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Defin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27233" y="200740"/>
            <a:ext cx="6641387" cy="847224"/>
          </a:xfrm>
          <a:prstGeom prst="rect">
            <a:avLst/>
          </a:prstGeom>
        </p:spPr>
        <p:txBody>
          <a:bodyPr/>
          <a:lstStyle>
            <a:lvl1pPr>
              <a:defRPr sz="2400"/>
            </a:lvl1pPr>
          </a:lstStyle>
          <a:p>
            <a:r>
              <a:rPr lang="en-US"/>
              <a:t>Click to edit Master title style</a:t>
            </a:r>
            <a:br>
              <a:rPr lang="en-US"/>
            </a:br>
            <a:endParaRPr lang="en-US"/>
          </a:p>
        </p:txBody>
      </p:sp>
      <p:sp>
        <p:nvSpPr>
          <p:cNvPr id="3" name="Slide Number Placeholder 2"/>
          <p:cNvSpPr>
            <a:spLocks noGrp="1"/>
          </p:cNvSpPr>
          <p:nvPr>
            <p:ph type="sldNum" sz="quarter" idx="10"/>
          </p:nvPr>
        </p:nvSpPr>
        <p:spPr/>
        <p:txBody>
          <a:bodyPr/>
          <a:lstStyle/>
          <a:p>
            <a:fld id="{8E565A5E-131F-486C-BEC3-CA739A37F925}" type="slidenum">
              <a:rPr lang="en-US" smtClean="0"/>
              <a:pPr/>
              <a:t>‹#›</a:t>
            </a:fld>
            <a:endParaRPr lang="en-US" dirty="0"/>
          </a:p>
        </p:txBody>
      </p:sp>
    </p:spTree>
    <p:extLst>
      <p:ext uri="{BB962C8B-B14F-4D97-AF65-F5344CB8AC3E}">
        <p14:creationId xmlns:p14="http://schemas.microsoft.com/office/powerpoint/2010/main" val="835040120"/>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65591" y="201183"/>
            <a:ext cx="10515600" cy="995915"/>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375865" y="1825625"/>
            <a:ext cx="11407983"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8E565A5E-131F-486C-BEC3-CA739A37F925}"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121433980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Defin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27233" y="200740"/>
            <a:ext cx="6641387" cy="847224"/>
          </a:xfrm>
          <a:prstGeom prst="rect">
            <a:avLst/>
          </a:prstGeom>
        </p:spPr>
        <p:txBody>
          <a:bodyPr/>
          <a:lstStyle>
            <a:lvl1pPr>
              <a:defRPr sz="2400"/>
            </a:lvl1pPr>
          </a:lstStyle>
          <a:p>
            <a:r>
              <a:rPr lang="en-US" dirty="0"/>
              <a:t>Click to edit Master title style</a:t>
            </a:r>
            <a:br>
              <a:rPr lang="en-US" dirty="0"/>
            </a:br>
            <a:endParaRPr lang="en-US" dirty="0"/>
          </a:p>
        </p:txBody>
      </p:sp>
      <p:sp>
        <p:nvSpPr>
          <p:cNvPr id="3" name="Slide Number Placeholder 2"/>
          <p:cNvSpPr>
            <a:spLocks noGrp="1"/>
          </p:cNvSpPr>
          <p:nvPr>
            <p:ph type="sldNum" sz="quarter" idx="10"/>
          </p:nvPr>
        </p:nvSpPr>
        <p:spPr/>
        <p:txBody>
          <a:bodyPr/>
          <a:lstStyle/>
          <a:p>
            <a:fld id="{8E565A5E-131F-486C-BEC3-CA739A37F925}" type="slidenum">
              <a:rPr lang="en-US" smtClean="0"/>
              <a:pPr/>
              <a:t>‹#›</a:t>
            </a:fld>
            <a:endParaRPr lang="en-US" dirty="0"/>
          </a:p>
        </p:txBody>
      </p:sp>
    </p:spTree>
    <p:extLst>
      <p:ext uri="{BB962C8B-B14F-4D97-AF65-F5344CB8AC3E}">
        <p14:creationId xmlns:p14="http://schemas.microsoft.com/office/powerpoint/2010/main" val="38580620"/>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3_Presentation Title Page-Global">
    <p:spTree>
      <p:nvGrpSpPr>
        <p:cNvPr id="1" name=""/>
        <p:cNvGrpSpPr/>
        <p:nvPr/>
      </p:nvGrpSpPr>
      <p:grpSpPr>
        <a:xfrm>
          <a:off x="0" y="0"/>
          <a:ext cx="0" cy="0"/>
          <a:chOff x="0" y="0"/>
          <a:chExt cx="0" cy="0"/>
        </a:xfrm>
      </p:grpSpPr>
      <p:sp>
        <p:nvSpPr>
          <p:cNvPr id="6" name="Rectangle 5"/>
          <p:cNvSpPr/>
          <p:nvPr userDrawn="1"/>
        </p:nvSpPr>
        <p:spPr>
          <a:xfrm>
            <a:off x="0" y="1046506"/>
            <a:ext cx="12192000" cy="2631759"/>
          </a:xfrm>
          <a:prstGeom prst="rect">
            <a:avLst/>
          </a:prstGeom>
          <a:solidFill>
            <a:srgbClr val="243E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9585"/>
            <a:endParaRPr lang="en-US" sz="2400" dirty="0">
              <a:solidFill>
                <a:prstClr val="white"/>
              </a:solidFill>
            </a:endParaRPr>
          </a:p>
        </p:txBody>
      </p:sp>
      <p:sp>
        <p:nvSpPr>
          <p:cNvPr id="8" name="Title 1"/>
          <p:cNvSpPr>
            <a:spLocks noGrp="1"/>
          </p:cNvSpPr>
          <p:nvPr>
            <p:ph type="title" hasCustomPrompt="1"/>
          </p:nvPr>
        </p:nvSpPr>
        <p:spPr>
          <a:xfrm>
            <a:off x="609600" y="1294956"/>
            <a:ext cx="10972800" cy="869416"/>
          </a:xfrm>
          <a:prstGeom prst="rect">
            <a:avLst/>
          </a:prstGeom>
        </p:spPr>
        <p:txBody>
          <a:bodyPr anchor="b"/>
          <a:lstStyle>
            <a:lvl1pPr algn="ctr">
              <a:defRPr spc="200">
                <a:solidFill>
                  <a:schemeClr val="bg1"/>
                </a:solidFill>
              </a:defRPr>
            </a:lvl1pPr>
          </a:lstStyle>
          <a:p>
            <a:r>
              <a:rPr lang="en-US" dirty="0"/>
              <a:t>Insert headline here</a:t>
            </a:r>
          </a:p>
        </p:txBody>
      </p:sp>
      <p:sp>
        <p:nvSpPr>
          <p:cNvPr id="9" name="Text Placeholder 5"/>
          <p:cNvSpPr>
            <a:spLocks noGrp="1"/>
          </p:cNvSpPr>
          <p:nvPr>
            <p:ph type="body" sz="quarter" idx="10" hasCustomPrompt="1"/>
          </p:nvPr>
        </p:nvSpPr>
        <p:spPr>
          <a:xfrm>
            <a:off x="609600" y="2197499"/>
            <a:ext cx="10972800" cy="817224"/>
          </a:xfrm>
          <a:prstGeom prst="rect">
            <a:avLst/>
          </a:prstGeom>
        </p:spPr>
        <p:txBody>
          <a:bodyPr/>
          <a:lstStyle>
            <a:lvl1pPr algn="ctr">
              <a:defRPr b="0" i="0" spc="160">
                <a:solidFill>
                  <a:schemeClr val="bg1"/>
                </a:solidFill>
                <a:latin typeface="Verdana"/>
                <a:cs typeface="Verdana"/>
              </a:defRPr>
            </a:lvl1pPr>
          </a:lstStyle>
          <a:p>
            <a:pPr lvl="0"/>
            <a:r>
              <a:rPr lang="en-US" dirty="0"/>
              <a:t>Insert subhead here</a:t>
            </a:r>
          </a:p>
        </p:txBody>
      </p:sp>
      <p:pic>
        <p:nvPicPr>
          <p:cNvPr id="3" name="Picture 2"/>
          <p:cNvPicPr>
            <a:picLocks noChangeAspect="1"/>
          </p:cNvPicPr>
          <p:nvPr userDrawn="1"/>
        </p:nvPicPr>
        <p:blipFill>
          <a:blip r:embed="rId2"/>
          <a:stretch>
            <a:fillRect/>
          </a:stretch>
        </p:blipFill>
        <p:spPr>
          <a:xfrm>
            <a:off x="3152636" y="5671080"/>
            <a:ext cx="5991368" cy="893493"/>
          </a:xfrm>
          <a:prstGeom prst="rect">
            <a:avLst/>
          </a:prstGeom>
        </p:spPr>
      </p:pic>
    </p:spTree>
    <p:extLst>
      <p:ext uri="{BB962C8B-B14F-4D97-AF65-F5344CB8AC3E}">
        <p14:creationId xmlns:p14="http://schemas.microsoft.com/office/powerpoint/2010/main" val="343279449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Presentation Title Page-North America">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376343" y="5746809"/>
            <a:ext cx="3439315" cy="931481"/>
          </a:xfrm>
          <a:prstGeom prst="rect">
            <a:avLst/>
          </a:prstGeom>
        </p:spPr>
      </p:pic>
      <p:sp>
        <p:nvSpPr>
          <p:cNvPr id="11" name="Rectangle 10"/>
          <p:cNvSpPr/>
          <p:nvPr userDrawn="1"/>
        </p:nvSpPr>
        <p:spPr>
          <a:xfrm>
            <a:off x="0" y="1046506"/>
            <a:ext cx="12192000" cy="2213596"/>
          </a:xfrm>
          <a:prstGeom prst="rect">
            <a:avLst/>
          </a:prstGeom>
          <a:solidFill>
            <a:srgbClr val="243E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9585"/>
            <a:endParaRPr lang="en-US" sz="2400" dirty="0">
              <a:solidFill>
                <a:prstClr val="white"/>
              </a:solidFill>
            </a:endParaRPr>
          </a:p>
        </p:txBody>
      </p:sp>
      <p:sp>
        <p:nvSpPr>
          <p:cNvPr id="12" name="Title 1"/>
          <p:cNvSpPr>
            <a:spLocks noGrp="1"/>
          </p:cNvSpPr>
          <p:nvPr>
            <p:ph type="title" hasCustomPrompt="1"/>
          </p:nvPr>
        </p:nvSpPr>
        <p:spPr>
          <a:xfrm>
            <a:off x="609600" y="1294956"/>
            <a:ext cx="10972800" cy="869416"/>
          </a:xfrm>
          <a:prstGeom prst="rect">
            <a:avLst/>
          </a:prstGeom>
        </p:spPr>
        <p:txBody>
          <a:bodyPr anchor="b"/>
          <a:lstStyle>
            <a:lvl1pPr algn="ctr">
              <a:defRPr spc="200">
                <a:solidFill>
                  <a:schemeClr val="bg1"/>
                </a:solidFill>
              </a:defRPr>
            </a:lvl1pPr>
          </a:lstStyle>
          <a:p>
            <a:r>
              <a:rPr lang="en-US" dirty="0"/>
              <a:t>Insert headline here</a:t>
            </a:r>
          </a:p>
        </p:txBody>
      </p:sp>
      <p:sp>
        <p:nvSpPr>
          <p:cNvPr id="13" name="Text Placeholder 5"/>
          <p:cNvSpPr>
            <a:spLocks noGrp="1"/>
          </p:cNvSpPr>
          <p:nvPr>
            <p:ph type="body" sz="quarter" idx="10" hasCustomPrompt="1"/>
          </p:nvPr>
        </p:nvSpPr>
        <p:spPr>
          <a:xfrm>
            <a:off x="609600" y="2197499"/>
            <a:ext cx="10972800" cy="817224"/>
          </a:xfrm>
          <a:prstGeom prst="rect">
            <a:avLst/>
          </a:prstGeom>
        </p:spPr>
        <p:txBody>
          <a:bodyPr/>
          <a:lstStyle>
            <a:lvl1pPr algn="ctr">
              <a:defRPr b="0" i="0" spc="160">
                <a:solidFill>
                  <a:schemeClr val="bg1"/>
                </a:solidFill>
                <a:latin typeface="Verdana"/>
                <a:cs typeface="Verdana"/>
              </a:defRPr>
            </a:lvl1pPr>
          </a:lstStyle>
          <a:p>
            <a:pPr lvl="0"/>
            <a:r>
              <a:rPr lang="en-US" dirty="0"/>
              <a:t>Insert subhead here</a:t>
            </a:r>
          </a:p>
        </p:txBody>
      </p:sp>
    </p:spTree>
    <p:extLst>
      <p:ext uri="{BB962C8B-B14F-4D97-AF65-F5344CB8AC3E}">
        <p14:creationId xmlns:p14="http://schemas.microsoft.com/office/powerpoint/2010/main" val="2423775057"/>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Presentation Title Page-Europe">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30258" y="5708574"/>
            <a:ext cx="3731485" cy="960452"/>
          </a:xfrm>
          <a:prstGeom prst="rect">
            <a:avLst/>
          </a:prstGeom>
        </p:spPr>
      </p:pic>
      <p:sp>
        <p:nvSpPr>
          <p:cNvPr id="11" name="Rectangle 10"/>
          <p:cNvSpPr/>
          <p:nvPr userDrawn="1"/>
        </p:nvSpPr>
        <p:spPr>
          <a:xfrm>
            <a:off x="0" y="1046506"/>
            <a:ext cx="12192000" cy="2213596"/>
          </a:xfrm>
          <a:prstGeom prst="rect">
            <a:avLst/>
          </a:prstGeom>
          <a:solidFill>
            <a:srgbClr val="243E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9585"/>
            <a:endParaRPr lang="en-US" sz="2400" dirty="0">
              <a:solidFill>
                <a:prstClr val="white"/>
              </a:solidFill>
            </a:endParaRPr>
          </a:p>
        </p:txBody>
      </p:sp>
      <p:sp>
        <p:nvSpPr>
          <p:cNvPr id="13" name="Title 1"/>
          <p:cNvSpPr>
            <a:spLocks noGrp="1"/>
          </p:cNvSpPr>
          <p:nvPr>
            <p:ph type="title" hasCustomPrompt="1"/>
          </p:nvPr>
        </p:nvSpPr>
        <p:spPr>
          <a:xfrm>
            <a:off x="609600" y="1294956"/>
            <a:ext cx="10972800" cy="869416"/>
          </a:xfrm>
          <a:prstGeom prst="rect">
            <a:avLst/>
          </a:prstGeom>
        </p:spPr>
        <p:txBody>
          <a:bodyPr anchor="b"/>
          <a:lstStyle>
            <a:lvl1pPr algn="ctr">
              <a:defRPr spc="200">
                <a:solidFill>
                  <a:schemeClr val="bg1"/>
                </a:solidFill>
              </a:defRPr>
            </a:lvl1pPr>
          </a:lstStyle>
          <a:p>
            <a:r>
              <a:rPr lang="en-US" dirty="0"/>
              <a:t>Insert headline here</a:t>
            </a:r>
          </a:p>
        </p:txBody>
      </p:sp>
      <p:sp>
        <p:nvSpPr>
          <p:cNvPr id="14" name="Text Placeholder 5"/>
          <p:cNvSpPr>
            <a:spLocks noGrp="1"/>
          </p:cNvSpPr>
          <p:nvPr>
            <p:ph type="body" sz="quarter" idx="10" hasCustomPrompt="1"/>
          </p:nvPr>
        </p:nvSpPr>
        <p:spPr>
          <a:xfrm>
            <a:off x="609600" y="2197499"/>
            <a:ext cx="10972800" cy="817224"/>
          </a:xfrm>
          <a:prstGeom prst="rect">
            <a:avLst/>
          </a:prstGeom>
        </p:spPr>
        <p:txBody>
          <a:bodyPr/>
          <a:lstStyle>
            <a:lvl1pPr algn="ctr">
              <a:defRPr b="0" i="0" spc="160">
                <a:solidFill>
                  <a:schemeClr val="bg1"/>
                </a:solidFill>
                <a:latin typeface="Verdana"/>
                <a:cs typeface="Verdana"/>
              </a:defRPr>
            </a:lvl1pPr>
          </a:lstStyle>
          <a:p>
            <a:pPr lvl="0"/>
            <a:r>
              <a:rPr lang="en-US" dirty="0"/>
              <a:t>Insert subhead here</a:t>
            </a:r>
          </a:p>
        </p:txBody>
      </p:sp>
    </p:spTree>
    <p:extLst>
      <p:ext uri="{BB962C8B-B14F-4D97-AF65-F5344CB8AC3E}">
        <p14:creationId xmlns:p14="http://schemas.microsoft.com/office/powerpoint/2010/main" val="350134816"/>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Presentation Title Page-GMIO">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267204" y="5802499"/>
            <a:ext cx="3657593" cy="830837"/>
          </a:xfrm>
          <a:prstGeom prst="rect">
            <a:avLst/>
          </a:prstGeom>
        </p:spPr>
      </p:pic>
      <p:sp>
        <p:nvSpPr>
          <p:cNvPr id="11" name="Rectangle 10"/>
          <p:cNvSpPr/>
          <p:nvPr userDrawn="1"/>
        </p:nvSpPr>
        <p:spPr>
          <a:xfrm>
            <a:off x="0" y="1046506"/>
            <a:ext cx="12192000" cy="2213596"/>
          </a:xfrm>
          <a:prstGeom prst="rect">
            <a:avLst/>
          </a:prstGeom>
          <a:solidFill>
            <a:srgbClr val="243E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9585"/>
            <a:endParaRPr lang="en-US" sz="2400" dirty="0">
              <a:solidFill>
                <a:prstClr val="white"/>
              </a:solidFill>
            </a:endParaRPr>
          </a:p>
        </p:txBody>
      </p:sp>
      <p:sp>
        <p:nvSpPr>
          <p:cNvPr id="12" name="Title 1"/>
          <p:cNvSpPr>
            <a:spLocks noGrp="1"/>
          </p:cNvSpPr>
          <p:nvPr>
            <p:ph type="title" hasCustomPrompt="1"/>
          </p:nvPr>
        </p:nvSpPr>
        <p:spPr>
          <a:xfrm>
            <a:off x="609600" y="1294956"/>
            <a:ext cx="10972800" cy="869416"/>
          </a:xfrm>
          <a:prstGeom prst="rect">
            <a:avLst/>
          </a:prstGeom>
        </p:spPr>
        <p:txBody>
          <a:bodyPr anchor="b"/>
          <a:lstStyle>
            <a:lvl1pPr algn="ctr">
              <a:defRPr spc="200">
                <a:solidFill>
                  <a:schemeClr val="bg1"/>
                </a:solidFill>
              </a:defRPr>
            </a:lvl1pPr>
          </a:lstStyle>
          <a:p>
            <a:r>
              <a:rPr lang="en-US" dirty="0"/>
              <a:t>Insert headline here</a:t>
            </a:r>
          </a:p>
        </p:txBody>
      </p:sp>
      <p:sp>
        <p:nvSpPr>
          <p:cNvPr id="14" name="Text Placeholder 5"/>
          <p:cNvSpPr>
            <a:spLocks noGrp="1"/>
          </p:cNvSpPr>
          <p:nvPr>
            <p:ph type="body" sz="quarter" idx="10" hasCustomPrompt="1"/>
          </p:nvPr>
        </p:nvSpPr>
        <p:spPr>
          <a:xfrm>
            <a:off x="609600" y="2197499"/>
            <a:ext cx="10972800" cy="817224"/>
          </a:xfrm>
          <a:prstGeom prst="rect">
            <a:avLst/>
          </a:prstGeom>
        </p:spPr>
        <p:txBody>
          <a:bodyPr/>
          <a:lstStyle>
            <a:lvl1pPr algn="ctr">
              <a:defRPr b="0" i="0" spc="160">
                <a:solidFill>
                  <a:schemeClr val="bg1"/>
                </a:solidFill>
                <a:latin typeface="Verdana"/>
                <a:cs typeface="Verdana"/>
              </a:defRPr>
            </a:lvl1pPr>
          </a:lstStyle>
          <a:p>
            <a:pPr lvl="0"/>
            <a:r>
              <a:rPr lang="en-US" dirty="0"/>
              <a:t>Insert subhead here</a:t>
            </a:r>
          </a:p>
        </p:txBody>
      </p:sp>
    </p:spTree>
    <p:extLst>
      <p:ext uri="{BB962C8B-B14F-4D97-AF65-F5344CB8AC3E}">
        <p14:creationId xmlns:p14="http://schemas.microsoft.com/office/powerpoint/2010/main" val="1307402971"/>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Presentation Title Page-China">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803266" y="5810758"/>
            <a:ext cx="4585471" cy="817711"/>
          </a:xfrm>
          <a:prstGeom prst="rect">
            <a:avLst/>
          </a:prstGeom>
        </p:spPr>
      </p:pic>
      <p:sp>
        <p:nvSpPr>
          <p:cNvPr id="11" name="Rectangle 10"/>
          <p:cNvSpPr/>
          <p:nvPr userDrawn="1"/>
        </p:nvSpPr>
        <p:spPr>
          <a:xfrm>
            <a:off x="0" y="1046506"/>
            <a:ext cx="12192000" cy="2213596"/>
          </a:xfrm>
          <a:prstGeom prst="rect">
            <a:avLst/>
          </a:prstGeom>
          <a:solidFill>
            <a:srgbClr val="243E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9585"/>
            <a:endParaRPr lang="en-US" sz="2400" dirty="0">
              <a:solidFill>
                <a:prstClr val="white"/>
              </a:solidFill>
            </a:endParaRPr>
          </a:p>
        </p:txBody>
      </p:sp>
      <p:sp>
        <p:nvSpPr>
          <p:cNvPr id="12" name="Title 1"/>
          <p:cNvSpPr>
            <a:spLocks noGrp="1"/>
          </p:cNvSpPr>
          <p:nvPr>
            <p:ph type="title" hasCustomPrompt="1"/>
          </p:nvPr>
        </p:nvSpPr>
        <p:spPr>
          <a:xfrm>
            <a:off x="609600" y="1294956"/>
            <a:ext cx="10972800" cy="869416"/>
          </a:xfrm>
          <a:prstGeom prst="rect">
            <a:avLst/>
          </a:prstGeom>
        </p:spPr>
        <p:txBody>
          <a:bodyPr anchor="b"/>
          <a:lstStyle>
            <a:lvl1pPr algn="ctr">
              <a:defRPr spc="200">
                <a:solidFill>
                  <a:schemeClr val="bg1"/>
                </a:solidFill>
              </a:defRPr>
            </a:lvl1pPr>
          </a:lstStyle>
          <a:p>
            <a:r>
              <a:rPr lang="en-US" dirty="0"/>
              <a:t>Insert headline here</a:t>
            </a:r>
          </a:p>
        </p:txBody>
      </p:sp>
      <p:sp>
        <p:nvSpPr>
          <p:cNvPr id="13" name="Text Placeholder 5"/>
          <p:cNvSpPr>
            <a:spLocks noGrp="1"/>
          </p:cNvSpPr>
          <p:nvPr>
            <p:ph type="body" sz="quarter" idx="10" hasCustomPrompt="1"/>
          </p:nvPr>
        </p:nvSpPr>
        <p:spPr>
          <a:xfrm>
            <a:off x="609600" y="2197499"/>
            <a:ext cx="10972800" cy="817224"/>
          </a:xfrm>
          <a:prstGeom prst="rect">
            <a:avLst/>
          </a:prstGeom>
        </p:spPr>
        <p:txBody>
          <a:bodyPr/>
          <a:lstStyle>
            <a:lvl1pPr algn="ctr">
              <a:defRPr b="0" i="0" spc="160">
                <a:solidFill>
                  <a:schemeClr val="bg1"/>
                </a:solidFill>
                <a:latin typeface="Verdana"/>
                <a:cs typeface="Verdana"/>
              </a:defRPr>
            </a:lvl1pPr>
          </a:lstStyle>
          <a:p>
            <a:pPr lvl="0"/>
            <a:r>
              <a:rPr lang="en-US" dirty="0"/>
              <a:t>Insert subhead here</a:t>
            </a:r>
          </a:p>
        </p:txBody>
      </p:sp>
    </p:spTree>
    <p:extLst>
      <p:ext uri="{BB962C8B-B14F-4D97-AF65-F5344CB8AC3E}">
        <p14:creationId xmlns:p14="http://schemas.microsoft.com/office/powerpoint/2010/main" val="2505339091"/>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Slide Number Placeholder 5"/>
          <p:cNvSpPr>
            <a:spLocks noGrp="1"/>
          </p:cNvSpPr>
          <p:nvPr>
            <p:ph type="sldNum" sz="quarter" idx="12"/>
          </p:nvPr>
        </p:nvSpPr>
        <p:spPr/>
        <p:txBody>
          <a:bodyPr/>
          <a:lstStyle/>
          <a:p>
            <a:fld id="{8E565A5E-131F-486C-BEC3-CA739A37F925}"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647987526"/>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Defin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27233" y="200740"/>
            <a:ext cx="6641387" cy="847224"/>
          </a:xfrm>
          <a:prstGeom prst="rect">
            <a:avLst/>
          </a:prstGeom>
        </p:spPr>
        <p:txBody>
          <a:bodyPr/>
          <a:lstStyle>
            <a:lvl1pPr>
              <a:defRPr sz="2400"/>
            </a:lvl1pPr>
          </a:lstStyle>
          <a:p>
            <a:r>
              <a:rPr lang="en-US"/>
              <a:t>Click to edit Master title style</a:t>
            </a:r>
            <a:br>
              <a:rPr lang="en-US"/>
            </a:br>
            <a:endParaRPr lang="en-US"/>
          </a:p>
        </p:txBody>
      </p:sp>
      <p:sp>
        <p:nvSpPr>
          <p:cNvPr id="3" name="Slide Number Placeholder 2"/>
          <p:cNvSpPr>
            <a:spLocks noGrp="1"/>
          </p:cNvSpPr>
          <p:nvPr>
            <p:ph type="sldNum" sz="quarter" idx="10"/>
          </p:nvPr>
        </p:nvSpPr>
        <p:spPr/>
        <p:txBody>
          <a:bodyPr/>
          <a:lstStyle/>
          <a:p>
            <a:fld id="{8E565A5E-131F-486C-BEC3-CA739A37F925}" type="slidenum">
              <a:rPr lang="en-US" smtClean="0"/>
              <a:pPr/>
              <a:t>‹#›</a:t>
            </a:fld>
            <a:endParaRPr lang="en-US" dirty="0"/>
          </a:p>
        </p:txBody>
      </p:sp>
    </p:spTree>
    <p:extLst>
      <p:ext uri="{BB962C8B-B14F-4D97-AF65-F5344CB8AC3E}">
        <p14:creationId xmlns:p14="http://schemas.microsoft.com/office/powerpoint/2010/main" val="492754179"/>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609600" y="6356351"/>
            <a:ext cx="2844800" cy="365125"/>
          </a:xfrm>
          <a:prstGeom prst="rect">
            <a:avLst/>
          </a:prstGeom>
        </p:spPr>
        <p:txBody>
          <a:bodyPr/>
          <a:lstStyle/>
          <a:p>
            <a:fld id="{2520129C-4C49-44A0-BF08-EE82FF2480A6}" type="datetimeFigureOut">
              <a:rPr lang="en-US" smtClean="0">
                <a:solidFill>
                  <a:prstClr val="black">
                    <a:tint val="75000"/>
                  </a:prstClr>
                </a:solidFill>
              </a:rPr>
              <a:pPr/>
              <a:t>6/18/2026</a:t>
            </a:fld>
            <a:endParaRPr lang="en-US" dirty="0">
              <a:solidFill>
                <a:prstClr val="black">
                  <a:tint val="75000"/>
                </a:prstClr>
              </a:solidFill>
            </a:endParaRPr>
          </a:p>
        </p:txBody>
      </p:sp>
      <p:sp>
        <p:nvSpPr>
          <p:cNvPr id="5" name="Footer Placeholder 4"/>
          <p:cNvSpPr>
            <a:spLocks noGrp="1"/>
          </p:cNvSpPr>
          <p:nvPr>
            <p:ph type="ftr" sz="quarter" idx="11"/>
          </p:nvPr>
        </p:nvSpPr>
        <p:spPr>
          <a:xfrm>
            <a:off x="4165600" y="6356351"/>
            <a:ext cx="3860800" cy="365125"/>
          </a:xfrm>
          <a:prstGeom prst="rect">
            <a:avLst/>
          </a:prstGeom>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a:xfrm>
            <a:off x="8737600" y="6356351"/>
            <a:ext cx="2844800" cy="365125"/>
          </a:xfrm>
          <a:prstGeom prst="rect">
            <a:avLst/>
          </a:prstGeom>
        </p:spPr>
        <p:txBody>
          <a:bodyPr/>
          <a:lstStyle/>
          <a:p>
            <a:fld id="{5B0C3889-3F15-4F24-BE6A-7A63FF5A6D1D}"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2874764371"/>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Comparison w Accent Bar">
    <p:spTree>
      <p:nvGrpSpPr>
        <p:cNvPr id="1" name=""/>
        <p:cNvGrpSpPr/>
        <p:nvPr/>
      </p:nvGrpSpPr>
      <p:grpSpPr>
        <a:xfrm>
          <a:off x="0" y="0"/>
          <a:ext cx="0" cy="0"/>
          <a:chOff x="0" y="0"/>
          <a:chExt cx="0" cy="0"/>
        </a:xfrm>
      </p:grpSpPr>
      <p:sp>
        <p:nvSpPr>
          <p:cNvPr id="2" name="Title 1"/>
          <p:cNvSpPr>
            <a:spLocks noGrp="1"/>
          </p:cNvSpPr>
          <p:nvPr>
            <p:ph type="title"/>
          </p:nvPr>
        </p:nvSpPr>
        <p:spPr>
          <a:xfrm>
            <a:off x="660400" y="40118"/>
            <a:ext cx="10604501" cy="960513"/>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60960" y="1822806"/>
            <a:ext cx="4760504" cy="40140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001053" y="1822806"/>
            <a:ext cx="4760504" cy="40140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p:cNvSpPr>
            <a:spLocks noGrp="1"/>
          </p:cNvSpPr>
          <p:nvPr>
            <p:ph type="sldNum" sz="quarter" idx="12"/>
          </p:nvPr>
        </p:nvSpPr>
        <p:spPr/>
        <p:txBody>
          <a:bodyPr/>
          <a:lstStyle/>
          <a:p>
            <a:fld id="{77E42F99-047F-453F-A85C-58D0648A1D53}" type="slidenum">
              <a:rPr lang="en-US" smtClean="0"/>
              <a:t>‹#›</a:t>
            </a:fld>
            <a:endParaRPr lang="en-US" dirty="0"/>
          </a:p>
        </p:txBody>
      </p:sp>
      <p:sp>
        <p:nvSpPr>
          <p:cNvPr id="10" name="Text Placeholder 2"/>
          <p:cNvSpPr>
            <a:spLocks noGrp="1"/>
          </p:cNvSpPr>
          <p:nvPr>
            <p:ph type="body" idx="13"/>
          </p:nvPr>
        </p:nvSpPr>
        <p:spPr>
          <a:xfrm>
            <a:off x="660960" y="1395390"/>
            <a:ext cx="4760504" cy="312653"/>
          </a:xfrm>
        </p:spPr>
        <p:txBody>
          <a:bodyPr anchor="b"/>
          <a:lstStyle>
            <a:lvl1pPr marL="0" indent="0">
              <a:buNone/>
              <a:defRPr sz="2133" b="0">
                <a:solidFill>
                  <a:schemeClr val="accent2"/>
                </a:solidFill>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11" name="Text Placeholder 4"/>
          <p:cNvSpPr>
            <a:spLocks noGrp="1"/>
          </p:cNvSpPr>
          <p:nvPr>
            <p:ph type="body" sz="quarter" idx="3"/>
          </p:nvPr>
        </p:nvSpPr>
        <p:spPr>
          <a:xfrm>
            <a:off x="6011213" y="1395390"/>
            <a:ext cx="4760503" cy="312653"/>
          </a:xfrm>
        </p:spPr>
        <p:txBody>
          <a:bodyPr anchor="b"/>
          <a:lstStyle>
            <a:lvl1pPr marL="0" indent="0">
              <a:buNone/>
              <a:defRPr sz="2133" b="0">
                <a:solidFill>
                  <a:schemeClr val="accent2"/>
                </a:solidFill>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cxnSp>
        <p:nvCxnSpPr>
          <p:cNvPr id="9" name="Straight Connector 8"/>
          <p:cNvCxnSpPr/>
          <p:nvPr userDrawn="1"/>
        </p:nvCxnSpPr>
        <p:spPr bwMode="gray">
          <a:xfrm>
            <a:off x="660063" y="1165759"/>
            <a:ext cx="1846263" cy="0"/>
          </a:xfrm>
          <a:prstGeom prst="line">
            <a:avLst/>
          </a:prstGeom>
          <a:ln w="44450">
            <a:gradFill>
              <a:gsLst>
                <a:gs pos="0">
                  <a:schemeClr val="accent1"/>
                </a:gs>
                <a:gs pos="100000">
                  <a:schemeClr val="accent2"/>
                </a:gs>
              </a:gsLst>
              <a:lin ang="180000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57043240"/>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Slide Number Placeholder 5"/>
          <p:cNvSpPr>
            <a:spLocks noGrp="1"/>
          </p:cNvSpPr>
          <p:nvPr>
            <p:ph type="sldNum" sz="quarter" idx="12"/>
          </p:nvPr>
        </p:nvSpPr>
        <p:spPr/>
        <p:txBody>
          <a:bodyPr/>
          <a:lstStyle/>
          <a:p>
            <a:fld id="{8E565A5E-131F-486C-BEC3-CA739A37F925}"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1741773971"/>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8E565A5E-131F-486C-BEC3-CA739A37F925}"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764652052"/>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2"/>
            <a:ext cx="2743200" cy="365125"/>
          </a:xfrm>
          <a:prstGeom prst="rect">
            <a:avLst/>
          </a:prstGeom>
        </p:spPr>
        <p:txBody>
          <a:bodyPr/>
          <a:lstStyle/>
          <a:p>
            <a:endParaRPr lang="en-US" dirty="0">
              <a:solidFill>
                <a:prstClr val="black"/>
              </a:solidFill>
            </a:endParaRPr>
          </a:p>
        </p:txBody>
      </p:sp>
      <p:sp>
        <p:nvSpPr>
          <p:cNvPr id="5" name="Footer Placeholder 4"/>
          <p:cNvSpPr>
            <a:spLocks noGrp="1"/>
          </p:cNvSpPr>
          <p:nvPr>
            <p:ph type="ftr" sz="quarter" idx="11"/>
          </p:nvPr>
        </p:nvSpPr>
        <p:spPr>
          <a:xfrm>
            <a:off x="4038600" y="6356352"/>
            <a:ext cx="4114800" cy="365125"/>
          </a:xfrm>
          <a:prstGeom prst="rect">
            <a:avLst/>
          </a:prstGeom>
        </p:spPr>
        <p:txBody>
          <a:bodyPr/>
          <a:lstStyle/>
          <a:p>
            <a:endParaRPr lang="en-US" dirty="0">
              <a:solidFill>
                <a:prstClr val="black"/>
              </a:solidFill>
            </a:endParaRPr>
          </a:p>
        </p:txBody>
      </p:sp>
      <p:sp>
        <p:nvSpPr>
          <p:cNvPr id="6" name="Slide Number Placeholder 5"/>
          <p:cNvSpPr>
            <a:spLocks noGrp="1"/>
          </p:cNvSpPr>
          <p:nvPr>
            <p:ph type="sldNum" sz="quarter" idx="12"/>
          </p:nvPr>
        </p:nvSpPr>
        <p:spPr/>
        <p:txBody>
          <a:bodyPr/>
          <a:lstStyle/>
          <a:p>
            <a:fld id="{8E565A5E-131F-486C-BEC3-CA739A37F925}"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1500082476"/>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2"/>
            <a:ext cx="2743200" cy="365125"/>
          </a:xfrm>
          <a:prstGeom prst="rect">
            <a:avLst/>
          </a:prstGeom>
        </p:spPr>
        <p:txBody>
          <a:bodyPr/>
          <a:lstStyle/>
          <a:p>
            <a:endParaRPr lang="en-US" dirty="0">
              <a:solidFill>
                <a:prstClr val="black"/>
              </a:solidFill>
            </a:endParaRPr>
          </a:p>
        </p:txBody>
      </p:sp>
      <p:sp>
        <p:nvSpPr>
          <p:cNvPr id="6" name="Footer Placeholder 5"/>
          <p:cNvSpPr>
            <a:spLocks noGrp="1"/>
          </p:cNvSpPr>
          <p:nvPr>
            <p:ph type="ftr" sz="quarter" idx="11"/>
          </p:nvPr>
        </p:nvSpPr>
        <p:spPr>
          <a:xfrm>
            <a:off x="4038600" y="6356352"/>
            <a:ext cx="4114800" cy="365125"/>
          </a:xfrm>
          <a:prstGeom prst="rect">
            <a:avLst/>
          </a:prstGeom>
        </p:spPr>
        <p:txBody>
          <a:bodyPr/>
          <a:lstStyle/>
          <a:p>
            <a:endParaRPr lang="en-US" dirty="0">
              <a:solidFill>
                <a:prstClr val="black"/>
              </a:solidFill>
            </a:endParaRPr>
          </a:p>
        </p:txBody>
      </p:sp>
      <p:sp>
        <p:nvSpPr>
          <p:cNvPr id="7" name="Slide Number Placeholder 6"/>
          <p:cNvSpPr>
            <a:spLocks noGrp="1"/>
          </p:cNvSpPr>
          <p:nvPr>
            <p:ph type="sldNum" sz="quarter" idx="12"/>
          </p:nvPr>
        </p:nvSpPr>
        <p:spPr/>
        <p:txBody>
          <a:bodyPr/>
          <a:lstStyle/>
          <a:p>
            <a:fld id="{8E565A5E-131F-486C-BEC3-CA739A37F925}"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2671110252"/>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2"/>
            <a:ext cx="2743200" cy="365125"/>
          </a:xfrm>
          <a:prstGeom prst="rect">
            <a:avLst/>
          </a:prstGeom>
        </p:spPr>
        <p:txBody>
          <a:bodyPr/>
          <a:lstStyle/>
          <a:p>
            <a:endParaRPr lang="en-US" dirty="0">
              <a:solidFill>
                <a:prstClr val="black"/>
              </a:solidFill>
            </a:endParaRPr>
          </a:p>
        </p:txBody>
      </p:sp>
      <p:sp>
        <p:nvSpPr>
          <p:cNvPr id="8" name="Footer Placeholder 7"/>
          <p:cNvSpPr>
            <a:spLocks noGrp="1"/>
          </p:cNvSpPr>
          <p:nvPr>
            <p:ph type="ftr" sz="quarter" idx="11"/>
          </p:nvPr>
        </p:nvSpPr>
        <p:spPr>
          <a:xfrm>
            <a:off x="4038600" y="6356352"/>
            <a:ext cx="4114800" cy="365125"/>
          </a:xfrm>
          <a:prstGeom prst="rect">
            <a:avLst/>
          </a:prstGeom>
        </p:spPr>
        <p:txBody>
          <a:bodyPr/>
          <a:lstStyle/>
          <a:p>
            <a:endParaRPr lang="en-US" dirty="0">
              <a:solidFill>
                <a:prstClr val="black"/>
              </a:solidFill>
            </a:endParaRPr>
          </a:p>
        </p:txBody>
      </p:sp>
      <p:sp>
        <p:nvSpPr>
          <p:cNvPr id="9" name="Slide Number Placeholder 8"/>
          <p:cNvSpPr>
            <a:spLocks noGrp="1"/>
          </p:cNvSpPr>
          <p:nvPr>
            <p:ph type="sldNum" sz="quarter" idx="12"/>
          </p:nvPr>
        </p:nvSpPr>
        <p:spPr/>
        <p:txBody>
          <a:bodyPr/>
          <a:lstStyle/>
          <a:p>
            <a:fld id="{8E565A5E-131F-486C-BEC3-CA739A37F925}"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26296491"/>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838200" y="6356352"/>
            <a:ext cx="2743200" cy="365125"/>
          </a:xfrm>
          <a:prstGeom prst="rect">
            <a:avLst/>
          </a:prstGeom>
        </p:spPr>
        <p:txBody>
          <a:bodyPr/>
          <a:lstStyle/>
          <a:p>
            <a:endParaRPr lang="en-US" dirty="0">
              <a:solidFill>
                <a:prstClr val="black"/>
              </a:solidFill>
            </a:endParaRPr>
          </a:p>
        </p:txBody>
      </p:sp>
      <p:sp>
        <p:nvSpPr>
          <p:cNvPr id="4" name="Footer Placeholder 3"/>
          <p:cNvSpPr>
            <a:spLocks noGrp="1"/>
          </p:cNvSpPr>
          <p:nvPr>
            <p:ph type="ftr" sz="quarter" idx="11"/>
          </p:nvPr>
        </p:nvSpPr>
        <p:spPr>
          <a:xfrm>
            <a:off x="4038600" y="6356352"/>
            <a:ext cx="4114800" cy="365125"/>
          </a:xfrm>
          <a:prstGeom prst="rect">
            <a:avLst/>
          </a:prstGeom>
        </p:spPr>
        <p:txBody>
          <a:bodyPr/>
          <a:lstStyle/>
          <a:p>
            <a:endParaRPr lang="en-US" dirty="0">
              <a:solidFill>
                <a:prstClr val="black"/>
              </a:solidFill>
            </a:endParaRPr>
          </a:p>
        </p:txBody>
      </p:sp>
      <p:sp>
        <p:nvSpPr>
          <p:cNvPr id="5" name="Slide Number Placeholder 4"/>
          <p:cNvSpPr>
            <a:spLocks noGrp="1"/>
          </p:cNvSpPr>
          <p:nvPr>
            <p:ph type="sldNum" sz="quarter" idx="12"/>
          </p:nvPr>
        </p:nvSpPr>
        <p:spPr/>
        <p:txBody>
          <a:bodyPr/>
          <a:lstStyle/>
          <a:p>
            <a:fld id="{8E565A5E-131F-486C-BEC3-CA739A37F925}"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4185096602"/>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2"/>
            <a:ext cx="2743200" cy="365125"/>
          </a:xfrm>
          <a:prstGeom prst="rect">
            <a:avLst/>
          </a:prstGeom>
        </p:spPr>
        <p:txBody>
          <a:bodyPr/>
          <a:lstStyle/>
          <a:p>
            <a:endParaRPr lang="en-US" dirty="0">
              <a:solidFill>
                <a:prstClr val="black"/>
              </a:solidFill>
            </a:endParaRPr>
          </a:p>
        </p:txBody>
      </p:sp>
      <p:sp>
        <p:nvSpPr>
          <p:cNvPr id="3" name="Footer Placeholder 2"/>
          <p:cNvSpPr>
            <a:spLocks noGrp="1"/>
          </p:cNvSpPr>
          <p:nvPr>
            <p:ph type="ftr" sz="quarter" idx="11"/>
          </p:nvPr>
        </p:nvSpPr>
        <p:spPr>
          <a:xfrm>
            <a:off x="4038600" y="6356352"/>
            <a:ext cx="4114800" cy="365125"/>
          </a:xfrm>
          <a:prstGeom prst="rect">
            <a:avLst/>
          </a:prstGeom>
        </p:spPr>
        <p:txBody>
          <a:bodyPr/>
          <a:lstStyle/>
          <a:p>
            <a:endParaRPr lang="en-US" dirty="0">
              <a:solidFill>
                <a:prstClr val="black"/>
              </a:solidFill>
            </a:endParaRPr>
          </a:p>
        </p:txBody>
      </p:sp>
      <p:sp>
        <p:nvSpPr>
          <p:cNvPr id="4" name="Slide Number Placeholder 3"/>
          <p:cNvSpPr>
            <a:spLocks noGrp="1"/>
          </p:cNvSpPr>
          <p:nvPr>
            <p:ph type="sldNum" sz="quarter" idx="12"/>
          </p:nvPr>
        </p:nvSpPr>
        <p:spPr/>
        <p:txBody>
          <a:bodyPr/>
          <a:lstStyle/>
          <a:p>
            <a:fld id="{8E565A5E-131F-486C-BEC3-CA739A37F925}"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3363556837"/>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userDrawn="1">
  <p:cSld name="3_Presentation Title Page-Global">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772234" y="5698378"/>
            <a:ext cx="6647537" cy="1069883"/>
          </a:xfrm>
          <a:prstGeom prst="rect">
            <a:avLst/>
          </a:prstGeom>
        </p:spPr>
      </p:pic>
      <p:sp>
        <p:nvSpPr>
          <p:cNvPr id="6" name="Rectangle 5"/>
          <p:cNvSpPr/>
          <p:nvPr userDrawn="1"/>
        </p:nvSpPr>
        <p:spPr>
          <a:xfrm>
            <a:off x="0" y="1046508"/>
            <a:ext cx="12192000" cy="2631759"/>
          </a:xfrm>
          <a:prstGeom prst="rect">
            <a:avLst/>
          </a:prstGeom>
          <a:solidFill>
            <a:srgbClr val="243E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9585"/>
            <a:endParaRPr lang="en-US" sz="2400" dirty="0">
              <a:solidFill>
                <a:prstClr val="white"/>
              </a:solidFill>
            </a:endParaRPr>
          </a:p>
        </p:txBody>
      </p:sp>
      <p:sp>
        <p:nvSpPr>
          <p:cNvPr id="8" name="Title 1"/>
          <p:cNvSpPr>
            <a:spLocks noGrp="1"/>
          </p:cNvSpPr>
          <p:nvPr>
            <p:ph type="title" hasCustomPrompt="1"/>
          </p:nvPr>
        </p:nvSpPr>
        <p:spPr>
          <a:xfrm>
            <a:off x="609600" y="1294956"/>
            <a:ext cx="10972800" cy="869416"/>
          </a:xfrm>
          <a:prstGeom prst="rect">
            <a:avLst/>
          </a:prstGeom>
        </p:spPr>
        <p:txBody>
          <a:bodyPr anchor="b"/>
          <a:lstStyle>
            <a:lvl1pPr algn="ctr">
              <a:defRPr spc="200">
                <a:solidFill>
                  <a:schemeClr val="bg1"/>
                </a:solidFill>
              </a:defRPr>
            </a:lvl1pPr>
          </a:lstStyle>
          <a:p>
            <a:r>
              <a:rPr lang="en-US" dirty="0"/>
              <a:t>Insert headline here</a:t>
            </a:r>
          </a:p>
        </p:txBody>
      </p:sp>
      <p:sp>
        <p:nvSpPr>
          <p:cNvPr id="9" name="Text Placeholder 5"/>
          <p:cNvSpPr>
            <a:spLocks noGrp="1"/>
          </p:cNvSpPr>
          <p:nvPr>
            <p:ph type="body" sz="quarter" idx="10" hasCustomPrompt="1"/>
          </p:nvPr>
        </p:nvSpPr>
        <p:spPr>
          <a:xfrm>
            <a:off x="609600" y="2197499"/>
            <a:ext cx="10972800" cy="817224"/>
          </a:xfrm>
          <a:prstGeom prst="rect">
            <a:avLst/>
          </a:prstGeom>
        </p:spPr>
        <p:txBody>
          <a:bodyPr/>
          <a:lstStyle>
            <a:lvl1pPr algn="ctr">
              <a:defRPr b="0" i="0" spc="160">
                <a:solidFill>
                  <a:schemeClr val="bg1"/>
                </a:solidFill>
                <a:latin typeface="Verdana"/>
                <a:cs typeface="Verdana"/>
              </a:defRPr>
            </a:lvl1pPr>
          </a:lstStyle>
          <a:p>
            <a:pPr lvl="0"/>
            <a:r>
              <a:rPr lang="en-US" dirty="0"/>
              <a:t>Insert subhead here</a:t>
            </a:r>
          </a:p>
        </p:txBody>
      </p:sp>
    </p:spTree>
    <p:extLst>
      <p:ext uri="{BB962C8B-B14F-4D97-AF65-F5344CB8AC3E}">
        <p14:creationId xmlns:p14="http://schemas.microsoft.com/office/powerpoint/2010/main" val="4238092322"/>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Control old">
    <p:spTree>
      <p:nvGrpSpPr>
        <p:cNvPr id="1" name=""/>
        <p:cNvGrpSpPr/>
        <p:nvPr/>
      </p:nvGrpSpPr>
      <p:grpSpPr>
        <a:xfrm>
          <a:off x="0" y="0"/>
          <a:ext cx="0" cy="0"/>
          <a:chOff x="0" y="0"/>
          <a:chExt cx="0" cy="0"/>
        </a:xfrm>
      </p:grpSpPr>
      <p:sp>
        <p:nvSpPr>
          <p:cNvPr id="2" name="Title 1"/>
          <p:cNvSpPr>
            <a:spLocks noGrp="1"/>
          </p:cNvSpPr>
          <p:nvPr>
            <p:ph type="title"/>
          </p:nvPr>
        </p:nvSpPr>
        <p:spPr>
          <a:xfrm>
            <a:off x="365591" y="201181"/>
            <a:ext cx="7052352" cy="995915"/>
          </a:xfrm>
          <a:prstGeom prst="rect">
            <a:avLst/>
          </a:prstGeom>
        </p:spPr>
        <p:txBody>
          <a:bodyPr/>
          <a:lstStyle>
            <a:lvl1pPr>
              <a:defRPr sz="2400"/>
            </a:lvl1pPr>
          </a:lstStyle>
          <a:p>
            <a:r>
              <a:rPr lang="en-US" dirty="0"/>
              <a:t>Click to edit Master title style</a:t>
            </a:r>
          </a:p>
        </p:txBody>
      </p:sp>
      <p:sp>
        <p:nvSpPr>
          <p:cNvPr id="6" name="Slide Number Placeholder 5"/>
          <p:cNvSpPr>
            <a:spLocks noGrp="1"/>
          </p:cNvSpPr>
          <p:nvPr>
            <p:ph type="sldNum" sz="quarter" idx="12"/>
          </p:nvPr>
        </p:nvSpPr>
        <p:spPr/>
        <p:txBody>
          <a:bodyPr/>
          <a:lstStyle/>
          <a:p>
            <a:fld id="{8E565A5E-131F-486C-BEC3-CA739A37F925}" type="slidenum">
              <a:rPr lang="en-US" smtClean="0"/>
              <a:pPr/>
              <a:t>‹#›</a:t>
            </a:fld>
            <a:endParaRPr lang="en-US" dirty="0"/>
          </a:p>
        </p:txBody>
      </p:sp>
      <p:sp>
        <p:nvSpPr>
          <p:cNvPr id="5" name="Rounded Rectangle 4"/>
          <p:cNvSpPr/>
          <p:nvPr userDrawn="1"/>
        </p:nvSpPr>
        <p:spPr>
          <a:xfrm>
            <a:off x="910449" y="5838939"/>
            <a:ext cx="10212729" cy="8037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Key takeaway or conclusion from this page…</a:t>
            </a:r>
          </a:p>
        </p:txBody>
      </p:sp>
    </p:spTree>
    <p:extLst>
      <p:ext uri="{BB962C8B-B14F-4D97-AF65-F5344CB8AC3E}">
        <p14:creationId xmlns:p14="http://schemas.microsoft.com/office/powerpoint/2010/main" val="516858458"/>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Control">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27233" y="200740"/>
            <a:ext cx="6641387" cy="847224"/>
          </a:xfrm>
          <a:prstGeom prst="rect">
            <a:avLst/>
          </a:prstGeom>
        </p:spPr>
        <p:txBody>
          <a:bodyPr/>
          <a:lstStyle>
            <a:lvl1pPr>
              <a:defRPr sz="2400"/>
            </a:lvl1pPr>
          </a:lstStyle>
          <a:p>
            <a:r>
              <a:rPr lang="en-US" dirty="0"/>
              <a:t>Click to edit Master title style</a:t>
            </a:r>
            <a:br>
              <a:rPr lang="en-US" dirty="0"/>
            </a:br>
            <a:endParaRPr lang="en-US" dirty="0"/>
          </a:p>
        </p:txBody>
      </p:sp>
      <p:sp>
        <p:nvSpPr>
          <p:cNvPr id="3" name="Slide Number Placeholder 2"/>
          <p:cNvSpPr>
            <a:spLocks noGrp="1"/>
          </p:cNvSpPr>
          <p:nvPr>
            <p:ph type="sldNum" sz="quarter" idx="10"/>
          </p:nvPr>
        </p:nvSpPr>
        <p:spPr/>
        <p:txBody>
          <a:bodyPr/>
          <a:lstStyle/>
          <a:p>
            <a:fld id="{8E565A5E-131F-486C-BEC3-CA739A37F925}" type="slidenum">
              <a:rPr lang="en-US" smtClean="0"/>
              <a:pPr/>
              <a:t>‹#›</a:t>
            </a:fld>
            <a:endParaRPr lang="en-US" dirty="0"/>
          </a:p>
        </p:txBody>
      </p:sp>
    </p:spTree>
    <p:extLst>
      <p:ext uri="{BB962C8B-B14F-4D97-AF65-F5344CB8AC3E}">
        <p14:creationId xmlns:p14="http://schemas.microsoft.com/office/powerpoint/2010/main" val="2509352434"/>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65591" y="201184"/>
            <a:ext cx="10515600" cy="995915"/>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375866" y="1825625"/>
            <a:ext cx="11407983" cy="435133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8E565A5E-131F-486C-BEC3-CA739A37F925}"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2056572983"/>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2"/>
            <a:ext cx="2743200" cy="365125"/>
          </a:xfrm>
          <a:prstGeom prst="rect">
            <a:avLst/>
          </a:prstGeom>
        </p:spPr>
        <p:txBody>
          <a:bodyPr/>
          <a:lstStyle/>
          <a:p>
            <a:endParaRPr lang="en-US" dirty="0">
              <a:solidFill>
                <a:prstClr val="black"/>
              </a:solidFill>
            </a:endParaRPr>
          </a:p>
        </p:txBody>
      </p:sp>
      <p:sp>
        <p:nvSpPr>
          <p:cNvPr id="3" name="Footer Placeholder 2"/>
          <p:cNvSpPr>
            <a:spLocks noGrp="1"/>
          </p:cNvSpPr>
          <p:nvPr>
            <p:ph type="ftr" sz="quarter" idx="11"/>
          </p:nvPr>
        </p:nvSpPr>
        <p:spPr>
          <a:xfrm>
            <a:off x="4038600" y="6356352"/>
            <a:ext cx="4114800" cy="365125"/>
          </a:xfrm>
          <a:prstGeom prst="rect">
            <a:avLst/>
          </a:prstGeom>
        </p:spPr>
        <p:txBody>
          <a:bodyPr/>
          <a:lstStyle/>
          <a:p>
            <a:endParaRPr lang="en-US" dirty="0">
              <a:solidFill>
                <a:prstClr val="black"/>
              </a:solidFill>
            </a:endParaRPr>
          </a:p>
        </p:txBody>
      </p:sp>
      <p:sp>
        <p:nvSpPr>
          <p:cNvPr id="4" name="Slide Number Placeholder 3"/>
          <p:cNvSpPr>
            <a:spLocks noGrp="1"/>
          </p:cNvSpPr>
          <p:nvPr>
            <p:ph type="sldNum" sz="quarter" idx="12"/>
          </p:nvPr>
        </p:nvSpPr>
        <p:spPr/>
        <p:txBody>
          <a:bodyPr/>
          <a:lstStyle/>
          <a:p>
            <a:fld id="{8E565A5E-131F-486C-BEC3-CA739A37F925}"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1729555967"/>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Improv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27233" y="200740"/>
            <a:ext cx="6641387" cy="847224"/>
          </a:xfrm>
          <a:prstGeom prst="rect">
            <a:avLst/>
          </a:prstGeom>
        </p:spPr>
        <p:txBody>
          <a:bodyPr/>
          <a:lstStyle>
            <a:lvl1pPr>
              <a:defRPr sz="2400"/>
            </a:lvl1pPr>
          </a:lstStyle>
          <a:p>
            <a:r>
              <a:rPr lang="en-US" dirty="0"/>
              <a:t>Click to edit Master title style</a:t>
            </a:r>
            <a:br>
              <a:rPr lang="en-US" dirty="0"/>
            </a:br>
            <a:endParaRPr lang="en-US" dirty="0"/>
          </a:p>
        </p:txBody>
      </p:sp>
      <p:sp>
        <p:nvSpPr>
          <p:cNvPr id="3" name="Slide Number Placeholder 2"/>
          <p:cNvSpPr>
            <a:spLocks noGrp="1"/>
          </p:cNvSpPr>
          <p:nvPr>
            <p:ph type="sldNum" sz="quarter" idx="10"/>
          </p:nvPr>
        </p:nvSpPr>
        <p:spPr/>
        <p:txBody>
          <a:bodyPr/>
          <a:lstStyle/>
          <a:p>
            <a:fld id="{8E565A5E-131F-486C-BEC3-CA739A37F925}" type="slidenum">
              <a:rPr lang="en-US" smtClean="0"/>
              <a:pPr/>
              <a:t>‹#›</a:t>
            </a:fld>
            <a:endParaRPr lang="en-US" dirty="0"/>
          </a:p>
        </p:txBody>
      </p:sp>
    </p:spTree>
    <p:extLst>
      <p:ext uri="{BB962C8B-B14F-4D97-AF65-F5344CB8AC3E}">
        <p14:creationId xmlns:p14="http://schemas.microsoft.com/office/powerpoint/2010/main" val="1159851527"/>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Defin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27233" y="200740"/>
            <a:ext cx="6641387" cy="847224"/>
          </a:xfrm>
          <a:prstGeom prst="rect">
            <a:avLst/>
          </a:prstGeom>
        </p:spPr>
        <p:txBody>
          <a:bodyPr/>
          <a:lstStyle>
            <a:lvl1pPr>
              <a:defRPr sz="2400"/>
            </a:lvl1pPr>
          </a:lstStyle>
          <a:p>
            <a:r>
              <a:rPr lang="en-US" dirty="0"/>
              <a:t>Click to edit Master title style</a:t>
            </a:r>
            <a:br>
              <a:rPr lang="en-US" dirty="0"/>
            </a:br>
            <a:endParaRPr lang="en-US" dirty="0"/>
          </a:p>
        </p:txBody>
      </p:sp>
      <p:sp>
        <p:nvSpPr>
          <p:cNvPr id="3" name="Slide Number Placeholder 2"/>
          <p:cNvSpPr>
            <a:spLocks noGrp="1"/>
          </p:cNvSpPr>
          <p:nvPr>
            <p:ph type="sldNum" sz="quarter" idx="10"/>
          </p:nvPr>
        </p:nvSpPr>
        <p:spPr/>
        <p:txBody>
          <a:bodyPr/>
          <a:lstStyle/>
          <a:p>
            <a:fld id="{8E565A5E-131F-486C-BEC3-CA739A37F925}" type="slidenum">
              <a:rPr lang="en-US" smtClean="0"/>
              <a:pPr/>
              <a:t>‹#›</a:t>
            </a:fld>
            <a:endParaRPr lang="en-US" dirty="0"/>
          </a:p>
        </p:txBody>
      </p:sp>
    </p:spTree>
    <p:extLst>
      <p:ext uri="{BB962C8B-B14F-4D97-AF65-F5344CB8AC3E}">
        <p14:creationId xmlns:p14="http://schemas.microsoft.com/office/powerpoint/2010/main" val="3204836394"/>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Slide Number Placeholder 5"/>
          <p:cNvSpPr>
            <a:spLocks noGrp="1"/>
          </p:cNvSpPr>
          <p:nvPr>
            <p:ph type="sldNum" sz="quarter" idx="12"/>
          </p:nvPr>
        </p:nvSpPr>
        <p:spPr/>
        <p:txBody>
          <a:bodyPr/>
          <a:lstStyle/>
          <a:p>
            <a:fld id="{8E565A5E-131F-486C-BEC3-CA739A37F925}"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3982379633"/>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8E565A5E-131F-486C-BEC3-CA739A37F925}"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3695709904"/>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2"/>
            <a:ext cx="2743200" cy="365125"/>
          </a:xfrm>
          <a:prstGeom prst="rect">
            <a:avLst/>
          </a:prstGeom>
        </p:spPr>
        <p:txBody>
          <a:bodyPr/>
          <a:lstStyle/>
          <a:p>
            <a:endParaRPr lang="en-US" dirty="0">
              <a:solidFill>
                <a:prstClr val="black"/>
              </a:solidFill>
            </a:endParaRPr>
          </a:p>
        </p:txBody>
      </p:sp>
      <p:sp>
        <p:nvSpPr>
          <p:cNvPr id="5" name="Footer Placeholder 4"/>
          <p:cNvSpPr>
            <a:spLocks noGrp="1"/>
          </p:cNvSpPr>
          <p:nvPr>
            <p:ph type="ftr" sz="quarter" idx="11"/>
          </p:nvPr>
        </p:nvSpPr>
        <p:spPr>
          <a:xfrm>
            <a:off x="4038600" y="6356352"/>
            <a:ext cx="4114800" cy="365125"/>
          </a:xfrm>
          <a:prstGeom prst="rect">
            <a:avLst/>
          </a:prstGeom>
        </p:spPr>
        <p:txBody>
          <a:bodyPr/>
          <a:lstStyle/>
          <a:p>
            <a:endParaRPr lang="en-US" dirty="0">
              <a:solidFill>
                <a:prstClr val="black"/>
              </a:solidFill>
            </a:endParaRPr>
          </a:p>
        </p:txBody>
      </p:sp>
      <p:sp>
        <p:nvSpPr>
          <p:cNvPr id="6" name="Slide Number Placeholder 5"/>
          <p:cNvSpPr>
            <a:spLocks noGrp="1"/>
          </p:cNvSpPr>
          <p:nvPr>
            <p:ph type="sldNum" sz="quarter" idx="12"/>
          </p:nvPr>
        </p:nvSpPr>
        <p:spPr/>
        <p:txBody>
          <a:bodyPr/>
          <a:lstStyle/>
          <a:p>
            <a:fld id="{8E565A5E-131F-486C-BEC3-CA739A37F925}"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1955585950"/>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2"/>
            <a:ext cx="2743200" cy="365125"/>
          </a:xfrm>
          <a:prstGeom prst="rect">
            <a:avLst/>
          </a:prstGeom>
        </p:spPr>
        <p:txBody>
          <a:bodyPr/>
          <a:lstStyle/>
          <a:p>
            <a:endParaRPr lang="en-US" dirty="0">
              <a:solidFill>
                <a:prstClr val="black"/>
              </a:solidFill>
            </a:endParaRPr>
          </a:p>
        </p:txBody>
      </p:sp>
      <p:sp>
        <p:nvSpPr>
          <p:cNvPr id="6" name="Footer Placeholder 5"/>
          <p:cNvSpPr>
            <a:spLocks noGrp="1"/>
          </p:cNvSpPr>
          <p:nvPr>
            <p:ph type="ftr" sz="quarter" idx="11"/>
          </p:nvPr>
        </p:nvSpPr>
        <p:spPr>
          <a:xfrm>
            <a:off x="4038600" y="6356352"/>
            <a:ext cx="4114800" cy="365125"/>
          </a:xfrm>
          <a:prstGeom prst="rect">
            <a:avLst/>
          </a:prstGeom>
        </p:spPr>
        <p:txBody>
          <a:bodyPr/>
          <a:lstStyle/>
          <a:p>
            <a:endParaRPr lang="en-US" dirty="0">
              <a:solidFill>
                <a:prstClr val="black"/>
              </a:solidFill>
            </a:endParaRPr>
          </a:p>
        </p:txBody>
      </p:sp>
      <p:sp>
        <p:nvSpPr>
          <p:cNvPr id="7" name="Slide Number Placeholder 6"/>
          <p:cNvSpPr>
            <a:spLocks noGrp="1"/>
          </p:cNvSpPr>
          <p:nvPr>
            <p:ph type="sldNum" sz="quarter" idx="12"/>
          </p:nvPr>
        </p:nvSpPr>
        <p:spPr/>
        <p:txBody>
          <a:bodyPr/>
          <a:lstStyle/>
          <a:p>
            <a:fld id="{8E565A5E-131F-486C-BEC3-CA739A37F925}"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1142365457"/>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2"/>
            <a:ext cx="2743200" cy="365125"/>
          </a:xfrm>
          <a:prstGeom prst="rect">
            <a:avLst/>
          </a:prstGeom>
        </p:spPr>
        <p:txBody>
          <a:bodyPr/>
          <a:lstStyle/>
          <a:p>
            <a:endParaRPr lang="en-US" dirty="0">
              <a:solidFill>
                <a:prstClr val="black"/>
              </a:solidFill>
            </a:endParaRPr>
          </a:p>
        </p:txBody>
      </p:sp>
      <p:sp>
        <p:nvSpPr>
          <p:cNvPr id="8" name="Footer Placeholder 7"/>
          <p:cNvSpPr>
            <a:spLocks noGrp="1"/>
          </p:cNvSpPr>
          <p:nvPr>
            <p:ph type="ftr" sz="quarter" idx="11"/>
          </p:nvPr>
        </p:nvSpPr>
        <p:spPr>
          <a:xfrm>
            <a:off x="4038600" y="6356352"/>
            <a:ext cx="4114800" cy="365125"/>
          </a:xfrm>
          <a:prstGeom prst="rect">
            <a:avLst/>
          </a:prstGeom>
        </p:spPr>
        <p:txBody>
          <a:bodyPr/>
          <a:lstStyle/>
          <a:p>
            <a:endParaRPr lang="en-US" dirty="0">
              <a:solidFill>
                <a:prstClr val="black"/>
              </a:solidFill>
            </a:endParaRPr>
          </a:p>
        </p:txBody>
      </p:sp>
      <p:sp>
        <p:nvSpPr>
          <p:cNvPr id="9" name="Slide Number Placeholder 8"/>
          <p:cNvSpPr>
            <a:spLocks noGrp="1"/>
          </p:cNvSpPr>
          <p:nvPr>
            <p:ph type="sldNum" sz="quarter" idx="12"/>
          </p:nvPr>
        </p:nvSpPr>
        <p:spPr/>
        <p:txBody>
          <a:bodyPr/>
          <a:lstStyle/>
          <a:p>
            <a:fld id="{8E565A5E-131F-486C-BEC3-CA739A37F925}"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1062000019"/>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838200" y="6356352"/>
            <a:ext cx="2743200" cy="365125"/>
          </a:xfrm>
          <a:prstGeom prst="rect">
            <a:avLst/>
          </a:prstGeom>
        </p:spPr>
        <p:txBody>
          <a:bodyPr/>
          <a:lstStyle/>
          <a:p>
            <a:endParaRPr lang="en-US" dirty="0">
              <a:solidFill>
                <a:prstClr val="black"/>
              </a:solidFill>
            </a:endParaRPr>
          </a:p>
        </p:txBody>
      </p:sp>
      <p:sp>
        <p:nvSpPr>
          <p:cNvPr id="4" name="Footer Placeholder 3"/>
          <p:cNvSpPr>
            <a:spLocks noGrp="1"/>
          </p:cNvSpPr>
          <p:nvPr>
            <p:ph type="ftr" sz="quarter" idx="11"/>
          </p:nvPr>
        </p:nvSpPr>
        <p:spPr>
          <a:xfrm>
            <a:off x="4038600" y="6356352"/>
            <a:ext cx="4114800" cy="365125"/>
          </a:xfrm>
          <a:prstGeom prst="rect">
            <a:avLst/>
          </a:prstGeom>
        </p:spPr>
        <p:txBody>
          <a:bodyPr/>
          <a:lstStyle/>
          <a:p>
            <a:endParaRPr lang="en-US" dirty="0">
              <a:solidFill>
                <a:prstClr val="black"/>
              </a:solidFill>
            </a:endParaRPr>
          </a:p>
        </p:txBody>
      </p:sp>
      <p:sp>
        <p:nvSpPr>
          <p:cNvPr id="5" name="Slide Number Placeholder 4"/>
          <p:cNvSpPr>
            <a:spLocks noGrp="1"/>
          </p:cNvSpPr>
          <p:nvPr>
            <p:ph type="sldNum" sz="quarter" idx="12"/>
          </p:nvPr>
        </p:nvSpPr>
        <p:spPr/>
        <p:txBody>
          <a:bodyPr/>
          <a:lstStyle/>
          <a:p>
            <a:fld id="{8E565A5E-131F-486C-BEC3-CA739A37F925}"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380246299"/>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2"/>
            <a:ext cx="2743200" cy="365125"/>
          </a:xfrm>
          <a:prstGeom prst="rect">
            <a:avLst/>
          </a:prstGeom>
        </p:spPr>
        <p:txBody>
          <a:bodyPr/>
          <a:lstStyle/>
          <a:p>
            <a:endParaRPr lang="en-US" dirty="0">
              <a:solidFill>
                <a:prstClr val="black"/>
              </a:solidFill>
            </a:endParaRPr>
          </a:p>
        </p:txBody>
      </p:sp>
      <p:sp>
        <p:nvSpPr>
          <p:cNvPr id="3" name="Footer Placeholder 2"/>
          <p:cNvSpPr>
            <a:spLocks noGrp="1"/>
          </p:cNvSpPr>
          <p:nvPr>
            <p:ph type="ftr" sz="quarter" idx="11"/>
          </p:nvPr>
        </p:nvSpPr>
        <p:spPr>
          <a:xfrm>
            <a:off x="4038600" y="6356352"/>
            <a:ext cx="4114800" cy="365125"/>
          </a:xfrm>
          <a:prstGeom prst="rect">
            <a:avLst/>
          </a:prstGeom>
        </p:spPr>
        <p:txBody>
          <a:bodyPr/>
          <a:lstStyle/>
          <a:p>
            <a:endParaRPr lang="en-US" dirty="0">
              <a:solidFill>
                <a:prstClr val="black"/>
              </a:solidFill>
            </a:endParaRPr>
          </a:p>
        </p:txBody>
      </p:sp>
      <p:sp>
        <p:nvSpPr>
          <p:cNvPr id="4" name="Slide Number Placeholder 3"/>
          <p:cNvSpPr>
            <a:spLocks noGrp="1"/>
          </p:cNvSpPr>
          <p:nvPr>
            <p:ph type="sldNum" sz="quarter" idx="12"/>
          </p:nvPr>
        </p:nvSpPr>
        <p:spPr/>
        <p:txBody>
          <a:bodyPr/>
          <a:lstStyle/>
          <a:p>
            <a:fld id="{8E565A5E-131F-486C-BEC3-CA739A37F925}"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3486328196"/>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userDrawn="1">
  <p:cSld name="3_Presentation Title Page-Global">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772234" y="5698378"/>
            <a:ext cx="6647537" cy="1069883"/>
          </a:xfrm>
          <a:prstGeom prst="rect">
            <a:avLst/>
          </a:prstGeom>
        </p:spPr>
      </p:pic>
      <p:sp>
        <p:nvSpPr>
          <p:cNvPr id="6" name="Rectangle 5"/>
          <p:cNvSpPr/>
          <p:nvPr userDrawn="1"/>
        </p:nvSpPr>
        <p:spPr>
          <a:xfrm>
            <a:off x="0" y="1046508"/>
            <a:ext cx="12192000" cy="2631759"/>
          </a:xfrm>
          <a:prstGeom prst="rect">
            <a:avLst/>
          </a:prstGeom>
          <a:solidFill>
            <a:srgbClr val="243E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9585"/>
            <a:endParaRPr lang="en-US" sz="2400" dirty="0">
              <a:solidFill>
                <a:prstClr val="white"/>
              </a:solidFill>
            </a:endParaRPr>
          </a:p>
        </p:txBody>
      </p:sp>
      <p:sp>
        <p:nvSpPr>
          <p:cNvPr id="8" name="Title 1"/>
          <p:cNvSpPr>
            <a:spLocks noGrp="1"/>
          </p:cNvSpPr>
          <p:nvPr>
            <p:ph type="title" hasCustomPrompt="1"/>
          </p:nvPr>
        </p:nvSpPr>
        <p:spPr>
          <a:xfrm>
            <a:off x="609600" y="1294956"/>
            <a:ext cx="10972800" cy="869416"/>
          </a:xfrm>
          <a:prstGeom prst="rect">
            <a:avLst/>
          </a:prstGeom>
        </p:spPr>
        <p:txBody>
          <a:bodyPr anchor="b"/>
          <a:lstStyle>
            <a:lvl1pPr algn="ctr">
              <a:defRPr spc="200">
                <a:solidFill>
                  <a:schemeClr val="bg1"/>
                </a:solidFill>
              </a:defRPr>
            </a:lvl1pPr>
          </a:lstStyle>
          <a:p>
            <a:r>
              <a:rPr lang="en-US" dirty="0"/>
              <a:t>Insert headline here</a:t>
            </a:r>
          </a:p>
        </p:txBody>
      </p:sp>
      <p:sp>
        <p:nvSpPr>
          <p:cNvPr id="9" name="Text Placeholder 5"/>
          <p:cNvSpPr>
            <a:spLocks noGrp="1"/>
          </p:cNvSpPr>
          <p:nvPr>
            <p:ph type="body" sz="quarter" idx="10" hasCustomPrompt="1"/>
          </p:nvPr>
        </p:nvSpPr>
        <p:spPr>
          <a:xfrm>
            <a:off x="609600" y="2197499"/>
            <a:ext cx="10972800" cy="817224"/>
          </a:xfrm>
          <a:prstGeom prst="rect">
            <a:avLst/>
          </a:prstGeom>
        </p:spPr>
        <p:txBody>
          <a:bodyPr/>
          <a:lstStyle>
            <a:lvl1pPr algn="ctr">
              <a:defRPr b="0" i="0" spc="160">
                <a:solidFill>
                  <a:schemeClr val="bg1"/>
                </a:solidFill>
                <a:latin typeface="Verdana"/>
                <a:cs typeface="Verdana"/>
              </a:defRPr>
            </a:lvl1pPr>
          </a:lstStyle>
          <a:p>
            <a:pPr lvl="0"/>
            <a:r>
              <a:rPr lang="en-US" dirty="0"/>
              <a:t>Insert subhead here</a:t>
            </a:r>
          </a:p>
        </p:txBody>
      </p:sp>
    </p:spTree>
    <p:extLst>
      <p:ext uri="{BB962C8B-B14F-4D97-AF65-F5344CB8AC3E}">
        <p14:creationId xmlns:p14="http://schemas.microsoft.com/office/powerpoint/2010/main" val="184225143"/>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userDrawn="1">
  <p:cSld name="Analyz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27233" y="200740"/>
            <a:ext cx="6641387" cy="847224"/>
          </a:xfrm>
          <a:prstGeom prst="rect">
            <a:avLst/>
          </a:prstGeom>
        </p:spPr>
        <p:txBody>
          <a:bodyPr/>
          <a:lstStyle>
            <a:lvl1pPr>
              <a:defRPr sz="2400"/>
            </a:lvl1pPr>
          </a:lstStyle>
          <a:p>
            <a:r>
              <a:rPr lang="en-US" dirty="0"/>
              <a:t>Click to edit Master title style</a:t>
            </a:r>
            <a:br>
              <a:rPr lang="en-US" dirty="0"/>
            </a:br>
            <a:endParaRPr lang="en-US" dirty="0"/>
          </a:p>
        </p:txBody>
      </p:sp>
      <p:sp>
        <p:nvSpPr>
          <p:cNvPr id="3" name="Slide Number Placeholder 2"/>
          <p:cNvSpPr>
            <a:spLocks noGrp="1"/>
          </p:cNvSpPr>
          <p:nvPr>
            <p:ph type="sldNum" sz="quarter" idx="10"/>
          </p:nvPr>
        </p:nvSpPr>
        <p:spPr/>
        <p:txBody>
          <a:bodyPr/>
          <a:lstStyle/>
          <a:p>
            <a:fld id="{8E565A5E-131F-486C-BEC3-CA739A37F925}" type="slidenum">
              <a:rPr lang="en-US" smtClean="0"/>
              <a:pPr/>
              <a:t>‹#›</a:t>
            </a:fld>
            <a:endParaRPr lang="en-US" dirty="0"/>
          </a:p>
        </p:txBody>
      </p:sp>
    </p:spTree>
    <p:extLst>
      <p:ext uri="{BB962C8B-B14F-4D97-AF65-F5344CB8AC3E}">
        <p14:creationId xmlns:p14="http://schemas.microsoft.com/office/powerpoint/2010/main" val="2315539849"/>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userDrawn="1">
  <p:cSld name="Improv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27233" y="200740"/>
            <a:ext cx="6641387" cy="847224"/>
          </a:xfrm>
          <a:prstGeom prst="rect">
            <a:avLst/>
          </a:prstGeom>
        </p:spPr>
        <p:txBody>
          <a:bodyPr/>
          <a:lstStyle>
            <a:lvl1pPr>
              <a:defRPr sz="2400"/>
            </a:lvl1pPr>
          </a:lstStyle>
          <a:p>
            <a:r>
              <a:rPr lang="en-US" dirty="0"/>
              <a:t>Click to edit Master title style</a:t>
            </a:r>
            <a:br>
              <a:rPr lang="en-US" dirty="0"/>
            </a:br>
            <a:endParaRPr lang="en-US" dirty="0"/>
          </a:p>
        </p:txBody>
      </p:sp>
      <p:sp>
        <p:nvSpPr>
          <p:cNvPr id="3" name="Slide Number Placeholder 2"/>
          <p:cNvSpPr>
            <a:spLocks noGrp="1"/>
          </p:cNvSpPr>
          <p:nvPr>
            <p:ph type="sldNum" sz="quarter" idx="10"/>
          </p:nvPr>
        </p:nvSpPr>
        <p:spPr/>
        <p:txBody>
          <a:bodyPr/>
          <a:lstStyle/>
          <a:p>
            <a:fld id="{8E565A5E-131F-486C-BEC3-CA739A37F925}" type="slidenum">
              <a:rPr lang="en-US" smtClean="0"/>
              <a:pPr/>
              <a:t>‹#›</a:t>
            </a:fld>
            <a:endParaRPr lang="en-US" dirty="0"/>
          </a:p>
        </p:txBody>
      </p:sp>
    </p:spTree>
    <p:extLst>
      <p:ext uri="{BB962C8B-B14F-4D97-AF65-F5344CB8AC3E}">
        <p14:creationId xmlns:p14="http://schemas.microsoft.com/office/powerpoint/2010/main" val="3378566911"/>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type="title" preserve="1">
  <p:cSld name="Cover, blue">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5112117B-E68D-D7AC-F2F9-8C4F920022C3}"/>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0" name="think-cell data - do not delete" hidden="1">
                        <a:extLst>
                          <a:ext uri="{FF2B5EF4-FFF2-40B4-BE49-F238E27FC236}">
                            <a16:creationId xmlns:a16="http://schemas.microsoft.com/office/drawing/2014/main" id="{5112117B-E68D-D7AC-F2F9-8C4F920022C3}"/>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pic>
        <p:nvPicPr>
          <p:cNvPr id="27" name="Graphic 26">
            <a:extLst>
              <a:ext uri="{FF2B5EF4-FFF2-40B4-BE49-F238E27FC236}">
                <a16:creationId xmlns:a16="http://schemas.microsoft.com/office/drawing/2014/main" id="{51F2B09A-D49F-0399-3010-4256395911B5}"/>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5"/>
              </a:ext>
            </a:extLst>
          </a:blip>
          <a:stretch>
            <a:fillRect/>
          </a:stretch>
        </p:blipFill>
        <p:spPr>
          <a:xfrm>
            <a:off x="11342318" y="2921001"/>
            <a:ext cx="544882" cy="544882"/>
          </a:xfrm>
          <a:prstGeom prst="rect">
            <a:avLst/>
          </a:prstGeom>
        </p:spPr>
      </p:pic>
      <p:sp>
        <p:nvSpPr>
          <p:cNvPr id="2" name="Title 1"/>
          <p:cNvSpPr>
            <a:spLocks noGrp="1"/>
          </p:cNvSpPr>
          <p:nvPr>
            <p:ph type="ctrTitle" hasCustomPrompt="1"/>
          </p:nvPr>
        </p:nvSpPr>
        <p:spPr>
          <a:xfrm>
            <a:off x="304800" y="304800"/>
            <a:ext cx="7620000" cy="2971800"/>
          </a:xfrm>
        </p:spPr>
        <p:txBody>
          <a:bodyPr vert="horz" anchor="t"/>
          <a:lstStyle>
            <a:lvl1pPr algn="l">
              <a:lnSpc>
                <a:spcPct val="90000"/>
              </a:lnSpc>
              <a:defRPr sz="4320" b="0" spc="-135" baseline="0"/>
            </a:lvl1pPr>
          </a:lstStyle>
          <a:p>
            <a:r>
              <a:rPr lang="en-US"/>
              <a:t>Presentation title</a:t>
            </a:r>
          </a:p>
        </p:txBody>
      </p:sp>
      <p:sp>
        <p:nvSpPr>
          <p:cNvPr id="3" name="Subtitle 2"/>
          <p:cNvSpPr>
            <a:spLocks noGrp="1"/>
          </p:cNvSpPr>
          <p:nvPr>
            <p:ph type="subTitle" idx="1" hasCustomPrompt="1"/>
          </p:nvPr>
        </p:nvSpPr>
        <p:spPr>
          <a:xfrm>
            <a:off x="304800" y="4232276"/>
            <a:ext cx="5638800" cy="2320925"/>
          </a:xfrm>
        </p:spPr>
        <p:txBody>
          <a:bodyPr anchor="b"/>
          <a:lstStyle>
            <a:lvl1pPr marL="0" indent="0" algn="l">
              <a:buNone/>
              <a:defRPr sz="1080"/>
            </a:lvl1pPr>
            <a:lvl2pPr marL="411480" indent="0" algn="ctr">
              <a:buNone/>
              <a:defRPr sz="1800"/>
            </a:lvl2pPr>
            <a:lvl3pPr marL="822960" indent="0" algn="ctr">
              <a:buNone/>
              <a:defRPr sz="1620"/>
            </a:lvl3pPr>
            <a:lvl4pPr marL="1234440" indent="0" algn="ctr">
              <a:buNone/>
              <a:defRPr sz="1440"/>
            </a:lvl4pPr>
            <a:lvl5pPr marL="1645920" indent="0" algn="ctr">
              <a:buNone/>
              <a:defRPr sz="1440"/>
            </a:lvl5pPr>
            <a:lvl6pPr marL="2057400" indent="0" algn="ctr">
              <a:buNone/>
              <a:defRPr sz="1440"/>
            </a:lvl6pPr>
            <a:lvl7pPr marL="2468880" indent="0" algn="ctr">
              <a:buNone/>
              <a:defRPr sz="1440"/>
            </a:lvl7pPr>
            <a:lvl8pPr marL="2880360" indent="0" algn="ctr">
              <a:buNone/>
              <a:defRPr sz="1440"/>
            </a:lvl8pPr>
            <a:lvl9pPr marL="3291840" indent="0" algn="ctr">
              <a:buNone/>
              <a:defRPr sz="1440"/>
            </a:lvl9pPr>
          </a:lstStyle>
          <a:p>
            <a:r>
              <a:rPr lang="en-US"/>
              <a:t>Subtitle one</a:t>
            </a:r>
            <a:br>
              <a:rPr lang="en-US"/>
            </a:br>
            <a:r>
              <a:rPr lang="en-US"/>
              <a:t>Date </a:t>
            </a:r>
            <a:br>
              <a:rPr lang="en-US"/>
            </a:br>
            <a:r>
              <a:rPr lang="en-US"/>
              <a:t>–</a:t>
            </a:r>
            <a:br>
              <a:rPr lang="en-US"/>
            </a:br>
            <a:r>
              <a:rPr lang="en-US" err="1"/>
              <a:t>Firstname</a:t>
            </a:r>
            <a:r>
              <a:rPr lang="en-US"/>
              <a:t> Lastname</a:t>
            </a:r>
            <a:br>
              <a:rPr lang="en-US"/>
            </a:br>
            <a:r>
              <a:rPr lang="en-US"/>
              <a:t>Job title</a:t>
            </a:r>
          </a:p>
        </p:txBody>
      </p:sp>
    </p:spTree>
    <p:extLst>
      <p:ext uri="{BB962C8B-B14F-4D97-AF65-F5344CB8AC3E}">
        <p14:creationId xmlns:p14="http://schemas.microsoft.com/office/powerpoint/2010/main" val="2937400605"/>
      </p:ext>
    </p:extLst>
  </p:cSld>
  <p:clrMapOvr>
    <a:overrideClrMapping bg1="dk1" tx1="lt1" bg2="dk2" tx2="lt2" accent1="accent1" accent2="accent2" accent3="accent3" accent4="accent4" accent5="accent5" accent6="accent6" hlink="hlink" folHlink="folHlink"/>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p:cSld name="Cover, image">
    <p:bg>
      <p:bgRef idx="1001">
        <a:schemeClr val="bg1"/>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5112117B-E68D-D7AC-F2F9-8C4F920022C3}"/>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0" name="think-cell data - do not delete" hidden="1">
                        <a:extLst>
                          <a:ext uri="{FF2B5EF4-FFF2-40B4-BE49-F238E27FC236}">
                            <a16:creationId xmlns:a16="http://schemas.microsoft.com/office/drawing/2014/main" id="{5112117B-E68D-D7AC-F2F9-8C4F920022C3}"/>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6" name="Picture Placeholder 5">
            <a:extLst>
              <a:ext uri="{FF2B5EF4-FFF2-40B4-BE49-F238E27FC236}">
                <a16:creationId xmlns:a16="http://schemas.microsoft.com/office/drawing/2014/main" id="{EDC3E2BF-6E19-28C5-D871-F6F01FA25999}"/>
              </a:ext>
            </a:extLst>
          </p:cNvPr>
          <p:cNvSpPr>
            <a:spLocks noGrp="1"/>
          </p:cNvSpPr>
          <p:nvPr>
            <p:ph type="pic" sz="quarter" idx="10"/>
          </p:nvPr>
        </p:nvSpPr>
        <p:spPr>
          <a:xfrm>
            <a:off x="-3048" y="-4572"/>
            <a:ext cx="12198096" cy="6867144"/>
          </a:xfrm>
          <a:solidFill>
            <a:srgbClr val="E8E6E3"/>
          </a:solidFill>
        </p:spPr>
        <p:txBody>
          <a:bodyPr/>
          <a:lstStyle/>
          <a:p>
            <a:r>
              <a:rPr lang="en-US"/>
              <a:t>Click icon to add picture</a:t>
            </a:r>
          </a:p>
        </p:txBody>
      </p:sp>
      <p:sp>
        <p:nvSpPr>
          <p:cNvPr id="2" name="Title 1"/>
          <p:cNvSpPr>
            <a:spLocks noGrp="1"/>
          </p:cNvSpPr>
          <p:nvPr>
            <p:ph type="ctrTitle" hasCustomPrompt="1"/>
          </p:nvPr>
        </p:nvSpPr>
        <p:spPr>
          <a:xfrm>
            <a:off x="304800" y="304800"/>
            <a:ext cx="7620000" cy="2971800"/>
          </a:xfrm>
        </p:spPr>
        <p:txBody>
          <a:bodyPr vert="horz" anchor="t"/>
          <a:lstStyle>
            <a:lvl1pPr algn="l">
              <a:lnSpc>
                <a:spcPct val="90000"/>
              </a:lnSpc>
              <a:defRPr sz="4320" b="0" spc="-135" baseline="0">
                <a:solidFill>
                  <a:schemeClr val="bg1"/>
                </a:solidFill>
              </a:defRPr>
            </a:lvl1pPr>
          </a:lstStyle>
          <a:p>
            <a:r>
              <a:rPr lang="en-US"/>
              <a:t>Presentation title</a:t>
            </a:r>
          </a:p>
        </p:txBody>
      </p:sp>
      <p:sp>
        <p:nvSpPr>
          <p:cNvPr id="3" name="Subtitle 2"/>
          <p:cNvSpPr>
            <a:spLocks noGrp="1"/>
          </p:cNvSpPr>
          <p:nvPr>
            <p:ph type="subTitle" idx="1" hasCustomPrompt="1"/>
          </p:nvPr>
        </p:nvSpPr>
        <p:spPr>
          <a:xfrm>
            <a:off x="304800" y="4232276"/>
            <a:ext cx="5638800" cy="2320925"/>
          </a:xfrm>
        </p:spPr>
        <p:txBody>
          <a:bodyPr anchor="b"/>
          <a:lstStyle>
            <a:lvl1pPr marL="0" indent="0" algn="l">
              <a:buNone/>
              <a:defRPr sz="1080">
                <a:solidFill>
                  <a:schemeClr val="bg1"/>
                </a:solidFill>
              </a:defRPr>
            </a:lvl1pPr>
            <a:lvl2pPr marL="411480" indent="0" algn="ctr">
              <a:buNone/>
              <a:defRPr sz="1800"/>
            </a:lvl2pPr>
            <a:lvl3pPr marL="822960" indent="0" algn="ctr">
              <a:buNone/>
              <a:defRPr sz="1620"/>
            </a:lvl3pPr>
            <a:lvl4pPr marL="1234440" indent="0" algn="ctr">
              <a:buNone/>
              <a:defRPr sz="1440"/>
            </a:lvl4pPr>
            <a:lvl5pPr marL="1645920" indent="0" algn="ctr">
              <a:buNone/>
              <a:defRPr sz="1440"/>
            </a:lvl5pPr>
            <a:lvl6pPr marL="2057400" indent="0" algn="ctr">
              <a:buNone/>
              <a:defRPr sz="1440"/>
            </a:lvl6pPr>
            <a:lvl7pPr marL="2468880" indent="0" algn="ctr">
              <a:buNone/>
              <a:defRPr sz="1440"/>
            </a:lvl7pPr>
            <a:lvl8pPr marL="2880360" indent="0" algn="ctr">
              <a:buNone/>
              <a:defRPr sz="1440"/>
            </a:lvl8pPr>
            <a:lvl9pPr marL="3291840" indent="0" algn="ctr">
              <a:buNone/>
              <a:defRPr sz="1440"/>
            </a:lvl9pPr>
          </a:lstStyle>
          <a:p>
            <a:r>
              <a:rPr lang="en-US"/>
              <a:t>Subtitle one</a:t>
            </a:r>
            <a:br>
              <a:rPr lang="en-US"/>
            </a:br>
            <a:r>
              <a:rPr lang="en-US"/>
              <a:t>Date </a:t>
            </a:r>
            <a:br>
              <a:rPr lang="en-US"/>
            </a:br>
            <a:r>
              <a:rPr lang="en-US"/>
              <a:t>–</a:t>
            </a:r>
            <a:br>
              <a:rPr lang="en-US"/>
            </a:br>
            <a:r>
              <a:rPr lang="en-US" err="1"/>
              <a:t>Firstname</a:t>
            </a:r>
            <a:r>
              <a:rPr lang="en-US"/>
              <a:t> Lastname</a:t>
            </a:r>
            <a:br>
              <a:rPr lang="en-US"/>
            </a:br>
            <a:r>
              <a:rPr lang="en-US"/>
              <a:t>Job title</a:t>
            </a:r>
          </a:p>
        </p:txBody>
      </p:sp>
      <p:sp>
        <p:nvSpPr>
          <p:cNvPr id="4" name="Logo placeholder">
            <a:extLst>
              <a:ext uri="{FF2B5EF4-FFF2-40B4-BE49-F238E27FC236}">
                <a16:creationId xmlns:a16="http://schemas.microsoft.com/office/drawing/2014/main" id="{658F3092-2A8C-00BA-7734-3D65DD64D9DD}"/>
              </a:ext>
            </a:extLst>
          </p:cNvPr>
          <p:cNvSpPr>
            <a:spLocks noGrp="1" noRot="1" noChangeAspect="1" noMove="1" noResize="1" noEditPoints="1" noAdjustHandles="1" noChangeArrowheads="1" noChangeShapeType="1"/>
          </p:cNvSpPr>
          <p:nvPr>
            <p:ph type="body" sz="half" idx="2" hasCustomPrompt="1"/>
          </p:nvPr>
        </p:nvSpPr>
        <p:spPr>
          <a:xfrm>
            <a:off x="11338560" y="2921000"/>
            <a:ext cx="548640" cy="548640"/>
          </a:xfrm>
          <a:blipFill>
            <a:blip>
              <a:extLst>
                <a:ext uri="{96DAC541-7B7A-43D3-8B79-37D633B846F1}">
                  <asvg:svgBlip xmlns:asvg="http://schemas.microsoft.com/office/drawing/2016/SVG/main" r:embed="rId5"/>
                </a:ext>
              </a:extLst>
            </a:blip>
            <a:stretch>
              <a:fillRect/>
            </a:stretch>
          </a:blipFill>
        </p:spPr>
        <p:txBody>
          <a:bodyPr/>
          <a:lstStyle>
            <a:lvl1pPr marL="0" indent="0">
              <a:buNone/>
              <a:defRPr sz="72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 </a:t>
            </a:r>
          </a:p>
        </p:txBody>
      </p:sp>
    </p:spTree>
    <p:extLst>
      <p:ext uri="{BB962C8B-B14F-4D97-AF65-F5344CB8AC3E}">
        <p14:creationId xmlns:p14="http://schemas.microsoft.com/office/powerpoint/2010/main" val="1500734364"/>
      </p:ext>
    </p:extLst>
  </p:cSld>
  <p:clrMapOvr>
    <a:overrideClrMapping bg1="lt1" tx1="dk1" bg2="lt2" tx2="dk2" accent1="accent1" accent2="accent2" accent3="accent3" accent4="accent4" accent5="accent5" accent6="accent6" hlink="hlink" folHlink="folHlink"/>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userDrawn="1">
  <p:cSld name="Cover, image 50%">
    <p:bg>
      <p:bgRef idx="1001">
        <a:schemeClr val="bg1"/>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5112117B-E68D-D7AC-F2F9-8C4F920022C3}"/>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0" name="think-cell data - do not delete" hidden="1">
                        <a:extLst>
                          <a:ext uri="{FF2B5EF4-FFF2-40B4-BE49-F238E27FC236}">
                            <a16:creationId xmlns:a16="http://schemas.microsoft.com/office/drawing/2014/main" id="{5112117B-E68D-D7AC-F2F9-8C4F920022C3}"/>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pic>
        <p:nvPicPr>
          <p:cNvPr id="5" name="Graphic 4">
            <a:extLst>
              <a:ext uri="{FF2B5EF4-FFF2-40B4-BE49-F238E27FC236}">
                <a16:creationId xmlns:a16="http://schemas.microsoft.com/office/drawing/2014/main" id="{819B8A92-3C33-52F1-15B4-EA3D9D4FED57}"/>
              </a:ext>
            </a:extLst>
          </p:cNvPr>
          <p:cNvPicPr/>
          <p:nvPr userDrawn="1"/>
        </p:nvPicPr>
        <p:blipFill>
          <a:blip>
            <a:extLst>
              <a:ext uri="{96DAC541-7B7A-43D3-8B79-37D633B846F1}">
                <asvg:svgBlip xmlns:asvg="http://schemas.microsoft.com/office/drawing/2016/SVG/main" r:embed="rId5"/>
              </a:ext>
            </a:extLst>
          </a:blip>
          <a:stretch>
            <a:fillRect/>
          </a:stretch>
        </p:blipFill>
        <p:spPr>
          <a:xfrm>
            <a:off x="11342318" y="312915"/>
            <a:ext cx="544882" cy="544882"/>
          </a:xfrm>
          <a:prstGeom prst="rect">
            <a:avLst/>
          </a:prstGeom>
        </p:spPr>
      </p:pic>
      <p:sp>
        <p:nvSpPr>
          <p:cNvPr id="6" name="Picture Placeholder 5">
            <a:extLst>
              <a:ext uri="{FF2B5EF4-FFF2-40B4-BE49-F238E27FC236}">
                <a16:creationId xmlns:a16="http://schemas.microsoft.com/office/drawing/2014/main" id="{EDC3E2BF-6E19-28C5-D871-F6F01FA25999}"/>
              </a:ext>
            </a:extLst>
          </p:cNvPr>
          <p:cNvSpPr>
            <a:spLocks noGrp="1"/>
          </p:cNvSpPr>
          <p:nvPr>
            <p:ph type="pic" sz="quarter" idx="10"/>
          </p:nvPr>
        </p:nvSpPr>
        <p:spPr>
          <a:xfrm>
            <a:off x="0" y="3273552"/>
            <a:ext cx="12192000" cy="3593592"/>
          </a:xfrm>
          <a:solidFill>
            <a:srgbClr val="E8E6E3"/>
          </a:solidFill>
        </p:spPr>
        <p:txBody>
          <a:bodyPr/>
          <a:lstStyle/>
          <a:p>
            <a:r>
              <a:rPr lang="en-US"/>
              <a:t>Click icon to add picture</a:t>
            </a:r>
          </a:p>
        </p:txBody>
      </p:sp>
      <p:sp>
        <p:nvSpPr>
          <p:cNvPr id="3" name="Subtitle 2"/>
          <p:cNvSpPr>
            <a:spLocks noGrp="1"/>
          </p:cNvSpPr>
          <p:nvPr>
            <p:ph type="subTitle" idx="1" hasCustomPrompt="1"/>
          </p:nvPr>
        </p:nvSpPr>
        <p:spPr>
          <a:xfrm>
            <a:off x="304800" y="4232276"/>
            <a:ext cx="5638800" cy="2320925"/>
          </a:xfrm>
        </p:spPr>
        <p:txBody>
          <a:bodyPr anchor="b"/>
          <a:lstStyle>
            <a:lvl1pPr marL="0" indent="0" algn="l">
              <a:buNone/>
              <a:defRPr sz="1080">
                <a:solidFill>
                  <a:schemeClr val="bg1"/>
                </a:solidFill>
              </a:defRPr>
            </a:lvl1pPr>
            <a:lvl2pPr marL="411480" indent="0" algn="ctr">
              <a:buNone/>
              <a:defRPr sz="1800"/>
            </a:lvl2pPr>
            <a:lvl3pPr marL="822960" indent="0" algn="ctr">
              <a:buNone/>
              <a:defRPr sz="1620"/>
            </a:lvl3pPr>
            <a:lvl4pPr marL="1234440" indent="0" algn="ctr">
              <a:buNone/>
              <a:defRPr sz="1440"/>
            </a:lvl4pPr>
            <a:lvl5pPr marL="1645920" indent="0" algn="ctr">
              <a:buNone/>
              <a:defRPr sz="1440"/>
            </a:lvl5pPr>
            <a:lvl6pPr marL="2057400" indent="0" algn="ctr">
              <a:buNone/>
              <a:defRPr sz="1440"/>
            </a:lvl6pPr>
            <a:lvl7pPr marL="2468880" indent="0" algn="ctr">
              <a:buNone/>
              <a:defRPr sz="1440"/>
            </a:lvl7pPr>
            <a:lvl8pPr marL="2880360" indent="0" algn="ctr">
              <a:buNone/>
              <a:defRPr sz="1440"/>
            </a:lvl8pPr>
            <a:lvl9pPr marL="3291840" indent="0" algn="ctr">
              <a:buNone/>
              <a:defRPr sz="1440"/>
            </a:lvl9pPr>
          </a:lstStyle>
          <a:p>
            <a:r>
              <a:rPr lang="en-US"/>
              <a:t>Subtitle one</a:t>
            </a:r>
            <a:br>
              <a:rPr lang="en-US"/>
            </a:br>
            <a:r>
              <a:rPr lang="en-US"/>
              <a:t>Date </a:t>
            </a:r>
            <a:br>
              <a:rPr lang="en-US"/>
            </a:br>
            <a:r>
              <a:rPr lang="en-US"/>
              <a:t>–</a:t>
            </a:r>
            <a:br>
              <a:rPr lang="en-US"/>
            </a:br>
            <a:r>
              <a:rPr lang="en-US" err="1"/>
              <a:t>Firstname</a:t>
            </a:r>
            <a:r>
              <a:rPr lang="en-US"/>
              <a:t> Lastname</a:t>
            </a:r>
            <a:br>
              <a:rPr lang="en-US"/>
            </a:br>
            <a:r>
              <a:rPr lang="en-US"/>
              <a:t>Job title</a:t>
            </a:r>
          </a:p>
        </p:txBody>
      </p:sp>
      <p:sp>
        <p:nvSpPr>
          <p:cNvPr id="2" name="Title 1"/>
          <p:cNvSpPr>
            <a:spLocks noGrp="1"/>
          </p:cNvSpPr>
          <p:nvPr>
            <p:ph type="ctrTitle" hasCustomPrompt="1"/>
          </p:nvPr>
        </p:nvSpPr>
        <p:spPr>
          <a:xfrm>
            <a:off x="304800" y="304800"/>
            <a:ext cx="5638800" cy="2743200"/>
          </a:xfrm>
        </p:spPr>
        <p:txBody>
          <a:bodyPr vert="horz" anchor="t"/>
          <a:lstStyle>
            <a:lvl1pPr algn="l">
              <a:lnSpc>
                <a:spcPct val="95000"/>
              </a:lnSpc>
              <a:defRPr sz="2700" b="0" spc="-36" baseline="0">
                <a:solidFill>
                  <a:schemeClr val="tx1"/>
                </a:solidFill>
              </a:defRPr>
            </a:lvl1pPr>
          </a:lstStyle>
          <a:p>
            <a:r>
              <a:rPr lang="en-US"/>
              <a:t>Presentation title</a:t>
            </a:r>
          </a:p>
        </p:txBody>
      </p:sp>
    </p:spTree>
    <p:extLst>
      <p:ext uri="{BB962C8B-B14F-4D97-AF65-F5344CB8AC3E}">
        <p14:creationId xmlns:p14="http://schemas.microsoft.com/office/powerpoint/2010/main" val="3476116283"/>
      </p:ext>
    </p:extLst>
  </p:cSld>
  <p:clrMapOvr>
    <a:overrideClrMapping bg1="lt1" tx1="dk1" bg2="lt2" tx2="dk2" accent1="accent1" accent2="accent2" accent3="accent3" accent4="accent4" accent5="accent5" accent6="accent6" hlink="hlink" folHlink="folHlink"/>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p:cSld name="Cover, center, image/studio">
    <p:bg>
      <p:bgPr>
        <a:solidFill>
          <a:srgbClr val="0D152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5112117B-E68D-D7AC-F2F9-8C4F920022C3}"/>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0" name="think-cell data - do not delete" hidden="1">
                        <a:extLst>
                          <a:ext uri="{FF2B5EF4-FFF2-40B4-BE49-F238E27FC236}">
                            <a16:creationId xmlns:a16="http://schemas.microsoft.com/office/drawing/2014/main" id="{5112117B-E68D-D7AC-F2F9-8C4F920022C3}"/>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6" name="Picture Placeholder 5">
            <a:extLst>
              <a:ext uri="{FF2B5EF4-FFF2-40B4-BE49-F238E27FC236}">
                <a16:creationId xmlns:a16="http://schemas.microsoft.com/office/drawing/2014/main" id="{EDC3E2BF-6E19-28C5-D871-F6F01FA25999}"/>
              </a:ext>
            </a:extLst>
          </p:cNvPr>
          <p:cNvSpPr>
            <a:spLocks noGrp="1"/>
          </p:cNvSpPr>
          <p:nvPr>
            <p:ph type="pic" sz="quarter" idx="10"/>
          </p:nvPr>
        </p:nvSpPr>
        <p:spPr>
          <a:xfrm>
            <a:off x="0" y="0"/>
            <a:ext cx="12188952" cy="6858000"/>
          </a:xfrm>
          <a:solidFill>
            <a:schemeClr val="bg1">
              <a:lumMod val="95000"/>
            </a:schemeClr>
          </a:solidFill>
        </p:spPr>
        <p:txBody>
          <a:bodyPr/>
          <a:lstStyle/>
          <a:p>
            <a:r>
              <a:rPr lang="en-US"/>
              <a:t>Click icon to add picture</a:t>
            </a:r>
          </a:p>
        </p:txBody>
      </p:sp>
      <p:sp>
        <p:nvSpPr>
          <p:cNvPr id="3" name="Subtitle 2"/>
          <p:cNvSpPr>
            <a:spLocks noGrp="1"/>
          </p:cNvSpPr>
          <p:nvPr>
            <p:ph type="subTitle" idx="1" hasCustomPrompt="1"/>
          </p:nvPr>
        </p:nvSpPr>
        <p:spPr>
          <a:xfrm>
            <a:off x="304800" y="5549901"/>
            <a:ext cx="5638800" cy="1003300"/>
          </a:xfrm>
        </p:spPr>
        <p:txBody>
          <a:bodyPr anchor="b"/>
          <a:lstStyle>
            <a:lvl1pPr marL="0" indent="0" algn="l">
              <a:buNone/>
              <a:defRPr sz="1080">
                <a:solidFill>
                  <a:schemeClr val="tx1"/>
                </a:solidFill>
              </a:defRPr>
            </a:lvl1pPr>
            <a:lvl2pPr marL="411480" indent="0" algn="ctr">
              <a:buNone/>
              <a:defRPr sz="1800"/>
            </a:lvl2pPr>
            <a:lvl3pPr marL="822960" indent="0" algn="ctr">
              <a:buNone/>
              <a:defRPr sz="1620"/>
            </a:lvl3pPr>
            <a:lvl4pPr marL="1234440" indent="0" algn="ctr">
              <a:buNone/>
              <a:defRPr sz="1440"/>
            </a:lvl4pPr>
            <a:lvl5pPr marL="1645920" indent="0" algn="ctr">
              <a:buNone/>
              <a:defRPr sz="1440"/>
            </a:lvl5pPr>
            <a:lvl6pPr marL="2057400" indent="0" algn="ctr">
              <a:buNone/>
              <a:defRPr sz="1440"/>
            </a:lvl6pPr>
            <a:lvl7pPr marL="2468880" indent="0" algn="ctr">
              <a:buNone/>
              <a:defRPr sz="1440"/>
            </a:lvl7pPr>
            <a:lvl8pPr marL="2880360" indent="0" algn="ctr">
              <a:buNone/>
              <a:defRPr sz="1440"/>
            </a:lvl8pPr>
            <a:lvl9pPr marL="3291840" indent="0" algn="ctr">
              <a:buNone/>
              <a:defRPr sz="1440"/>
            </a:lvl9pPr>
          </a:lstStyle>
          <a:p>
            <a:r>
              <a:rPr lang="en-US"/>
              <a:t>Subtitle one</a:t>
            </a:r>
            <a:br>
              <a:rPr lang="en-US"/>
            </a:br>
            <a:r>
              <a:rPr lang="en-US"/>
              <a:t>Date </a:t>
            </a:r>
            <a:br>
              <a:rPr lang="en-US"/>
            </a:br>
            <a:r>
              <a:rPr lang="en-US"/>
              <a:t>–</a:t>
            </a:r>
            <a:br>
              <a:rPr lang="en-US"/>
            </a:br>
            <a:r>
              <a:rPr lang="en-US" err="1"/>
              <a:t>Firstname</a:t>
            </a:r>
            <a:r>
              <a:rPr lang="en-US"/>
              <a:t> Lastname</a:t>
            </a:r>
            <a:br>
              <a:rPr lang="en-US"/>
            </a:br>
            <a:r>
              <a:rPr lang="en-US"/>
              <a:t>Job title</a:t>
            </a:r>
          </a:p>
        </p:txBody>
      </p:sp>
      <p:sp>
        <p:nvSpPr>
          <p:cNvPr id="4" name="Logo placeholder">
            <a:extLst>
              <a:ext uri="{FF2B5EF4-FFF2-40B4-BE49-F238E27FC236}">
                <a16:creationId xmlns:a16="http://schemas.microsoft.com/office/drawing/2014/main" id="{658F3092-2A8C-00BA-7734-3D65DD64D9DD}"/>
              </a:ext>
            </a:extLst>
          </p:cNvPr>
          <p:cNvSpPr>
            <a:spLocks noGrp="1" noRot="1" noChangeAspect="1" noMove="1" noResize="1" noEditPoints="1" noAdjustHandles="1" noChangeArrowheads="1" noChangeShapeType="1"/>
          </p:cNvSpPr>
          <p:nvPr>
            <p:ph type="body" sz="half" idx="2" hasCustomPrompt="1"/>
          </p:nvPr>
        </p:nvSpPr>
        <p:spPr>
          <a:xfrm>
            <a:off x="11338560" y="2921000"/>
            <a:ext cx="548640" cy="548640"/>
          </a:xfrm>
          <a:blipFill>
            <a:blip>
              <a:extLst>
                <a:ext uri="{96DAC541-7B7A-43D3-8B79-37D633B846F1}">
                  <asvg:svgBlip xmlns:asvg="http://schemas.microsoft.com/office/drawing/2016/SVG/main" r:embed="rId5"/>
                </a:ext>
              </a:extLst>
            </a:blip>
            <a:stretch>
              <a:fillRect/>
            </a:stretch>
          </a:blipFill>
        </p:spPr>
        <p:txBody>
          <a:bodyPr/>
          <a:lstStyle>
            <a:lvl1pPr marL="0" indent="0">
              <a:buNone/>
              <a:defRPr sz="72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 </a:t>
            </a:r>
          </a:p>
        </p:txBody>
      </p:sp>
      <p:sp>
        <p:nvSpPr>
          <p:cNvPr id="2" name="Title 1"/>
          <p:cNvSpPr>
            <a:spLocks noGrp="1"/>
          </p:cNvSpPr>
          <p:nvPr>
            <p:ph type="ctrTitle" hasCustomPrompt="1"/>
          </p:nvPr>
        </p:nvSpPr>
        <p:spPr>
          <a:xfrm>
            <a:off x="304800" y="1308101"/>
            <a:ext cx="5638800" cy="3937000"/>
          </a:xfrm>
        </p:spPr>
        <p:txBody>
          <a:bodyPr vert="horz" anchor="ctr"/>
          <a:lstStyle>
            <a:lvl1pPr algn="l">
              <a:lnSpc>
                <a:spcPct val="95000"/>
              </a:lnSpc>
              <a:defRPr sz="2700" b="0" spc="-36" baseline="0">
                <a:solidFill>
                  <a:schemeClr val="tx1"/>
                </a:solidFill>
              </a:defRPr>
            </a:lvl1pPr>
          </a:lstStyle>
          <a:p>
            <a:r>
              <a:rPr lang="en-US"/>
              <a:t>Presentation title</a:t>
            </a:r>
          </a:p>
        </p:txBody>
      </p:sp>
    </p:spTree>
    <p:extLst>
      <p:ext uri="{BB962C8B-B14F-4D97-AF65-F5344CB8AC3E}">
        <p14:creationId xmlns:p14="http://schemas.microsoft.com/office/powerpoint/2010/main" val="1165782800"/>
      </p:ext>
    </p:extLst>
  </p:cSld>
  <p:clrMapOvr>
    <a:overrideClrMapping bg1="dk1" tx1="lt1" bg2="dk2" tx2="lt2" accent1="accent1" accent2="accent2" accent3="accent3" accent4="accent4" accent5="accent5" accent6="accent6" hlink="hlink" folHlink="folHlink"/>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p:cSld name="Cover, rule, image">
    <p:bg>
      <p:bgRef idx="1001">
        <a:schemeClr val="bg1"/>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5112117B-E68D-D7AC-F2F9-8C4F920022C3}"/>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0" name="think-cell data - do not delete" hidden="1">
                        <a:extLst>
                          <a:ext uri="{FF2B5EF4-FFF2-40B4-BE49-F238E27FC236}">
                            <a16:creationId xmlns:a16="http://schemas.microsoft.com/office/drawing/2014/main" id="{5112117B-E68D-D7AC-F2F9-8C4F920022C3}"/>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14" name="Picture Placeholder 13">
            <a:extLst>
              <a:ext uri="{FF2B5EF4-FFF2-40B4-BE49-F238E27FC236}">
                <a16:creationId xmlns:a16="http://schemas.microsoft.com/office/drawing/2014/main" id="{9CD58D2A-39D8-1C0B-25CD-E0B4913981F2}"/>
              </a:ext>
            </a:extLst>
          </p:cNvPr>
          <p:cNvSpPr>
            <a:spLocks noGrp="1"/>
          </p:cNvSpPr>
          <p:nvPr>
            <p:ph type="pic" sz="quarter" idx="10"/>
          </p:nvPr>
        </p:nvSpPr>
        <p:spPr>
          <a:xfrm>
            <a:off x="-3048" y="-4572"/>
            <a:ext cx="12198096" cy="6867144"/>
          </a:xfrm>
          <a:solidFill>
            <a:schemeClr val="bg1">
              <a:lumMod val="95000"/>
            </a:schemeClr>
          </a:solidFill>
        </p:spPr>
        <p:txBody>
          <a:bodyPr/>
          <a:lstStyle/>
          <a:p>
            <a:r>
              <a:rPr lang="en-US"/>
              <a:t>Click icon to add picture</a:t>
            </a:r>
          </a:p>
        </p:txBody>
      </p:sp>
      <p:sp>
        <p:nvSpPr>
          <p:cNvPr id="4" name="Logo placeholder">
            <a:extLst>
              <a:ext uri="{FF2B5EF4-FFF2-40B4-BE49-F238E27FC236}">
                <a16:creationId xmlns:a16="http://schemas.microsoft.com/office/drawing/2014/main" id="{2EAF29ED-0584-2F53-28D4-8E04DAACAE0B}"/>
              </a:ext>
            </a:extLst>
          </p:cNvPr>
          <p:cNvSpPr>
            <a:spLocks noGrp="1" noRot="1" noChangeAspect="1" noMove="1" noResize="1" noEditPoints="1" noAdjustHandles="1" noChangeArrowheads="1" noChangeShapeType="1"/>
          </p:cNvSpPr>
          <p:nvPr>
            <p:ph type="body" sz="half" idx="2" hasCustomPrompt="1"/>
          </p:nvPr>
        </p:nvSpPr>
        <p:spPr>
          <a:xfrm>
            <a:off x="11338560" y="2921000"/>
            <a:ext cx="548640" cy="548640"/>
          </a:xfrm>
          <a:blipFill>
            <a:blip>
              <a:extLst>
                <a:ext uri="{96DAC541-7B7A-43D3-8B79-37D633B846F1}">
                  <asvg:svgBlip xmlns:asvg="http://schemas.microsoft.com/office/drawing/2016/SVG/main" r:embed="rId5"/>
                </a:ext>
              </a:extLst>
            </a:blip>
            <a:stretch>
              <a:fillRect/>
            </a:stretch>
          </a:blipFill>
        </p:spPr>
        <p:txBody>
          <a:bodyPr/>
          <a:lstStyle>
            <a:lvl1pPr marL="0" indent="0">
              <a:buNone/>
              <a:defRPr sz="72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 </a:t>
            </a:r>
          </a:p>
        </p:txBody>
      </p:sp>
      <p:sp>
        <p:nvSpPr>
          <p:cNvPr id="2" name="Title 1"/>
          <p:cNvSpPr>
            <a:spLocks noGrp="1"/>
          </p:cNvSpPr>
          <p:nvPr>
            <p:ph type="ctrTitle" hasCustomPrompt="1"/>
          </p:nvPr>
        </p:nvSpPr>
        <p:spPr>
          <a:xfrm>
            <a:off x="152400" y="152400"/>
            <a:ext cx="5943599" cy="6553200"/>
          </a:xfrm>
          <a:prstGeom prst="roundRect">
            <a:avLst>
              <a:gd name="adj" fmla="val 2389"/>
            </a:avLst>
          </a:prstGeom>
          <a:ln>
            <a:solidFill>
              <a:schemeClr val="bg1"/>
            </a:solidFill>
          </a:ln>
        </p:spPr>
        <p:txBody>
          <a:bodyPr vert="horz" lIns="109728" tIns="109728" rIns="109728" bIns="109728" anchor="t"/>
          <a:lstStyle>
            <a:lvl1pPr algn="l">
              <a:lnSpc>
                <a:spcPct val="95000"/>
              </a:lnSpc>
              <a:defRPr sz="2700" b="0" spc="-36" baseline="0">
                <a:solidFill>
                  <a:schemeClr val="bg1"/>
                </a:solidFill>
              </a:defRPr>
            </a:lvl1pPr>
          </a:lstStyle>
          <a:p>
            <a:r>
              <a:rPr lang="en-US"/>
              <a:t>Presentation title</a:t>
            </a:r>
          </a:p>
        </p:txBody>
      </p:sp>
      <p:sp>
        <p:nvSpPr>
          <p:cNvPr id="3" name="Subtitle 2"/>
          <p:cNvSpPr>
            <a:spLocks noGrp="1"/>
          </p:cNvSpPr>
          <p:nvPr>
            <p:ph type="subTitle" idx="1" hasCustomPrompt="1"/>
          </p:nvPr>
        </p:nvSpPr>
        <p:spPr>
          <a:xfrm>
            <a:off x="304800" y="4232276"/>
            <a:ext cx="5638799" cy="2320925"/>
          </a:xfrm>
        </p:spPr>
        <p:txBody>
          <a:bodyPr anchor="b"/>
          <a:lstStyle>
            <a:lvl1pPr marL="0" indent="0" algn="l">
              <a:buNone/>
              <a:defRPr sz="1080">
                <a:solidFill>
                  <a:schemeClr val="bg1"/>
                </a:solidFill>
              </a:defRPr>
            </a:lvl1pPr>
            <a:lvl2pPr marL="411480" indent="0" algn="ctr">
              <a:buNone/>
              <a:defRPr sz="1800"/>
            </a:lvl2pPr>
            <a:lvl3pPr marL="822960" indent="0" algn="ctr">
              <a:buNone/>
              <a:defRPr sz="1620"/>
            </a:lvl3pPr>
            <a:lvl4pPr marL="1234440" indent="0" algn="ctr">
              <a:buNone/>
              <a:defRPr sz="1440"/>
            </a:lvl4pPr>
            <a:lvl5pPr marL="1645920" indent="0" algn="ctr">
              <a:buNone/>
              <a:defRPr sz="1440"/>
            </a:lvl5pPr>
            <a:lvl6pPr marL="2057400" indent="0" algn="ctr">
              <a:buNone/>
              <a:defRPr sz="1440"/>
            </a:lvl6pPr>
            <a:lvl7pPr marL="2468880" indent="0" algn="ctr">
              <a:buNone/>
              <a:defRPr sz="1440"/>
            </a:lvl7pPr>
            <a:lvl8pPr marL="2880360" indent="0" algn="ctr">
              <a:buNone/>
              <a:defRPr sz="1440"/>
            </a:lvl8pPr>
            <a:lvl9pPr marL="3291840" indent="0" algn="ctr">
              <a:buNone/>
              <a:defRPr sz="1440"/>
            </a:lvl9pPr>
          </a:lstStyle>
          <a:p>
            <a:r>
              <a:rPr lang="en-US"/>
              <a:t>Subtitle one</a:t>
            </a:r>
            <a:br>
              <a:rPr lang="en-US"/>
            </a:br>
            <a:r>
              <a:rPr lang="en-US"/>
              <a:t>Date </a:t>
            </a:r>
            <a:br>
              <a:rPr lang="en-US"/>
            </a:br>
            <a:r>
              <a:rPr lang="en-US"/>
              <a:t>–</a:t>
            </a:r>
            <a:br>
              <a:rPr lang="en-US"/>
            </a:br>
            <a:r>
              <a:rPr lang="en-US" err="1"/>
              <a:t>Firstname</a:t>
            </a:r>
            <a:r>
              <a:rPr lang="en-US"/>
              <a:t> Lastname</a:t>
            </a:r>
            <a:br>
              <a:rPr lang="en-US"/>
            </a:br>
            <a:r>
              <a:rPr lang="en-US"/>
              <a:t>Job title</a:t>
            </a:r>
          </a:p>
        </p:txBody>
      </p:sp>
    </p:spTree>
    <p:extLst>
      <p:ext uri="{BB962C8B-B14F-4D97-AF65-F5344CB8AC3E}">
        <p14:creationId xmlns:p14="http://schemas.microsoft.com/office/powerpoint/2010/main" val="3098593214"/>
      </p:ext>
    </p:extLst>
  </p:cSld>
  <p:clrMapOvr>
    <a:overrideClrMapping bg1="lt1" tx1="dk1" bg2="lt2" tx2="dk2" accent1="accent1" accent2="accent2" accent3="accent3" accent4="accent4" accent5="accent5" accent6="accent6" hlink="hlink" folHlink="folHlink"/>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p:cSld name="Cover, rule, studio">
    <p:bg>
      <p:bgRef idx="1001">
        <a:schemeClr val="bg1"/>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5112117B-E68D-D7AC-F2F9-8C4F920022C3}"/>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0" name="think-cell data - do not delete" hidden="1">
                        <a:extLst>
                          <a:ext uri="{FF2B5EF4-FFF2-40B4-BE49-F238E27FC236}">
                            <a16:creationId xmlns:a16="http://schemas.microsoft.com/office/drawing/2014/main" id="{5112117B-E68D-D7AC-F2F9-8C4F920022C3}"/>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9" name="Rounded Rectangle 8">
            <a:extLst>
              <a:ext uri="{FF2B5EF4-FFF2-40B4-BE49-F238E27FC236}">
                <a16:creationId xmlns:a16="http://schemas.microsoft.com/office/drawing/2014/main" id="{91287FFC-0E8D-2BEB-67E5-4ACC80C2CEAB}"/>
              </a:ext>
            </a:extLst>
          </p:cNvPr>
          <p:cNvSpPr/>
          <p:nvPr/>
        </p:nvSpPr>
        <p:spPr>
          <a:xfrm>
            <a:off x="152400" y="152400"/>
            <a:ext cx="5943600" cy="6553200"/>
          </a:xfrm>
          <a:prstGeom prst="roundRect">
            <a:avLst>
              <a:gd name="adj" fmla="val 2390"/>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US" sz="1620"/>
          </a:p>
        </p:txBody>
      </p:sp>
      <p:pic>
        <p:nvPicPr>
          <p:cNvPr id="27" name="Graphic 26">
            <a:extLst>
              <a:ext uri="{FF2B5EF4-FFF2-40B4-BE49-F238E27FC236}">
                <a16:creationId xmlns:a16="http://schemas.microsoft.com/office/drawing/2014/main" id="{51F2B09A-D49F-0399-3010-4256395911B5}"/>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5"/>
              </a:ext>
            </a:extLst>
          </a:blip>
          <a:srcRect/>
          <a:stretch/>
        </p:blipFill>
        <p:spPr>
          <a:xfrm>
            <a:off x="11342318" y="2921001"/>
            <a:ext cx="544882" cy="544882"/>
          </a:xfrm>
          <a:prstGeom prst="rect">
            <a:avLst/>
          </a:prstGeom>
        </p:spPr>
      </p:pic>
      <p:sp>
        <p:nvSpPr>
          <p:cNvPr id="14" name="Picture Placeholder 13">
            <a:extLst>
              <a:ext uri="{FF2B5EF4-FFF2-40B4-BE49-F238E27FC236}">
                <a16:creationId xmlns:a16="http://schemas.microsoft.com/office/drawing/2014/main" id="{9CD58D2A-39D8-1C0B-25CD-E0B4913981F2}"/>
              </a:ext>
            </a:extLst>
          </p:cNvPr>
          <p:cNvSpPr>
            <a:spLocks noGrp="1"/>
          </p:cNvSpPr>
          <p:nvPr>
            <p:ph type="pic" sz="quarter" idx="10"/>
          </p:nvPr>
        </p:nvSpPr>
        <p:spPr>
          <a:xfrm>
            <a:off x="2286000" y="0"/>
            <a:ext cx="7620000" cy="6858000"/>
          </a:xfrm>
        </p:spPr>
        <p:txBody>
          <a:bodyPr anchor="ctr"/>
          <a:lstStyle>
            <a:lvl1pPr algn="r">
              <a:defRPr/>
            </a:lvl1pPr>
          </a:lstStyle>
          <a:p>
            <a:r>
              <a:rPr lang="en-US"/>
              <a:t>Click icon to add picture</a:t>
            </a:r>
          </a:p>
        </p:txBody>
      </p:sp>
      <p:sp>
        <p:nvSpPr>
          <p:cNvPr id="2" name="Title 1"/>
          <p:cNvSpPr>
            <a:spLocks noGrp="1"/>
          </p:cNvSpPr>
          <p:nvPr>
            <p:ph type="ctrTitle" hasCustomPrompt="1"/>
          </p:nvPr>
        </p:nvSpPr>
        <p:spPr>
          <a:xfrm>
            <a:off x="304800" y="304801"/>
            <a:ext cx="5638800" cy="2311399"/>
          </a:xfrm>
        </p:spPr>
        <p:txBody>
          <a:bodyPr vert="horz" anchor="t"/>
          <a:lstStyle>
            <a:lvl1pPr algn="l">
              <a:lnSpc>
                <a:spcPct val="95000"/>
              </a:lnSpc>
              <a:defRPr sz="2700" b="0" spc="-36" baseline="0"/>
            </a:lvl1pPr>
          </a:lstStyle>
          <a:p>
            <a:r>
              <a:rPr lang="en-US"/>
              <a:t>Presentation title</a:t>
            </a:r>
          </a:p>
        </p:txBody>
      </p:sp>
      <p:sp>
        <p:nvSpPr>
          <p:cNvPr id="3" name="Subtitle 2"/>
          <p:cNvSpPr>
            <a:spLocks noGrp="1"/>
          </p:cNvSpPr>
          <p:nvPr>
            <p:ph type="subTitle" idx="1" hasCustomPrompt="1"/>
          </p:nvPr>
        </p:nvSpPr>
        <p:spPr>
          <a:xfrm>
            <a:off x="304800" y="4241802"/>
            <a:ext cx="5638800" cy="2311399"/>
          </a:xfrm>
        </p:spPr>
        <p:txBody>
          <a:bodyPr anchor="b"/>
          <a:lstStyle>
            <a:lvl1pPr marL="0" indent="0" algn="l">
              <a:buNone/>
              <a:defRPr sz="1080"/>
            </a:lvl1pPr>
            <a:lvl2pPr marL="411480" indent="0" algn="ctr">
              <a:buNone/>
              <a:defRPr sz="1800"/>
            </a:lvl2pPr>
            <a:lvl3pPr marL="822960" indent="0" algn="ctr">
              <a:buNone/>
              <a:defRPr sz="1620"/>
            </a:lvl3pPr>
            <a:lvl4pPr marL="1234440" indent="0" algn="ctr">
              <a:buNone/>
              <a:defRPr sz="1440"/>
            </a:lvl4pPr>
            <a:lvl5pPr marL="1645920" indent="0" algn="ctr">
              <a:buNone/>
              <a:defRPr sz="1440"/>
            </a:lvl5pPr>
            <a:lvl6pPr marL="2057400" indent="0" algn="ctr">
              <a:buNone/>
              <a:defRPr sz="1440"/>
            </a:lvl6pPr>
            <a:lvl7pPr marL="2468880" indent="0" algn="ctr">
              <a:buNone/>
              <a:defRPr sz="1440"/>
            </a:lvl7pPr>
            <a:lvl8pPr marL="2880360" indent="0" algn="ctr">
              <a:buNone/>
              <a:defRPr sz="1440"/>
            </a:lvl8pPr>
            <a:lvl9pPr marL="3291840" indent="0" algn="ctr">
              <a:buNone/>
              <a:defRPr sz="1440"/>
            </a:lvl9pPr>
          </a:lstStyle>
          <a:p>
            <a:r>
              <a:rPr lang="en-US"/>
              <a:t>Subtitle one</a:t>
            </a:r>
            <a:br>
              <a:rPr lang="en-US"/>
            </a:br>
            <a:r>
              <a:rPr lang="en-US"/>
              <a:t>Date </a:t>
            </a:r>
            <a:br>
              <a:rPr lang="en-US"/>
            </a:br>
            <a:r>
              <a:rPr lang="en-US"/>
              <a:t>–</a:t>
            </a:r>
            <a:br>
              <a:rPr lang="en-US"/>
            </a:br>
            <a:r>
              <a:rPr lang="en-US" err="1"/>
              <a:t>Firstname</a:t>
            </a:r>
            <a:r>
              <a:rPr lang="en-US"/>
              <a:t> Lastname</a:t>
            </a:r>
            <a:br>
              <a:rPr lang="en-US"/>
            </a:br>
            <a:r>
              <a:rPr lang="en-US"/>
              <a:t>Job title</a:t>
            </a:r>
          </a:p>
        </p:txBody>
      </p:sp>
    </p:spTree>
    <p:extLst>
      <p:ext uri="{BB962C8B-B14F-4D97-AF65-F5344CB8AC3E}">
        <p14:creationId xmlns:p14="http://schemas.microsoft.com/office/powerpoint/2010/main" val="3502839053"/>
      </p:ext>
    </p:extLst>
  </p:cSld>
  <p:clrMapOvr>
    <a:overrideClrMapping bg1="lt1" tx1="dk1" bg2="lt2" tx2="dk2" accent1="accent1" accent2="accent2" accent3="accent3" accent4="accent4" accent5="accent5" accent6="accent6" hlink="hlink" folHlink="folHlink"/>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type="title" preserve="1">
  <p:cSld name="1_Cover, blue">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5112117B-E68D-D7AC-F2F9-8C4F920022C3}"/>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0" name="think-cell data - do not delete" hidden="1">
                        <a:extLst>
                          <a:ext uri="{FF2B5EF4-FFF2-40B4-BE49-F238E27FC236}">
                            <a16:creationId xmlns:a16="http://schemas.microsoft.com/office/drawing/2014/main" id="{5112117B-E68D-D7AC-F2F9-8C4F920022C3}"/>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pic>
        <p:nvPicPr>
          <p:cNvPr id="27" name="Graphic 26">
            <a:extLst>
              <a:ext uri="{FF2B5EF4-FFF2-40B4-BE49-F238E27FC236}">
                <a16:creationId xmlns:a16="http://schemas.microsoft.com/office/drawing/2014/main" id="{51F2B09A-D49F-0399-3010-4256395911B5}"/>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5"/>
              </a:ext>
            </a:extLst>
          </a:blip>
          <a:stretch>
            <a:fillRect/>
          </a:stretch>
        </p:blipFill>
        <p:spPr>
          <a:xfrm>
            <a:off x="11342318" y="2921001"/>
            <a:ext cx="544882" cy="544882"/>
          </a:xfrm>
          <a:prstGeom prst="rect">
            <a:avLst/>
          </a:prstGeom>
        </p:spPr>
      </p:pic>
      <p:sp>
        <p:nvSpPr>
          <p:cNvPr id="2" name="Title 1"/>
          <p:cNvSpPr>
            <a:spLocks noGrp="1"/>
          </p:cNvSpPr>
          <p:nvPr>
            <p:ph type="ctrTitle" hasCustomPrompt="1"/>
          </p:nvPr>
        </p:nvSpPr>
        <p:spPr>
          <a:xfrm>
            <a:off x="304800" y="304800"/>
            <a:ext cx="7620000" cy="2971800"/>
          </a:xfrm>
        </p:spPr>
        <p:txBody>
          <a:bodyPr vert="horz" anchor="t"/>
          <a:lstStyle>
            <a:lvl1pPr algn="l">
              <a:lnSpc>
                <a:spcPct val="90000"/>
              </a:lnSpc>
              <a:defRPr sz="4320" b="0" spc="-135" baseline="0"/>
            </a:lvl1pPr>
          </a:lstStyle>
          <a:p>
            <a:r>
              <a:rPr lang="en-US"/>
              <a:t>Presentation title</a:t>
            </a:r>
          </a:p>
        </p:txBody>
      </p:sp>
      <p:sp>
        <p:nvSpPr>
          <p:cNvPr id="3" name="Subtitle 2"/>
          <p:cNvSpPr>
            <a:spLocks noGrp="1"/>
          </p:cNvSpPr>
          <p:nvPr>
            <p:ph type="subTitle" idx="1" hasCustomPrompt="1"/>
          </p:nvPr>
        </p:nvSpPr>
        <p:spPr>
          <a:xfrm>
            <a:off x="304800" y="4232276"/>
            <a:ext cx="5638800" cy="2320925"/>
          </a:xfrm>
        </p:spPr>
        <p:txBody>
          <a:bodyPr anchor="b"/>
          <a:lstStyle>
            <a:lvl1pPr marL="0" indent="0" algn="l">
              <a:buNone/>
              <a:defRPr sz="1080"/>
            </a:lvl1pPr>
            <a:lvl2pPr marL="411480" indent="0" algn="ctr">
              <a:buNone/>
              <a:defRPr sz="1800"/>
            </a:lvl2pPr>
            <a:lvl3pPr marL="822960" indent="0" algn="ctr">
              <a:buNone/>
              <a:defRPr sz="1620"/>
            </a:lvl3pPr>
            <a:lvl4pPr marL="1234440" indent="0" algn="ctr">
              <a:buNone/>
              <a:defRPr sz="1440"/>
            </a:lvl4pPr>
            <a:lvl5pPr marL="1645920" indent="0" algn="ctr">
              <a:buNone/>
              <a:defRPr sz="1440"/>
            </a:lvl5pPr>
            <a:lvl6pPr marL="2057400" indent="0" algn="ctr">
              <a:buNone/>
              <a:defRPr sz="1440"/>
            </a:lvl6pPr>
            <a:lvl7pPr marL="2468880" indent="0" algn="ctr">
              <a:buNone/>
              <a:defRPr sz="1440"/>
            </a:lvl7pPr>
            <a:lvl8pPr marL="2880360" indent="0" algn="ctr">
              <a:buNone/>
              <a:defRPr sz="1440"/>
            </a:lvl8pPr>
            <a:lvl9pPr marL="3291840" indent="0" algn="ctr">
              <a:buNone/>
              <a:defRPr sz="1440"/>
            </a:lvl9pPr>
          </a:lstStyle>
          <a:p>
            <a:r>
              <a:rPr lang="en-US"/>
              <a:t>Subtitle one</a:t>
            </a:r>
            <a:br>
              <a:rPr lang="en-US"/>
            </a:br>
            <a:r>
              <a:rPr lang="en-US"/>
              <a:t>Date </a:t>
            </a:r>
            <a:br>
              <a:rPr lang="en-US"/>
            </a:br>
            <a:r>
              <a:rPr lang="en-US"/>
              <a:t>–</a:t>
            </a:r>
            <a:br>
              <a:rPr lang="en-US"/>
            </a:br>
            <a:r>
              <a:rPr lang="en-US" err="1"/>
              <a:t>Firstname</a:t>
            </a:r>
            <a:r>
              <a:rPr lang="en-US"/>
              <a:t> Lastname</a:t>
            </a:r>
            <a:br>
              <a:rPr lang="en-US"/>
            </a:br>
            <a:r>
              <a:rPr lang="en-US"/>
              <a:t>Job title</a:t>
            </a:r>
          </a:p>
        </p:txBody>
      </p:sp>
    </p:spTree>
    <p:extLst>
      <p:ext uri="{BB962C8B-B14F-4D97-AF65-F5344CB8AC3E}">
        <p14:creationId xmlns:p14="http://schemas.microsoft.com/office/powerpoint/2010/main" val="2107216705"/>
      </p:ext>
    </p:extLst>
  </p:cSld>
  <p:clrMapOvr>
    <a:overrideClrMapping bg1="dk1" tx1="lt1" bg2="dk2" tx2="lt2" accent1="accent1" accent2="accent2" accent3="accent3" accent4="accent4" accent5="accent5" accent6="accent6" hlink="hlink" folHlink="folHlink"/>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preserve="1">
  <p:cSld name="1_Cover, image">
    <p:bg>
      <p:bgRef idx="1001">
        <a:schemeClr val="bg1"/>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5112117B-E68D-D7AC-F2F9-8C4F920022C3}"/>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0" name="think-cell data - do not delete" hidden="1">
                        <a:extLst>
                          <a:ext uri="{FF2B5EF4-FFF2-40B4-BE49-F238E27FC236}">
                            <a16:creationId xmlns:a16="http://schemas.microsoft.com/office/drawing/2014/main" id="{5112117B-E68D-D7AC-F2F9-8C4F920022C3}"/>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6" name="Picture Placeholder 5">
            <a:extLst>
              <a:ext uri="{FF2B5EF4-FFF2-40B4-BE49-F238E27FC236}">
                <a16:creationId xmlns:a16="http://schemas.microsoft.com/office/drawing/2014/main" id="{EDC3E2BF-6E19-28C5-D871-F6F01FA25999}"/>
              </a:ext>
            </a:extLst>
          </p:cNvPr>
          <p:cNvSpPr>
            <a:spLocks noGrp="1"/>
          </p:cNvSpPr>
          <p:nvPr>
            <p:ph type="pic" sz="quarter" idx="10"/>
          </p:nvPr>
        </p:nvSpPr>
        <p:spPr>
          <a:xfrm>
            <a:off x="-3048" y="-4572"/>
            <a:ext cx="12198096" cy="6867144"/>
          </a:xfrm>
          <a:solidFill>
            <a:srgbClr val="E8E6E3"/>
          </a:solidFill>
        </p:spPr>
        <p:txBody>
          <a:bodyPr/>
          <a:lstStyle/>
          <a:p>
            <a:r>
              <a:rPr lang="en-US"/>
              <a:t>Click icon to add picture</a:t>
            </a:r>
          </a:p>
        </p:txBody>
      </p:sp>
      <p:sp>
        <p:nvSpPr>
          <p:cNvPr id="2" name="Title 1"/>
          <p:cNvSpPr>
            <a:spLocks noGrp="1"/>
          </p:cNvSpPr>
          <p:nvPr>
            <p:ph type="ctrTitle" hasCustomPrompt="1"/>
          </p:nvPr>
        </p:nvSpPr>
        <p:spPr>
          <a:xfrm>
            <a:off x="304800" y="304800"/>
            <a:ext cx="7620000" cy="2971800"/>
          </a:xfrm>
        </p:spPr>
        <p:txBody>
          <a:bodyPr vert="horz" anchor="t"/>
          <a:lstStyle>
            <a:lvl1pPr algn="l">
              <a:lnSpc>
                <a:spcPct val="90000"/>
              </a:lnSpc>
              <a:defRPr sz="4320" b="0" spc="-135" baseline="0">
                <a:solidFill>
                  <a:schemeClr val="bg1"/>
                </a:solidFill>
              </a:defRPr>
            </a:lvl1pPr>
          </a:lstStyle>
          <a:p>
            <a:r>
              <a:rPr lang="en-US"/>
              <a:t>Presentation title</a:t>
            </a:r>
          </a:p>
        </p:txBody>
      </p:sp>
      <p:sp>
        <p:nvSpPr>
          <p:cNvPr id="3" name="Subtitle 2"/>
          <p:cNvSpPr>
            <a:spLocks noGrp="1"/>
          </p:cNvSpPr>
          <p:nvPr>
            <p:ph type="subTitle" idx="1" hasCustomPrompt="1"/>
          </p:nvPr>
        </p:nvSpPr>
        <p:spPr>
          <a:xfrm>
            <a:off x="304800" y="4232276"/>
            <a:ext cx="5638800" cy="2320925"/>
          </a:xfrm>
        </p:spPr>
        <p:txBody>
          <a:bodyPr anchor="b"/>
          <a:lstStyle>
            <a:lvl1pPr marL="0" indent="0" algn="l">
              <a:buNone/>
              <a:defRPr sz="1080">
                <a:solidFill>
                  <a:schemeClr val="bg1"/>
                </a:solidFill>
              </a:defRPr>
            </a:lvl1pPr>
            <a:lvl2pPr marL="411480" indent="0" algn="ctr">
              <a:buNone/>
              <a:defRPr sz="1800"/>
            </a:lvl2pPr>
            <a:lvl3pPr marL="822960" indent="0" algn="ctr">
              <a:buNone/>
              <a:defRPr sz="1620"/>
            </a:lvl3pPr>
            <a:lvl4pPr marL="1234440" indent="0" algn="ctr">
              <a:buNone/>
              <a:defRPr sz="1440"/>
            </a:lvl4pPr>
            <a:lvl5pPr marL="1645920" indent="0" algn="ctr">
              <a:buNone/>
              <a:defRPr sz="1440"/>
            </a:lvl5pPr>
            <a:lvl6pPr marL="2057400" indent="0" algn="ctr">
              <a:buNone/>
              <a:defRPr sz="1440"/>
            </a:lvl6pPr>
            <a:lvl7pPr marL="2468880" indent="0" algn="ctr">
              <a:buNone/>
              <a:defRPr sz="1440"/>
            </a:lvl7pPr>
            <a:lvl8pPr marL="2880360" indent="0" algn="ctr">
              <a:buNone/>
              <a:defRPr sz="1440"/>
            </a:lvl8pPr>
            <a:lvl9pPr marL="3291840" indent="0" algn="ctr">
              <a:buNone/>
              <a:defRPr sz="1440"/>
            </a:lvl9pPr>
          </a:lstStyle>
          <a:p>
            <a:r>
              <a:rPr lang="en-US"/>
              <a:t>Subtitle one</a:t>
            </a:r>
            <a:br>
              <a:rPr lang="en-US"/>
            </a:br>
            <a:r>
              <a:rPr lang="en-US"/>
              <a:t>Date </a:t>
            </a:r>
            <a:br>
              <a:rPr lang="en-US"/>
            </a:br>
            <a:r>
              <a:rPr lang="en-US"/>
              <a:t>–</a:t>
            </a:r>
            <a:br>
              <a:rPr lang="en-US"/>
            </a:br>
            <a:r>
              <a:rPr lang="en-US" err="1"/>
              <a:t>Firstname</a:t>
            </a:r>
            <a:r>
              <a:rPr lang="en-US"/>
              <a:t> Lastname</a:t>
            </a:r>
            <a:br>
              <a:rPr lang="en-US"/>
            </a:br>
            <a:r>
              <a:rPr lang="en-US"/>
              <a:t>Job title</a:t>
            </a:r>
          </a:p>
        </p:txBody>
      </p:sp>
      <p:sp>
        <p:nvSpPr>
          <p:cNvPr id="4" name="Logo placeholder">
            <a:extLst>
              <a:ext uri="{FF2B5EF4-FFF2-40B4-BE49-F238E27FC236}">
                <a16:creationId xmlns:a16="http://schemas.microsoft.com/office/drawing/2014/main" id="{658F3092-2A8C-00BA-7734-3D65DD64D9DD}"/>
              </a:ext>
            </a:extLst>
          </p:cNvPr>
          <p:cNvSpPr>
            <a:spLocks noGrp="1" noRot="1" noChangeAspect="1" noMove="1" noResize="1" noEditPoints="1" noAdjustHandles="1" noChangeArrowheads="1" noChangeShapeType="1"/>
          </p:cNvSpPr>
          <p:nvPr>
            <p:ph type="body" sz="half" idx="2" hasCustomPrompt="1"/>
          </p:nvPr>
        </p:nvSpPr>
        <p:spPr>
          <a:xfrm>
            <a:off x="11338560" y="2921000"/>
            <a:ext cx="548640" cy="548640"/>
          </a:xfrm>
          <a:blipFill>
            <a:blip>
              <a:extLst>
                <a:ext uri="{96DAC541-7B7A-43D3-8B79-37D633B846F1}">
                  <asvg:svgBlip xmlns:asvg="http://schemas.microsoft.com/office/drawing/2016/SVG/main" r:embed="rId5"/>
                </a:ext>
              </a:extLst>
            </a:blip>
            <a:stretch>
              <a:fillRect/>
            </a:stretch>
          </a:blipFill>
        </p:spPr>
        <p:txBody>
          <a:bodyPr/>
          <a:lstStyle>
            <a:lvl1pPr marL="0" indent="0">
              <a:buNone/>
              <a:defRPr sz="72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 </a:t>
            </a:r>
          </a:p>
        </p:txBody>
      </p:sp>
    </p:spTree>
    <p:extLst>
      <p:ext uri="{BB962C8B-B14F-4D97-AF65-F5344CB8AC3E}">
        <p14:creationId xmlns:p14="http://schemas.microsoft.com/office/powerpoint/2010/main" val="2281634349"/>
      </p:ext>
    </p:extLst>
  </p:cSld>
  <p:clrMapOvr>
    <a:overrideClrMapping bg1="lt1" tx1="dk1" bg2="lt2" tx2="dk2" accent1="accent1" accent2="accent2" accent3="accent3" accent4="accent4" accent5="accent5" accent6="accent6" hlink="hlink" folHlink="folHlink"/>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preserve="1" userDrawn="1">
  <p:cSld name="1_Cover, image 50%">
    <p:bg>
      <p:bgRef idx="1001">
        <a:schemeClr val="bg1"/>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5112117B-E68D-D7AC-F2F9-8C4F920022C3}"/>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0" name="think-cell data - do not delete" hidden="1">
                        <a:extLst>
                          <a:ext uri="{FF2B5EF4-FFF2-40B4-BE49-F238E27FC236}">
                            <a16:creationId xmlns:a16="http://schemas.microsoft.com/office/drawing/2014/main" id="{5112117B-E68D-D7AC-F2F9-8C4F920022C3}"/>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pic>
        <p:nvPicPr>
          <p:cNvPr id="5" name="Graphic 4">
            <a:extLst>
              <a:ext uri="{FF2B5EF4-FFF2-40B4-BE49-F238E27FC236}">
                <a16:creationId xmlns:a16="http://schemas.microsoft.com/office/drawing/2014/main" id="{819B8A92-3C33-52F1-15B4-EA3D9D4FED57}"/>
              </a:ext>
            </a:extLst>
          </p:cNvPr>
          <p:cNvPicPr/>
          <p:nvPr userDrawn="1"/>
        </p:nvPicPr>
        <p:blipFill>
          <a:blip>
            <a:extLst>
              <a:ext uri="{96DAC541-7B7A-43D3-8B79-37D633B846F1}">
                <asvg:svgBlip xmlns:asvg="http://schemas.microsoft.com/office/drawing/2016/SVG/main" r:embed="rId5"/>
              </a:ext>
            </a:extLst>
          </a:blip>
          <a:stretch>
            <a:fillRect/>
          </a:stretch>
        </p:blipFill>
        <p:spPr>
          <a:xfrm>
            <a:off x="11342318" y="312915"/>
            <a:ext cx="544882" cy="544882"/>
          </a:xfrm>
          <a:prstGeom prst="rect">
            <a:avLst/>
          </a:prstGeom>
        </p:spPr>
      </p:pic>
      <p:sp>
        <p:nvSpPr>
          <p:cNvPr id="6" name="Picture Placeholder 5">
            <a:extLst>
              <a:ext uri="{FF2B5EF4-FFF2-40B4-BE49-F238E27FC236}">
                <a16:creationId xmlns:a16="http://schemas.microsoft.com/office/drawing/2014/main" id="{EDC3E2BF-6E19-28C5-D871-F6F01FA25999}"/>
              </a:ext>
            </a:extLst>
          </p:cNvPr>
          <p:cNvSpPr>
            <a:spLocks noGrp="1"/>
          </p:cNvSpPr>
          <p:nvPr>
            <p:ph type="pic" sz="quarter" idx="10"/>
          </p:nvPr>
        </p:nvSpPr>
        <p:spPr>
          <a:xfrm>
            <a:off x="0" y="3273552"/>
            <a:ext cx="12192000" cy="3593592"/>
          </a:xfrm>
          <a:solidFill>
            <a:srgbClr val="E8E6E3"/>
          </a:solidFill>
        </p:spPr>
        <p:txBody>
          <a:bodyPr/>
          <a:lstStyle/>
          <a:p>
            <a:r>
              <a:rPr lang="en-US"/>
              <a:t>Click icon to add picture</a:t>
            </a:r>
          </a:p>
        </p:txBody>
      </p:sp>
      <p:sp>
        <p:nvSpPr>
          <p:cNvPr id="3" name="Subtitle 2"/>
          <p:cNvSpPr>
            <a:spLocks noGrp="1"/>
          </p:cNvSpPr>
          <p:nvPr>
            <p:ph type="subTitle" idx="1" hasCustomPrompt="1"/>
          </p:nvPr>
        </p:nvSpPr>
        <p:spPr>
          <a:xfrm>
            <a:off x="304800" y="4232276"/>
            <a:ext cx="5638800" cy="2320925"/>
          </a:xfrm>
        </p:spPr>
        <p:txBody>
          <a:bodyPr anchor="b"/>
          <a:lstStyle>
            <a:lvl1pPr marL="0" indent="0" algn="l">
              <a:buNone/>
              <a:defRPr sz="1080">
                <a:solidFill>
                  <a:schemeClr val="bg1"/>
                </a:solidFill>
              </a:defRPr>
            </a:lvl1pPr>
            <a:lvl2pPr marL="411480" indent="0" algn="ctr">
              <a:buNone/>
              <a:defRPr sz="1800"/>
            </a:lvl2pPr>
            <a:lvl3pPr marL="822960" indent="0" algn="ctr">
              <a:buNone/>
              <a:defRPr sz="1620"/>
            </a:lvl3pPr>
            <a:lvl4pPr marL="1234440" indent="0" algn="ctr">
              <a:buNone/>
              <a:defRPr sz="1440"/>
            </a:lvl4pPr>
            <a:lvl5pPr marL="1645920" indent="0" algn="ctr">
              <a:buNone/>
              <a:defRPr sz="1440"/>
            </a:lvl5pPr>
            <a:lvl6pPr marL="2057400" indent="0" algn="ctr">
              <a:buNone/>
              <a:defRPr sz="1440"/>
            </a:lvl6pPr>
            <a:lvl7pPr marL="2468880" indent="0" algn="ctr">
              <a:buNone/>
              <a:defRPr sz="1440"/>
            </a:lvl7pPr>
            <a:lvl8pPr marL="2880360" indent="0" algn="ctr">
              <a:buNone/>
              <a:defRPr sz="1440"/>
            </a:lvl8pPr>
            <a:lvl9pPr marL="3291840" indent="0" algn="ctr">
              <a:buNone/>
              <a:defRPr sz="1440"/>
            </a:lvl9pPr>
          </a:lstStyle>
          <a:p>
            <a:r>
              <a:rPr lang="en-US"/>
              <a:t>Subtitle one</a:t>
            </a:r>
            <a:br>
              <a:rPr lang="en-US"/>
            </a:br>
            <a:r>
              <a:rPr lang="en-US"/>
              <a:t>Date </a:t>
            </a:r>
            <a:br>
              <a:rPr lang="en-US"/>
            </a:br>
            <a:r>
              <a:rPr lang="en-US"/>
              <a:t>–</a:t>
            </a:r>
            <a:br>
              <a:rPr lang="en-US"/>
            </a:br>
            <a:r>
              <a:rPr lang="en-US" err="1"/>
              <a:t>Firstname</a:t>
            </a:r>
            <a:r>
              <a:rPr lang="en-US"/>
              <a:t> Lastname</a:t>
            </a:r>
            <a:br>
              <a:rPr lang="en-US"/>
            </a:br>
            <a:r>
              <a:rPr lang="en-US"/>
              <a:t>Job title</a:t>
            </a:r>
          </a:p>
        </p:txBody>
      </p:sp>
      <p:sp>
        <p:nvSpPr>
          <p:cNvPr id="2" name="Title 1"/>
          <p:cNvSpPr>
            <a:spLocks noGrp="1"/>
          </p:cNvSpPr>
          <p:nvPr>
            <p:ph type="ctrTitle" hasCustomPrompt="1"/>
          </p:nvPr>
        </p:nvSpPr>
        <p:spPr>
          <a:xfrm>
            <a:off x="304800" y="304800"/>
            <a:ext cx="5638800" cy="2743200"/>
          </a:xfrm>
        </p:spPr>
        <p:txBody>
          <a:bodyPr vert="horz" anchor="t"/>
          <a:lstStyle>
            <a:lvl1pPr algn="l">
              <a:lnSpc>
                <a:spcPct val="95000"/>
              </a:lnSpc>
              <a:defRPr sz="2700" b="0" spc="-36" baseline="0">
                <a:solidFill>
                  <a:schemeClr val="tx1"/>
                </a:solidFill>
              </a:defRPr>
            </a:lvl1pPr>
          </a:lstStyle>
          <a:p>
            <a:r>
              <a:rPr lang="en-US"/>
              <a:t>Presentation title</a:t>
            </a:r>
          </a:p>
        </p:txBody>
      </p:sp>
    </p:spTree>
    <p:extLst>
      <p:ext uri="{BB962C8B-B14F-4D97-AF65-F5344CB8AC3E}">
        <p14:creationId xmlns:p14="http://schemas.microsoft.com/office/powerpoint/2010/main" val="3656483525"/>
      </p:ext>
    </p:extLst>
  </p:cSld>
  <p:clrMapOvr>
    <a:overrideClrMapping bg1="lt1" tx1="dk1" bg2="lt2" tx2="dk2" accent1="accent1" accent2="accent2" accent3="accent3" accent4="accent4" accent5="accent5" accent6="accent6" hlink="hlink" folHlink="folHlink"/>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preserve="1">
  <p:cSld name="1_Cover, center, image/studio">
    <p:bg>
      <p:bgPr>
        <a:solidFill>
          <a:srgbClr val="0D152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5112117B-E68D-D7AC-F2F9-8C4F920022C3}"/>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0" name="think-cell data - do not delete" hidden="1">
                        <a:extLst>
                          <a:ext uri="{FF2B5EF4-FFF2-40B4-BE49-F238E27FC236}">
                            <a16:creationId xmlns:a16="http://schemas.microsoft.com/office/drawing/2014/main" id="{5112117B-E68D-D7AC-F2F9-8C4F920022C3}"/>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6" name="Picture Placeholder 5">
            <a:extLst>
              <a:ext uri="{FF2B5EF4-FFF2-40B4-BE49-F238E27FC236}">
                <a16:creationId xmlns:a16="http://schemas.microsoft.com/office/drawing/2014/main" id="{EDC3E2BF-6E19-28C5-D871-F6F01FA25999}"/>
              </a:ext>
            </a:extLst>
          </p:cNvPr>
          <p:cNvSpPr>
            <a:spLocks noGrp="1"/>
          </p:cNvSpPr>
          <p:nvPr>
            <p:ph type="pic" sz="quarter" idx="10"/>
          </p:nvPr>
        </p:nvSpPr>
        <p:spPr>
          <a:xfrm>
            <a:off x="0" y="0"/>
            <a:ext cx="12188952" cy="6858000"/>
          </a:xfrm>
          <a:solidFill>
            <a:schemeClr val="bg1">
              <a:lumMod val="95000"/>
            </a:schemeClr>
          </a:solidFill>
        </p:spPr>
        <p:txBody>
          <a:bodyPr/>
          <a:lstStyle/>
          <a:p>
            <a:r>
              <a:rPr lang="en-US"/>
              <a:t>Click icon to add picture</a:t>
            </a:r>
          </a:p>
        </p:txBody>
      </p:sp>
      <p:sp>
        <p:nvSpPr>
          <p:cNvPr id="3" name="Subtitle 2"/>
          <p:cNvSpPr>
            <a:spLocks noGrp="1"/>
          </p:cNvSpPr>
          <p:nvPr>
            <p:ph type="subTitle" idx="1" hasCustomPrompt="1"/>
          </p:nvPr>
        </p:nvSpPr>
        <p:spPr>
          <a:xfrm>
            <a:off x="304800" y="5549901"/>
            <a:ext cx="5638800" cy="1003300"/>
          </a:xfrm>
        </p:spPr>
        <p:txBody>
          <a:bodyPr anchor="b"/>
          <a:lstStyle>
            <a:lvl1pPr marL="0" indent="0" algn="l">
              <a:buNone/>
              <a:defRPr sz="1080">
                <a:solidFill>
                  <a:schemeClr val="tx1"/>
                </a:solidFill>
              </a:defRPr>
            </a:lvl1pPr>
            <a:lvl2pPr marL="411480" indent="0" algn="ctr">
              <a:buNone/>
              <a:defRPr sz="1800"/>
            </a:lvl2pPr>
            <a:lvl3pPr marL="822960" indent="0" algn="ctr">
              <a:buNone/>
              <a:defRPr sz="1620"/>
            </a:lvl3pPr>
            <a:lvl4pPr marL="1234440" indent="0" algn="ctr">
              <a:buNone/>
              <a:defRPr sz="1440"/>
            </a:lvl4pPr>
            <a:lvl5pPr marL="1645920" indent="0" algn="ctr">
              <a:buNone/>
              <a:defRPr sz="1440"/>
            </a:lvl5pPr>
            <a:lvl6pPr marL="2057400" indent="0" algn="ctr">
              <a:buNone/>
              <a:defRPr sz="1440"/>
            </a:lvl6pPr>
            <a:lvl7pPr marL="2468880" indent="0" algn="ctr">
              <a:buNone/>
              <a:defRPr sz="1440"/>
            </a:lvl7pPr>
            <a:lvl8pPr marL="2880360" indent="0" algn="ctr">
              <a:buNone/>
              <a:defRPr sz="1440"/>
            </a:lvl8pPr>
            <a:lvl9pPr marL="3291840" indent="0" algn="ctr">
              <a:buNone/>
              <a:defRPr sz="1440"/>
            </a:lvl9pPr>
          </a:lstStyle>
          <a:p>
            <a:r>
              <a:rPr lang="en-US"/>
              <a:t>Subtitle one</a:t>
            </a:r>
            <a:br>
              <a:rPr lang="en-US"/>
            </a:br>
            <a:r>
              <a:rPr lang="en-US"/>
              <a:t>Date </a:t>
            </a:r>
            <a:br>
              <a:rPr lang="en-US"/>
            </a:br>
            <a:r>
              <a:rPr lang="en-US"/>
              <a:t>–</a:t>
            </a:r>
            <a:br>
              <a:rPr lang="en-US"/>
            </a:br>
            <a:r>
              <a:rPr lang="en-US" err="1"/>
              <a:t>Firstname</a:t>
            </a:r>
            <a:r>
              <a:rPr lang="en-US"/>
              <a:t> Lastname</a:t>
            </a:r>
            <a:br>
              <a:rPr lang="en-US"/>
            </a:br>
            <a:r>
              <a:rPr lang="en-US"/>
              <a:t>Job title</a:t>
            </a:r>
          </a:p>
        </p:txBody>
      </p:sp>
      <p:sp>
        <p:nvSpPr>
          <p:cNvPr id="4" name="Logo placeholder">
            <a:extLst>
              <a:ext uri="{FF2B5EF4-FFF2-40B4-BE49-F238E27FC236}">
                <a16:creationId xmlns:a16="http://schemas.microsoft.com/office/drawing/2014/main" id="{658F3092-2A8C-00BA-7734-3D65DD64D9DD}"/>
              </a:ext>
            </a:extLst>
          </p:cNvPr>
          <p:cNvSpPr>
            <a:spLocks noGrp="1" noRot="1" noChangeAspect="1" noMove="1" noResize="1" noEditPoints="1" noAdjustHandles="1" noChangeArrowheads="1" noChangeShapeType="1"/>
          </p:cNvSpPr>
          <p:nvPr>
            <p:ph type="body" sz="half" idx="2" hasCustomPrompt="1"/>
          </p:nvPr>
        </p:nvSpPr>
        <p:spPr>
          <a:xfrm>
            <a:off x="11338560" y="2921000"/>
            <a:ext cx="548640" cy="548640"/>
          </a:xfrm>
          <a:blipFill>
            <a:blip>
              <a:extLst>
                <a:ext uri="{96DAC541-7B7A-43D3-8B79-37D633B846F1}">
                  <asvg:svgBlip xmlns:asvg="http://schemas.microsoft.com/office/drawing/2016/SVG/main" r:embed="rId5"/>
                </a:ext>
              </a:extLst>
            </a:blip>
            <a:stretch>
              <a:fillRect/>
            </a:stretch>
          </a:blipFill>
        </p:spPr>
        <p:txBody>
          <a:bodyPr/>
          <a:lstStyle>
            <a:lvl1pPr marL="0" indent="0">
              <a:buNone/>
              <a:defRPr sz="72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 </a:t>
            </a:r>
          </a:p>
        </p:txBody>
      </p:sp>
      <p:sp>
        <p:nvSpPr>
          <p:cNvPr id="2" name="Title 1"/>
          <p:cNvSpPr>
            <a:spLocks noGrp="1"/>
          </p:cNvSpPr>
          <p:nvPr>
            <p:ph type="ctrTitle" hasCustomPrompt="1"/>
          </p:nvPr>
        </p:nvSpPr>
        <p:spPr>
          <a:xfrm>
            <a:off x="304800" y="1308101"/>
            <a:ext cx="5638800" cy="3937000"/>
          </a:xfrm>
        </p:spPr>
        <p:txBody>
          <a:bodyPr vert="horz" anchor="ctr"/>
          <a:lstStyle>
            <a:lvl1pPr algn="l">
              <a:lnSpc>
                <a:spcPct val="95000"/>
              </a:lnSpc>
              <a:defRPr sz="2700" b="0" spc="-36" baseline="0">
                <a:solidFill>
                  <a:schemeClr val="tx1"/>
                </a:solidFill>
              </a:defRPr>
            </a:lvl1pPr>
          </a:lstStyle>
          <a:p>
            <a:r>
              <a:rPr lang="en-US"/>
              <a:t>Presentation title</a:t>
            </a:r>
          </a:p>
        </p:txBody>
      </p:sp>
    </p:spTree>
    <p:extLst>
      <p:ext uri="{BB962C8B-B14F-4D97-AF65-F5344CB8AC3E}">
        <p14:creationId xmlns:p14="http://schemas.microsoft.com/office/powerpoint/2010/main" val="3849515044"/>
      </p:ext>
    </p:extLst>
  </p:cSld>
  <p:clrMapOvr>
    <a:overrideClrMapping bg1="dk1" tx1="lt1" bg2="dk2" tx2="lt2" accent1="accent1" accent2="accent2" accent3="accent3" accent4="accent4" accent5="accent5" accent6="accent6" hlink="hlink" folHlink="folHlink"/>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preserve="1">
  <p:cSld name="1_Cover, rule, image">
    <p:bg>
      <p:bgRef idx="1001">
        <a:schemeClr val="bg1"/>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5112117B-E68D-D7AC-F2F9-8C4F920022C3}"/>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0" name="think-cell data - do not delete" hidden="1">
                        <a:extLst>
                          <a:ext uri="{FF2B5EF4-FFF2-40B4-BE49-F238E27FC236}">
                            <a16:creationId xmlns:a16="http://schemas.microsoft.com/office/drawing/2014/main" id="{5112117B-E68D-D7AC-F2F9-8C4F920022C3}"/>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14" name="Picture Placeholder 13">
            <a:extLst>
              <a:ext uri="{FF2B5EF4-FFF2-40B4-BE49-F238E27FC236}">
                <a16:creationId xmlns:a16="http://schemas.microsoft.com/office/drawing/2014/main" id="{9CD58D2A-39D8-1C0B-25CD-E0B4913981F2}"/>
              </a:ext>
            </a:extLst>
          </p:cNvPr>
          <p:cNvSpPr>
            <a:spLocks noGrp="1"/>
          </p:cNvSpPr>
          <p:nvPr>
            <p:ph type="pic" sz="quarter" idx="10"/>
          </p:nvPr>
        </p:nvSpPr>
        <p:spPr>
          <a:xfrm>
            <a:off x="-3048" y="-4572"/>
            <a:ext cx="12198096" cy="6867144"/>
          </a:xfrm>
          <a:solidFill>
            <a:schemeClr val="bg1">
              <a:lumMod val="95000"/>
            </a:schemeClr>
          </a:solidFill>
        </p:spPr>
        <p:txBody>
          <a:bodyPr/>
          <a:lstStyle/>
          <a:p>
            <a:r>
              <a:rPr lang="en-US"/>
              <a:t>Click icon to add picture</a:t>
            </a:r>
          </a:p>
        </p:txBody>
      </p:sp>
      <p:sp>
        <p:nvSpPr>
          <p:cNvPr id="4" name="Logo placeholder">
            <a:extLst>
              <a:ext uri="{FF2B5EF4-FFF2-40B4-BE49-F238E27FC236}">
                <a16:creationId xmlns:a16="http://schemas.microsoft.com/office/drawing/2014/main" id="{2EAF29ED-0584-2F53-28D4-8E04DAACAE0B}"/>
              </a:ext>
            </a:extLst>
          </p:cNvPr>
          <p:cNvSpPr>
            <a:spLocks noGrp="1" noRot="1" noChangeAspect="1" noMove="1" noResize="1" noEditPoints="1" noAdjustHandles="1" noChangeArrowheads="1" noChangeShapeType="1"/>
          </p:cNvSpPr>
          <p:nvPr>
            <p:ph type="body" sz="half" idx="2" hasCustomPrompt="1"/>
          </p:nvPr>
        </p:nvSpPr>
        <p:spPr>
          <a:xfrm>
            <a:off x="11338560" y="2921000"/>
            <a:ext cx="548640" cy="548640"/>
          </a:xfrm>
          <a:blipFill>
            <a:blip>
              <a:extLst>
                <a:ext uri="{96DAC541-7B7A-43D3-8B79-37D633B846F1}">
                  <asvg:svgBlip xmlns:asvg="http://schemas.microsoft.com/office/drawing/2016/SVG/main" r:embed="rId5"/>
                </a:ext>
              </a:extLst>
            </a:blip>
            <a:stretch>
              <a:fillRect/>
            </a:stretch>
          </a:blipFill>
        </p:spPr>
        <p:txBody>
          <a:bodyPr/>
          <a:lstStyle>
            <a:lvl1pPr marL="0" indent="0">
              <a:buNone/>
              <a:defRPr sz="72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 </a:t>
            </a:r>
          </a:p>
        </p:txBody>
      </p:sp>
      <p:sp>
        <p:nvSpPr>
          <p:cNvPr id="2" name="Title 1"/>
          <p:cNvSpPr>
            <a:spLocks noGrp="1"/>
          </p:cNvSpPr>
          <p:nvPr>
            <p:ph type="ctrTitle" hasCustomPrompt="1"/>
          </p:nvPr>
        </p:nvSpPr>
        <p:spPr>
          <a:xfrm>
            <a:off x="152400" y="152400"/>
            <a:ext cx="5943599" cy="6553200"/>
          </a:xfrm>
          <a:prstGeom prst="roundRect">
            <a:avLst>
              <a:gd name="adj" fmla="val 2389"/>
            </a:avLst>
          </a:prstGeom>
          <a:ln>
            <a:solidFill>
              <a:schemeClr val="bg1"/>
            </a:solidFill>
          </a:ln>
        </p:spPr>
        <p:txBody>
          <a:bodyPr vert="horz" lIns="109728" tIns="109728" rIns="109728" bIns="109728" anchor="t"/>
          <a:lstStyle>
            <a:lvl1pPr algn="l">
              <a:lnSpc>
                <a:spcPct val="95000"/>
              </a:lnSpc>
              <a:defRPr sz="2700" b="0" spc="-36" baseline="0">
                <a:solidFill>
                  <a:schemeClr val="bg1"/>
                </a:solidFill>
              </a:defRPr>
            </a:lvl1pPr>
          </a:lstStyle>
          <a:p>
            <a:r>
              <a:rPr lang="en-US"/>
              <a:t>Presentation title</a:t>
            </a:r>
          </a:p>
        </p:txBody>
      </p:sp>
      <p:sp>
        <p:nvSpPr>
          <p:cNvPr id="3" name="Subtitle 2"/>
          <p:cNvSpPr>
            <a:spLocks noGrp="1"/>
          </p:cNvSpPr>
          <p:nvPr>
            <p:ph type="subTitle" idx="1" hasCustomPrompt="1"/>
          </p:nvPr>
        </p:nvSpPr>
        <p:spPr>
          <a:xfrm>
            <a:off x="304800" y="4232276"/>
            <a:ext cx="5638799" cy="2320925"/>
          </a:xfrm>
        </p:spPr>
        <p:txBody>
          <a:bodyPr anchor="b"/>
          <a:lstStyle>
            <a:lvl1pPr marL="0" indent="0" algn="l">
              <a:buNone/>
              <a:defRPr sz="1080">
                <a:solidFill>
                  <a:schemeClr val="bg1"/>
                </a:solidFill>
              </a:defRPr>
            </a:lvl1pPr>
            <a:lvl2pPr marL="411480" indent="0" algn="ctr">
              <a:buNone/>
              <a:defRPr sz="1800"/>
            </a:lvl2pPr>
            <a:lvl3pPr marL="822960" indent="0" algn="ctr">
              <a:buNone/>
              <a:defRPr sz="1620"/>
            </a:lvl3pPr>
            <a:lvl4pPr marL="1234440" indent="0" algn="ctr">
              <a:buNone/>
              <a:defRPr sz="1440"/>
            </a:lvl4pPr>
            <a:lvl5pPr marL="1645920" indent="0" algn="ctr">
              <a:buNone/>
              <a:defRPr sz="1440"/>
            </a:lvl5pPr>
            <a:lvl6pPr marL="2057400" indent="0" algn="ctr">
              <a:buNone/>
              <a:defRPr sz="1440"/>
            </a:lvl6pPr>
            <a:lvl7pPr marL="2468880" indent="0" algn="ctr">
              <a:buNone/>
              <a:defRPr sz="1440"/>
            </a:lvl7pPr>
            <a:lvl8pPr marL="2880360" indent="0" algn="ctr">
              <a:buNone/>
              <a:defRPr sz="1440"/>
            </a:lvl8pPr>
            <a:lvl9pPr marL="3291840" indent="0" algn="ctr">
              <a:buNone/>
              <a:defRPr sz="1440"/>
            </a:lvl9pPr>
          </a:lstStyle>
          <a:p>
            <a:r>
              <a:rPr lang="en-US"/>
              <a:t>Subtitle one</a:t>
            </a:r>
            <a:br>
              <a:rPr lang="en-US"/>
            </a:br>
            <a:r>
              <a:rPr lang="en-US"/>
              <a:t>Date </a:t>
            </a:r>
            <a:br>
              <a:rPr lang="en-US"/>
            </a:br>
            <a:r>
              <a:rPr lang="en-US"/>
              <a:t>–</a:t>
            </a:r>
            <a:br>
              <a:rPr lang="en-US"/>
            </a:br>
            <a:r>
              <a:rPr lang="en-US" err="1"/>
              <a:t>Firstname</a:t>
            </a:r>
            <a:r>
              <a:rPr lang="en-US"/>
              <a:t> Lastname</a:t>
            </a:r>
            <a:br>
              <a:rPr lang="en-US"/>
            </a:br>
            <a:r>
              <a:rPr lang="en-US"/>
              <a:t>Job title</a:t>
            </a:r>
          </a:p>
        </p:txBody>
      </p:sp>
    </p:spTree>
    <p:extLst>
      <p:ext uri="{BB962C8B-B14F-4D97-AF65-F5344CB8AC3E}">
        <p14:creationId xmlns:p14="http://schemas.microsoft.com/office/powerpoint/2010/main" val="1998107991"/>
      </p:ext>
    </p:extLst>
  </p:cSld>
  <p:clrMapOvr>
    <a:overrideClrMapping bg1="lt1" tx1="dk1" bg2="lt2" tx2="dk2" accent1="accent1" accent2="accent2" accent3="accent3" accent4="accent4" accent5="accent5" accent6="accent6" hlink="hlink" folHlink="folHlink"/>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preserve="1">
  <p:cSld name="1_Cover, rule, studio">
    <p:bg>
      <p:bgRef idx="1001">
        <a:schemeClr val="bg1"/>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5112117B-E68D-D7AC-F2F9-8C4F920022C3}"/>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0" name="think-cell data - do not delete" hidden="1">
                        <a:extLst>
                          <a:ext uri="{FF2B5EF4-FFF2-40B4-BE49-F238E27FC236}">
                            <a16:creationId xmlns:a16="http://schemas.microsoft.com/office/drawing/2014/main" id="{5112117B-E68D-D7AC-F2F9-8C4F920022C3}"/>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9" name="Rounded Rectangle 8">
            <a:extLst>
              <a:ext uri="{FF2B5EF4-FFF2-40B4-BE49-F238E27FC236}">
                <a16:creationId xmlns:a16="http://schemas.microsoft.com/office/drawing/2014/main" id="{91287FFC-0E8D-2BEB-67E5-4ACC80C2CEAB}"/>
              </a:ext>
            </a:extLst>
          </p:cNvPr>
          <p:cNvSpPr/>
          <p:nvPr/>
        </p:nvSpPr>
        <p:spPr>
          <a:xfrm>
            <a:off x="152400" y="152400"/>
            <a:ext cx="5943600" cy="6553200"/>
          </a:xfrm>
          <a:prstGeom prst="roundRect">
            <a:avLst>
              <a:gd name="adj" fmla="val 2390"/>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US" sz="1620"/>
          </a:p>
        </p:txBody>
      </p:sp>
      <p:pic>
        <p:nvPicPr>
          <p:cNvPr id="27" name="Graphic 26">
            <a:extLst>
              <a:ext uri="{FF2B5EF4-FFF2-40B4-BE49-F238E27FC236}">
                <a16:creationId xmlns:a16="http://schemas.microsoft.com/office/drawing/2014/main" id="{51F2B09A-D49F-0399-3010-4256395911B5}"/>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5"/>
              </a:ext>
            </a:extLst>
          </a:blip>
          <a:srcRect/>
          <a:stretch/>
        </p:blipFill>
        <p:spPr>
          <a:xfrm>
            <a:off x="11342318" y="2921001"/>
            <a:ext cx="544882" cy="544882"/>
          </a:xfrm>
          <a:prstGeom prst="rect">
            <a:avLst/>
          </a:prstGeom>
        </p:spPr>
      </p:pic>
      <p:sp>
        <p:nvSpPr>
          <p:cNvPr id="14" name="Picture Placeholder 13">
            <a:extLst>
              <a:ext uri="{FF2B5EF4-FFF2-40B4-BE49-F238E27FC236}">
                <a16:creationId xmlns:a16="http://schemas.microsoft.com/office/drawing/2014/main" id="{9CD58D2A-39D8-1C0B-25CD-E0B4913981F2}"/>
              </a:ext>
            </a:extLst>
          </p:cNvPr>
          <p:cNvSpPr>
            <a:spLocks noGrp="1"/>
          </p:cNvSpPr>
          <p:nvPr>
            <p:ph type="pic" sz="quarter" idx="10"/>
          </p:nvPr>
        </p:nvSpPr>
        <p:spPr>
          <a:xfrm>
            <a:off x="2286000" y="0"/>
            <a:ext cx="7620000" cy="6858000"/>
          </a:xfrm>
        </p:spPr>
        <p:txBody>
          <a:bodyPr anchor="ctr"/>
          <a:lstStyle>
            <a:lvl1pPr algn="r">
              <a:defRPr/>
            </a:lvl1pPr>
          </a:lstStyle>
          <a:p>
            <a:r>
              <a:rPr lang="en-US"/>
              <a:t>Click icon to add picture</a:t>
            </a:r>
          </a:p>
        </p:txBody>
      </p:sp>
      <p:sp>
        <p:nvSpPr>
          <p:cNvPr id="2" name="Title 1"/>
          <p:cNvSpPr>
            <a:spLocks noGrp="1"/>
          </p:cNvSpPr>
          <p:nvPr>
            <p:ph type="ctrTitle" hasCustomPrompt="1"/>
          </p:nvPr>
        </p:nvSpPr>
        <p:spPr>
          <a:xfrm>
            <a:off x="304800" y="304801"/>
            <a:ext cx="5638800" cy="2311399"/>
          </a:xfrm>
        </p:spPr>
        <p:txBody>
          <a:bodyPr vert="horz" anchor="t"/>
          <a:lstStyle>
            <a:lvl1pPr algn="l">
              <a:lnSpc>
                <a:spcPct val="95000"/>
              </a:lnSpc>
              <a:defRPr sz="2700" b="0" spc="-36" baseline="0"/>
            </a:lvl1pPr>
          </a:lstStyle>
          <a:p>
            <a:r>
              <a:rPr lang="en-US"/>
              <a:t>Presentation title</a:t>
            </a:r>
          </a:p>
        </p:txBody>
      </p:sp>
      <p:sp>
        <p:nvSpPr>
          <p:cNvPr id="3" name="Subtitle 2"/>
          <p:cNvSpPr>
            <a:spLocks noGrp="1"/>
          </p:cNvSpPr>
          <p:nvPr>
            <p:ph type="subTitle" idx="1" hasCustomPrompt="1"/>
          </p:nvPr>
        </p:nvSpPr>
        <p:spPr>
          <a:xfrm>
            <a:off x="304800" y="4241802"/>
            <a:ext cx="5638800" cy="2311399"/>
          </a:xfrm>
        </p:spPr>
        <p:txBody>
          <a:bodyPr anchor="b"/>
          <a:lstStyle>
            <a:lvl1pPr marL="0" indent="0" algn="l">
              <a:buNone/>
              <a:defRPr sz="1080"/>
            </a:lvl1pPr>
            <a:lvl2pPr marL="411480" indent="0" algn="ctr">
              <a:buNone/>
              <a:defRPr sz="1800"/>
            </a:lvl2pPr>
            <a:lvl3pPr marL="822960" indent="0" algn="ctr">
              <a:buNone/>
              <a:defRPr sz="1620"/>
            </a:lvl3pPr>
            <a:lvl4pPr marL="1234440" indent="0" algn="ctr">
              <a:buNone/>
              <a:defRPr sz="1440"/>
            </a:lvl4pPr>
            <a:lvl5pPr marL="1645920" indent="0" algn="ctr">
              <a:buNone/>
              <a:defRPr sz="1440"/>
            </a:lvl5pPr>
            <a:lvl6pPr marL="2057400" indent="0" algn="ctr">
              <a:buNone/>
              <a:defRPr sz="1440"/>
            </a:lvl6pPr>
            <a:lvl7pPr marL="2468880" indent="0" algn="ctr">
              <a:buNone/>
              <a:defRPr sz="1440"/>
            </a:lvl7pPr>
            <a:lvl8pPr marL="2880360" indent="0" algn="ctr">
              <a:buNone/>
              <a:defRPr sz="1440"/>
            </a:lvl8pPr>
            <a:lvl9pPr marL="3291840" indent="0" algn="ctr">
              <a:buNone/>
              <a:defRPr sz="1440"/>
            </a:lvl9pPr>
          </a:lstStyle>
          <a:p>
            <a:r>
              <a:rPr lang="en-US"/>
              <a:t>Subtitle one</a:t>
            </a:r>
            <a:br>
              <a:rPr lang="en-US"/>
            </a:br>
            <a:r>
              <a:rPr lang="en-US"/>
              <a:t>Date </a:t>
            </a:r>
            <a:br>
              <a:rPr lang="en-US"/>
            </a:br>
            <a:r>
              <a:rPr lang="en-US"/>
              <a:t>–</a:t>
            </a:r>
            <a:br>
              <a:rPr lang="en-US"/>
            </a:br>
            <a:r>
              <a:rPr lang="en-US" err="1"/>
              <a:t>Firstname</a:t>
            </a:r>
            <a:r>
              <a:rPr lang="en-US"/>
              <a:t> Lastname</a:t>
            </a:r>
            <a:br>
              <a:rPr lang="en-US"/>
            </a:br>
            <a:r>
              <a:rPr lang="en-US"/>
              <a:t>Job title</a:t>
            </a:r>
          </a:p>
        </p:txBody>
      </p:sp>
    </p:spTree>
    <p:extLst>
      <p:ext uri="{BB962C8B-B14F-4D97-AF65-F5344CB8AC3E}">
        <p14:creationId xmlns:p14="http://schemas.microsoft.com/office/powerpoint/2010/main" val="1361514769"/>
      </p:ext>
    </p:extLst>
  </p:cSld>
  <p:clrMapOvr>
    <a:overrideClrMapping bg1="lt1" tx1="dk1" bg2="lt2" tx2="dk2" accent1="accent1" accent2="accent2" accent3="accent3" accent4="accent4" accent5="accent5" accent6="accent6" hlink="hlink" folHlink="folHlink"/>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type="title" preserve="1">
  <p:cSld name="2_Cover, blue">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5112117B-E68D-D7AC-F2F9-8C4F920022C3}"/>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0" name="think-cell data - do not delete" hidden="1">
                        <a:extLst>
                          <a:ext uri="{FF2B5EF4-FFF2-40B4-BE49-F238E27FC236}">
                            <a16:creationId xmlns:a16="http://schemas.microsoft.com/office/drawing/2014/main" id="{5112117B-E68D-D7AC-F2F9-8C4F920022C3}"/>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pic>
        <p:nvPicPr>
          <p:cNvPr id="27" name="Graphic 26">
            <a:extLst>
              <a:ext uri="{FF2B5EF4-FFF2-40B4-BE49-F238E27FC236}">
                <a16:creationId xmlns:a16="http://schemas.microsoft.com/office/drawing/2014/main" id="{51F2B09A-D49F-0399-3010-4256395911B5}"/>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5"/>
              </a:ext>
            </a:extLst>
          </a:blip>
          <a:stretch>
            <a:fillRect/>
          </a:stretch>
        </p:blipFill>
        <p:spPr>
          <a:xfrm>
            <a:off x="11342318" y="2921001"/>
            <a:ext cx="544882" cy="544882"/>
          </a:xfrm>
          <a:prstGeom prst="rect">
            <a:avLst/>
          </a:prstGeom>
        </p:spPr>
      </p:pic>
      <p:sp>
        <p:nvSpPr>
          <p:cNvPr id="2" name="Title 1"/>
          <p:cNvSpPr>
            <a:spLocks noGrp="1"/>
          </p:cNvSpPr>
          <p:nvPr>
            <p:ph type="ctrTitle" hasCustomPrompt="1"/>
          </p:nvPr>
        </p:nvSpPr>
        <p:spPr>
          <a:xfrm>
            <a:off x="304800" y="304800"/>
            <a:ext cx="7620000" cy="2971800"/>
          </a:xfrm>
        </p:spPr>
        <p:txBody>
          <a:bodyPr vert="horz" anchor="t"/>
          <a:lstStyle>
            <a:lvl1pPr algn="l">
              <a:lnSpc>
                <a:spcPct val="90000"/>
              </a:lnSpc>
              <a:defRPr sz="4320" b="0" spc="-135" baseline="0"/>
            </a:lvl1pPr>
          </a:lstStyle>
          <a:p>
            <a:r>
              <a:rPr lang="en-US"/>
              <a:t>Presentation title</a:t>
            </a:r>
          </a:p>
        </p:txBody>
      </p:sp>
      <p:sp>
        <p:nvSpPr>
          <p:cNvPr id="3" name="Subtitle 2"/>
          <p:cNvSpPr>
            <a:spLocks noGrp="1"/>
          </p:cNvSpPr>
          <p:nvPr>
            <p:ph type="subTitle" idx="1" hasCustomPrompt="1"/>
          </p:nvPr>
        </p:nvSpPr>
        <p:spPr>
          <a:xfrm>
            <a:off x="304800" y="4232276"/>
            <a:ext cx="5638800" cy="2320925"/>
          </a:xfrm>
        </p:spPr>
        <p:txBody>
          <a:bodyPr anchor="b"/>
          <a:lstStyle>
            <a:lvl1pPr marL="0" indent="0" algn="l">
              <a:buNone/>
              <a:defRPr sz="1080"/>
            </a:lvl1pPr>
            <a:lvl2pPr marL="411480" indent="0" algn="ctr">
              <a:buNone/>
              <a:defRPr sz="1800"/>
            </a:lvl2pPr>
            <a:lvl3pPr marL="822960" indent="0" algn="ctr">
              <a:buNone/>
              <a:defRPr sz="1620"/>
            </a:lvl3pPr>
            <a:lvl4pPr marL="1234440" indent="0" algn="ctr">
              <a:buNone/>
              <a:defRPr sz="1440"/>
            </a:lvl4pPr>
            <a:lvl5pPr marL="1645920" indent="0" algn="ctr">
              <a:buNone/>
              <a:defRPr sz="1440"/>
            </a:lvl5pPr>
            <a:lvl6pPr marL="2057400" indent="0" algn="ctr">
              <a:buNone/>
              <a:defRPr sz="1440"/>
            </a:lvl6pPr>
            <a:lvl7pPr marL="2468880" indent="0" algn="ctr">
              <a:buNone/>
              <a:defRPr sz="1440"/>
            </a:lvl7pPr>
            <a:lvl8pPr marL="2880360" indent="0" algn="ctr">
              <a:buNone/>
              <a:defRPr sz="1440"/>
            </a:lvl8pPr>
            <a:lvl9pPr marL="3291840" indent="0" algn="ctr">
              <a:buNone/>
              <a:defRPr sz="1440"/>
            </a:lvl9pPr>
          </a:lstStyle>
          <a:p>
            <a:r>
              <a:rPr lang="en-US"/>
              <a:t>Subtitle one</a:t>
            </a:r>
            <a:br>
              <a:rPr lang="en-US"/>
            </a:br>
            <a:r>
              <a:rPr lang="en-US"/>
              <a:t>Date </a:t>
            </a:r>
            <a:br>
              <a:rPr lang="en-US"/>
            </a:br>
            <a:r>
              <a:rPr lang="en-US"/>
              <a:t>–</a:t>
            </a:r>
            <a:br>
              <a:rPr lang="en-US"/>
            </a:br>
            <a:r>
              <a:rPr lang="en-US" err="1"/>
              <a:t>Firstname</a:t>
            </a:r>
            <a:r>
              <a:rPr lang="en-US"/>
              <a:t> Lastname</a:t>
            </a:r>
            <a:br>
              <a:rPr lang="en-US"/>
            </a:br>
            <a:r>
              <a:rPr lang="en-US"/>
              <a:t>Job title</a:t>
            </a:r>
          </a:p>
        </p:txBody>
      </p:sp>
    </p:spTree>
    <p:extLst>
      <p:ext uri="{BB962C8B-B14F-4D97-AF65-F5344CB8AC3E}">
        <p14:creationId xmlns:p14="http://schemas.microsoft.com/office/powerpoint/2010/main" val="3430237101"/>
      </p:ext>
    </p:extLst>
  </p:cSld>
  <p:clrMapOvr>
    <a:overrideClrMapping bg1="dk1" tx1="lt1" bg2="dk2" tx2="lt2" accent1="accent1" accent2="accent2" accent3="accent3" accent4="accent4" accent5="accent5" accent6="accent6" hlink="hlink" folHlink="folHlink"/>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preserve="1">
  <p:cSld name="2_Cover, image">
    <p:bg>
      <p:bgRef idx="1001">
        <a:schemeClr val="bg1"/>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5112117B-E68D-D7AC-F2F9-8C4F920022C3}"/>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0" name="think-cell data - do not delete" hidden="1">
                        <a:extLst>
                          <a:ext uri="{FF2B5EF4-FFF2-40B4-BE49-F238E27FC236}">
                            <a16:creationId xmlns:a16="http://schemas.microsoft.com/office/drawing/2014/main" id="{5112117B-E68D-D7AC-F2F9-8C4F920022C3}"/>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6" name="Picture Placeholder 5">
            <a:extLst>
              <a:ext uri="{FF2B5EF4-FFF2-40B4-BE49-F238E27FC236}">
                <a16:creationId xmlns:a16="http://schemas.microsoft.com/office/drawing/2014/main" id="{EDC3E2BF-6E19-28C5-D871-F6F01FA25999}"/>
              </a:ext>
            </a:extLst>
          </p:cNvPr>
          <p:cNvSpPr>
            <a:spLocks noGrp="1"/>
          </p:cNvSpPr>
          <p:nvPr>
            <p:ph type="pic" sz="quarter" idx="10"/>
          </p:nvPr>
        </p:nvSpPr>
        <p:spPr>
          <a:xfrm>
            <a:off x="-3048" y="-4572"/>
            <a:ext cx="12198096" cy="6867144"/>
          </a:xfrm>
          <a:solidFill>
            <a:srgbClr val="E8E6E3"/>
          </a:solidFill>
        </p:spPr>
        <p:txBody>
          <a:bodyPr/>
          <a:lstStyle/>
          <a:p>
            <a:r>
              <a:rPr lang="en-US"/>
              <a:t>Click icon to add picture</a:t>
            </a:r>
          </a:p>
        </p:txBody>
      </p:sp>
      <p:sp>
        <p:nvSpPr>
          <p:cNvPr id="2" name="Title 1"/>
          <p:cNvSpPr>
            <a:spLocks noGrp="1"/>
          </p:cNvSpPr>
          <p:nvPr>
            <p:ph type="ctrTitle" hasCustomPrompt="1"/>
          </p:nvPr>
        </p:nvSpPr>
        <p:spPr>
          <a:xfrm>
            <a:off x="304800" y="304800"/>
            <a:ext cx="7620000" cy="2971800"/>
          </a:xfrm>
        </p:spPr>
        <p:txBody>
          <a:bodyPr vert="horz" anchor="t"/>
          <a:lstStyle>
            <a:lvl1pPr algn="l">
              <a:lnSpc>
                <a:spcPct val="90000"/>
              </a:lnSpc>
              <a:defRPr sz="4320" b="0" spc="-135" baseline="0">
                <a:solidFill>
                  <a:schemeClr val="bg1"/>
                </a:solidFill>
              </a:defRPr>
            </a:lvl1pPr>
          </a:lstStyle>
          <a:p>
            <a:r>
              <a:rPr lang="en-US"/>
              <a:t>Presentation title</a:t>
            </a:r>
          </a:p>
        </p:txBody>
      </p:sp>
      <p:sp>
        <p:nvSpPr>
          <p:cNvPr id="3" name="Subtitle 2"/>
          <p:cNvSpPr>
            <a:spLocks noGrp="1"/>
          </p:cNvSpPr>
          <p:nvPr>
            <p:ph type="subTitle" idx="1" hasCustomPrompt="1"/>
          </p:nvPr>
        </p:nvSpPr>
        <p:spPr>
          <a:xfrm>
            <a:off x="304800" y="4232276"/>
            <a:ext cx="5638800" cy="2320925"/>
          </a:xfrm>
        </p:spPr>
        <p:txBody>
          <a:bodyPr anchor="b"/>
          <a:lstStyle>
            <a:lvl1pPr marL="0" indent="0" algn="l">
              <a:buNone/>
              <a:defRPr sz="1080">
                <a:solidFill>
                  <a:schemeClr val="bg1"/>
                </a:solidFill>
              </a:defRPr>
            </a:lvl1pPr>
            <a:lvl2pPr marL="411480" indent="0" algn="ctr">
              <a:buNone/>
              <a:defRPr sz="1800"/>
            </a:lvl2pPr>
            <a:lvl3pPr marL="822960" indent="0" algn="ctr">
              <a:buNone/>
              <a:defRPr sz="1620"/>
            </a:lvl3pPr>
            <a:lvl4pPr marL="1234440" indent="0" algn="ctr">
              <a:buNone/>
              <a:defRPr sz="1440"/>
            </a:lvl4pPr>
            <a:lvl5pPr marL="1645920" indent="0" algn="ctr">
              <a:buNone/>
              <a:defRPr sz="1440"/>
            </a:lvl5pPr>
            <a:lvl6pPr marL="2057400" indent="0" algn="ctr">
              <a:buNone/>
              <a:defRPr sz="1440"/>
            </a:lvl6pPr>
            <a:lvl7pPr marL="2468880" indent="0" algn="ctr">
              <a:buNone/>
              <a:defRPr sz="1440"/>
            </a:lvl7pPr>
            <a:lvl8pPr marL="2880360" indent="0" algn="ctr">
              <a:buNone/>
              <a:defRPr sz="1440"/>
            </a:lvl8pPr>
            <a:lvl9pPr marL="3291840" indent="0" algn="ctr">
              <a:buNone/>
              <a:defRPr sz="1440"/>
            </a:lvl9pPr>
          </a:lstStyle>
          <a:p>
            <a:r>
              <a:rPr lang="en-US"/>
              <a:t>Subtitle one</a:t>
            </a:r>
            <a:br>
              <a:rPr lang="en-US"/>
            </a:br>
            <a:r>
              <a:rPr lang="en-US"/>
              <a:t>Date </a:t>
            </a:r>
            <a:br>
              <a:rPr lang="en-US"/>
            </a:br>
            <a:r>
              <a:rPr lang="en-US"/>
              <a:t>–</a:t>
            </a:r>
            <a:br>
              <a:rPr lang="en-US"/>
            </a:br>
            <a:r>
              <a:rPr lang="en-US" err="1"/>
              <a:t>Firstname</a:t>
            </a:r>
            <a:r>
              <a:rPr lang="en-US"/>
              <a:t> Lastname</a:t>
            </a:r>
            <a:br>
              <a:rPr lang="en-US"/>
            </a:br>
            <a:r>
              <a:rPr lang="en-US"/>
              <a:t>Job title</a:t>
            </a:r>
          </a:p>
        </p:txBody>
      </p:sp>
      <p:sp>
        <p:nvSpPr>
          <p:cNvPr id="4" name="Logo placeholder">
            <a:extLst>
              <a:ext uri="{FF2B5EF4-FFF2-40B4-BE49-F238E27FC236}">
                <a16:creationId xmlns:a16="http://schemas.microsoft.com/office/drawing/2014/main" id="{658F3092-2A8C-00BA-7734-3D65DD64D9DD}"/>
              </a:ext>
            </a:extLst>
          </p:cNvPr>
          <p:cNvSpPr>
            <a:spLocks noGrp="1" noRot="1" noChangeAspect="1" noMove="1" noResize="1" noEditPoints="1" noAdjustHandles="1" noChangeArrowheads="1" noChangeShapeType="1"/>
          </p:cNvSpPr>
          <p:nvPr>
            <p:ph type="body" sz="half" idx="2" hasCustomPrompt="1"/>
          </p:nvPr>
        </p:nvSpPr>
        <p:spPr>
          <a:xfrm>
            <a:off x="11338560" y="2921000"/>
            <a:ext cx="548640" cy="548640"/>
          </a:xfrm>
          <a:blipFill>
            <a:blip>
              <a:extLst>
                <a:ext uri="{96DAC541-7B7A-43D3-8B79-37D633B846F1}">
                  <asvg:svgBlip xmlns:asvg="http://schemas.microsoft.com/office/drawing/2016/SVG/main" r:embed="rId5"/>
                </a:ext>
              </a:extLst>
            </a:blip>
            <a:stretch>
              <a:fillRect/>
            </a:stretch>
          </a:blipFill>
        </p:spPr>
        <p:txBody>
          <a:bodyPr/>
          <a:lstStyle>
            <a:lvl1pPr marL="0" indent="0">
              <a:buNone/>
              <a:defRPr sz="72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 </a:t>
            </a:r>
          </a:p>
        </p:txBody>
      </p:sp>
    </p:spTree>
    <p:extLst>
      <p:ext uri="{BB962C8B-B14F-4D97-AF65-F5344CB8AC3E}">
        <p14:creationId xmlns:p14="http://schemas.microsoft.com/office/powerpoint/2010/main" val="2045490723"/>
      </p:ext>
    </p:extLst>
  </p:cSld>
  <p:clrMapOvr>
    <a:overrideClrMapping bg1="lt1" tx1="dk1" bg2="lt2" tx2="dk2" accent1="accent1" accent2="accent2" accent3="accent3" accent4="accent4" accent5="accent5" accent6="accent6" hlink="hlink" folHlink="folHlink"/>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2_Cover, image 50%">
    <p:bg>
      <p:bgRef idx="1001">
        <a:schemeClr val="bg1"/>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5112117B-E68D-D7AC-F2F9-8C4F920022C3}"/>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0" name="think-cell data - do not delete" hidden="1">
                        <a:extLst>
                          <a:ext uri="{FF2B5EF4-FFF2-40B4-BE49-F238E27FC236}">
                            <a16:creationId xmlns:a16="http://schemas.microsoft.com/office/drawing/2014/main" id="{5112117B-E68D-D7AC-F2F9-8C4F920022C3}"/>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pic>
        <p:nvPicPr>
          <p:cNvPr id="5" name="Graphic 4">
            <a:extLst>
              <a:ext uri="{FF2B5EF4-FFF2-40B4-BE49-F238E27FC236}">
                <a16:creationId xmlns:a16="http://schemas.microsoft.com/office/drawing/2014/main" id="{819B8A92-3C33-52F1-15B4-EA3D9D4FED57}"/>
              </a:ext>
            </a:extLst>
          </p:cNvPr>
          <p:cNvPicPr/>
          <p:nvPr userDrawn="1"/>
        </p:nvPicPr>
        <p:blipFill>
          <a:blip>
            <a:extLst>
              <a:ext uri="{96DAC541-7B7A-43D3-8B79-37D633B846F1}">
                <asvg:svgBlip xmlns:asvg="http://schemas.microsoft.com/office/drawing/2016/SVG/main" r:embed="rId5"/>
              </a:ext>
            </a:extLst>
          </a:blip>
          <a:stretch>
            <a:fillRect/>
          </a:stretch>
        </p:blipFill>
        <p:spPr>
          <a:xfrm>
            <a:off x="11342318" y="312915"/>
            <a:ext cx="544882" cy="544882"/>
          </a:xfrm>
          <a:prstGeom prst="rect">
            <a:avLst/>
          </a:prstGeom>
        </p:spPr>
      </p:pic>
      <p:sp>
        <p:nvSpPr>
          <p:cNvPr id="6" name="Picture Placeholder 5">
            <a:extLst>
              <a:ext uri="{FF2B5EF4-FFF2-40B4-BE49-F238E27FC236}">
                <a16:creationId xmlns:a16="http://schemas.microsoft.com/office/drawing/2014/main" id="{EDC3E2BF-6E19-28C5-D871-F6F01FA25999}"/>
              </a:ext>
            </a:extLst>
          </p:cNvPr>
          <p:cNvSpPr>
            <a:spLocks noGrp="1"/>
          </p:cNvSpPr>
          <p:nvPr>
            <p:ph type="pic" sz="quarter" idx="10"/>
          </p:nvPr>
        </p:nvSpPr>
        <p:spPr>
          <a:xfrm>
            <a:off x="0" y="3273552"/>
            <a:ext cx="12192000" cy="3593592"/>
          </a:xfrm>
          <a:solidFill>
            <a:srgbClr val="E8E6E3"/>
          </a:solidFill>
        </p:spPr>
        <p:txBody>
          <a:bodyPr/>
          <a:lstStyle/>
          <a:p>
            <a:r>
              <a:rPr lang="en-US"/>
              <a:t>Click icon to add picture</a:t>
            </a:r>
          </a:p>
        </p:txBody>
      </p:sp>
      <p:sp>
        <p:nvSpPr>
          <p:cNvPr id="3" name="Subtitle 2"/>
          <p:cNvSpPr>
            <a:spLocks noGrp="1"/>
          </p:cNvSpPr>
          <p:nvPr>
            <p:ph type="subTitle" idx="1" hasCustomPrompt="1"/>
          </p:nvPr>
        </p:nvSpPr>
        <p:spPr>
          <a:xfrm>
            <a:off x="304800" y="4232276"/>
            <a:ext cx="5638800" cy="2320925"/>
          </a:xfrm>
        </p:spPr>
        <p:txBody>
          <a:bodyPr anchor="b"/>
          <a:lstStyle>
            <a:lvl1pPr marL="0" indent="0" algn="l">
              <a:buNone/>
              <a:defRPr sz="1080">
                <a:solidFill>
                  <a:schemeClr val="bg1"/>
                </a:solidFill>
              </a:defRPr>
            </a:lvl1pPr>
            <a:lvl2pPr marL="411480" indent="0" algn="ctr">
              <a:buNone/>
              <a:defRPr sz="1800"/>
            </a:lvl2pPr>
            <a:lvl3pPr marL="822960" indent="0" algn="ctr">
              <a:buNone/>
              <a:defRPr sz="1620"/>
            </a:lvl3pPr>
            <a:lvl4pPr marL="1234440" indent="0" algn="ctr">
              <a:buNone/>
              <a:defRPr sz="1440"/>
            </a:lvl4pPr>
            <a:lvl5pPr marL="1645920" indent="0" algn="ctr">
              <a:buNone/>
              <a:defRPr sz="1440"/>
            </a:lvl5pPr>
            <a:lvl6pPr marL="2057400" indent="0" algn="ctr">
              <a:buNone/>
              <a:defRPr sz="1440"/>
            </a:lvl6pPr>
            <a:lvl7pPr marL="2468880" indent="0" algn="ctr">
              <a:buNone/>
              <a:defRPr sz="1440"/>
            </a:lvl7pPr>
            <a:lvl8pPr marL="2880360" indent="0" algn="ctr">
              <a:buNone/>
              <a:defRPr sz="1440"/>
            </a:lvl8pPr>
            <a:lvl9pPr marL="3291840" indent="0" algn="ctr">
              <a:buNone/>
              <a:defRPr sz="1440"/>
            </a:lvl9pPr>
          </a:lstStyle>
          <a:p>
            <a:r>
              <a:rPr lang="en-US"/>
              <a:t>Subtitle one</a:t>
            </a:r>
            <a:br>
              <a:rPr lang="en-US"/>
            </a:br>
            <a:r>
              <a:rPr lang="en-US"/>
              <a:t>Date </a:t>
            </a:r>
            <a:br>
              <a:rPr lang="en-US"/>
            </a:br>
            <a:r>
              <a:rPr lang="en-US"/>
              <a:t>–</a:t>
            </a:r>
            <a:br>
              <a:rPr lang="en-US"/>
            </a:br>
            <a:r>
              <a:rPr lang="en-US" err="1"/>
              <a:t>Firstname</a:t>
            </a:r>
            <a:r>
              <a:rPr lang="en-US"/>
              <a:t> Lastname</a:t>
            </a:r>
            <a:br>
              <a:rPr lang="en-US"/>
            </a:br>
            <a:r>
              <a:rPr lang="en-US"/>
              <a:t>Job title</a:t>
            </a:r>
          </a:p>
        </p:txBody>
      </p:sp>
      <p:sp>
        <p:nvSpPr>
          <p:cNvPr id="2" name="Title 1"/>
          <p:cNvSpPr>
            <a:spLocks noGrp="1"/>
          </p:cNvSpPr>
          <p:nvPr>
            <p:ph type="ctrTitle" hasCustomPrompt="1"/>
          </p:nvPr>
        </p:nvSpPr>
        <p:spPr>
          <a:xfrm>
            <a:off x="304800" y="304800"/>
            <a:ext cx="5638800" cy="2743200"/>
          </a:xfrm>
        </p:spPr>
        <p:txBody>
          <a:bodyPr vert="horz" anchor="t"/>
          <a:lstStyle>
            <a:lvl1pPr algn="l">
              <a:lnSpc>
                <a:spcPct val="95000"/>
              </a:lnSpc>
              <a:defRPr sz="2700" b="0" spc="-36" baseline="0">
                <a:solidFill>
                  <a:schemeClr val="tx1"/>
                </a:solidFill>
              </a:defRPr>
            </a:lvl1pPr>
          </a:lstStyle>
          <a:p>
            <a:r>
              <a:rPr lang="en-US"/>
              <a:t>Presentation title</a:t>
            </a:r>
          </a:p>
        </p:txBody>
      </p:sp>
    </p:spTree>
    <p:extLst>
      <p:ext uri="{BB962C8B-B14F-4D97-AF65-F5344CB8AC3E}">
        <p14:creationId xmlns:p14="http://schemas.microsoft.com/office/powerpoint/2010/main" val="2492576736"/>
      </p:ext>
    </p:extLst>
  </p:cSld>
  <p:clrMapOvr>
    <a:overrideClrMapping bg1="lt1" tx1="dk1" bg2="lt2" tx2="dk2" accent1="accent1" accent2="accent2" accent3="accent3" accent4="accent4" accent5="accent5" accent6="accent6" hlink="hlink" folHlink="folHlink"/>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p:cSld name="2_Cover, center, image/studio">
    <p:bg>
      <p:bgPr>
        <a:solidFill>
          <a:srgbClr val="0D152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5112117B-E68D-D7AC-F2F9-8C4F920022C3}"/>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0" name="think-cell data - do not delete" hidden="1">
                        <a:extLst>
                          <a:ext uri="{FF2B5EF4-FFF2-40B4-BE49-F238E27FC236}">
                            <a16:creationId xmlns:a16="http://schemas.microsoft.com/office/drawing/2014/main" id="{5112117B-E68D-D7AC-F2F9-8C4F920022C3}"/>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6" name="Picture Placeholder 5">
            <a:extLst>
              <a:ext uri="{FF2B5EF4-FFF2-40B4-BE49-F238E27FC236}">
                <a16:creationId xmlns:a16="http://schemas.microsoft.com/office/drawing/2014/main" id="{EDC3E2BF-6E19-28C5-D871-F6F01FA25999}"/>
              </a:ext>
            </a:extLst>
          </p:cNvPr>
          <p:cNvSpPr>
            <a:spLocks noGrp="1"/>
          </p:cNvSpPr>
          <p:nvPr>
            <p:ph type="pic" sz="quarter" idx="10"/>
          </p:nvPr>
        </p:nvSpPr>
        <p:spPr>
          <a:xfrm>
            <a:off x="0" y="0"/>
            <a:ext cx="12188952" cy="6858000"/>
          </a:xfrm>
          <a:solidFill>
            <a:schemeClr val="bg1">
              <a:lumMod val="95000"/>
            </a:schemeClr>
          </a:solidFill>
        </p:spPr>
        <p:txBody>
          <a:bodyPr/>
          <a:lstStyle/>
          <a:p>
            <a:r>
              <a:rPr lang="en-US"/>
              <a:t>Click icon to add picture</a:t>
            </a:r>
          </a:p>
        </p:txBody>
      </p:sp>
      <p:sp>
        <p:nvSpPr>
          <p:cNvPr id="3" name="Subtitle 2"/>
          <p:cNvSpPr>
            <a:spLocks noGrp="1"/>
          </p:cNvSpPr>
          <p:nvPr>
            <p:ph type="subTitle" idx="1" hasCustomPrompt="1"/>
          </p:nvPr>
        </p:nvSpPr>
        <p:spPr>
          <a:xfrm>
            <a:off x="304800" y="5549901"/>
            <a:ext cx="5638800" cy="1003300"/>
          </a:xfrm>
        </p:spPr>
        <p:txBody>
          <a:bodyPr anchor="b"/>
          <a:lstStyle>
            <a:lvl1pPr marL="0" indent="0" algn="l">
              <a:buNone/>
              <a:defRPr sz="1080">
                <a:solidFill>
                  <a:schemeClr val="tx1"/>
                </a:solidFill>
              </a:defRPr>
            </a:lvl1pPr>
            <a:lvl2pPr marL="411480" indent="0" algn="ctr">
              <a:buNone/>
              <a:defRPr sz="1800"/>
            </a:lvl2pPr>
            <a:lvl3pPr marL="822960" indent="0" algn="ctr">
              <a:buNone/>
              <a:defRPr sz="1620"/>
            </a:lvl3pPr>
            <a:lvl4pPr marL="1234440" indent="0" algn="ctr">
              <a:buNone/>
              <a:defRPr sz="1440"/>
            </a:lvl4pPr>
            <a:lvl5pPr marL="1645920" indent="0" algn="ctr">
              <a:buNone/>
              <a:defRPr sz="1440"/>
            </a:lvl5pPr>
            <a:lvl6pPr marL="2057400" indent="0" algn="ctr">
              <a:buNone/>
              <a:defRPr sz="1440"/>
            </a:lvl6pPr>
            <a:lvl7pPr marL="2468880" indent="0" algn="ctr">
              <a:buNone/>
              <a:defRPr sz="1440"/>
            </a:lvl7pPr>
            <a:lvl8pPr marL="2880360" indent="0" algn="ctr">
              <a:buNone/>
              <a:defRPr sz="1440"/>
            </a:lvl8pPr>
            <a:lvl9pPr marL="3291840" indent="0" algn="ctr">
              <a:buNone/>
              <a:defRPr sz="1440"/>
            </a:lvl9pPr>
          </a:lstStyle>
          <a:p>
            <a:r>
              <a:rPr lang="en-US"/>
              <a:t>Subtitle one</a:t>
            </a:r>
            <a:br>
              <a:rPr lang="en-US"/>
            </a:br>
            <a:r>
              <a:rPr lang="en-US"/>
              <a:t>Date </a:t>
            </a:r>
            <a:br>
              <a:rPr lang="en-US"/>
            </a:br>
            <a:r>
              <a:rPr lang="en-US"/>
              <a:t>–</a:t>
            </a:r>
            <a:br>
              <a:rPr lang="en-US"/>
            </a:br>
            <a:r>
              <a:rPr lang="en-US" err="1"/>
              <a:t>Firstname</a:t>
            </a:r>
            <a:r>
              <a:rPr lang="en-US"/>
              <a:t> Lastname</a:t>
            </a:r>
            <a:br>
              <a:rPr lang="en-US"/>
            </a:br>
            <a:r>
              <a:rPr lang="en-US"/>
              <a:t>Job title</a:t>
            </a:r>
          </a:p>
        </p:txBody>
      </p:sp>
      <p:sp>
        <p:nvSpPr>
          <p:cNvPr id="4" name="Logo placeholder">
            <a:extLst>
              <a:ext uri="{FF2B5EF4-FFF2-40B4-BE49-F238E27FC236}">
                <a16:creationId xmlns:a16="http://schemas.microsoft.com/office/drawing/2014/main" id="{658F3092-2A8C-00BA-7734-3D65DD64D9DD}"/>
              </a:ext>
            </a:extLst>
          </p:cNvPr>
          <p:cNvSpPr>
            <a:spLocks noGrp="1" noRot="1" noChangeAspect="1" noMove="1" noResize="1" noEditPoints="1" noAdjustHandles="1" noChangeArrowheads="1" noChangeShapeType="1"/>
          </p:cNvSpPr>
          <p:nvPr>
            <p:ph type="body" sz="half" idx="2" hasCustomPrompt="1"/>
          </p:nvPr>
        </p:nvSpPr>
        <p:spPr>
          <a:xfrm>
            <a:off x="11338560" y="2921000"/>
            <a:ext cx="548640" cy="548640"/>
          </a:xfrm>
          <a:blipFill>
            <a:blip>
              <a:extLst>
                <a:ext uri="{96DAC541-7B7A-43D3-8B79-37D633B846F1}">
                  <asvg:svgBlip xmlns:asvg="http://schemas.microsoft.com/office/drawing/2016/SVG/main" r:embed="rId5"/>
                </a:ext>
              </a:extLst>
            </a:blip>
            <a:stretch>
              <a:fillRect/>
            </a:stretch>
          </a:blipFill>
        </p:spPr>
        <p:txBody>
          <a:bodyPr/>
          <a:lstStyle>
            <a:lvl1pPr marL="0" indent="0">
              <a:buNone/>
              <a:defRPr sz="72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 </a:t>
            </a:r>
          </a:p>
        </p:txBody>
      </p:sp>
      <p:sp>
        <p:nvSpPr>
          <p:cNvPr id="2" name="Title 1"/>
          <p:cNvSpPr>
            <a:spLocks noGrp="1"/>
          </p:cNvSpPr>
          <p:nvPr>
            <p:ph type="ctrTitle" hasCustomPrompt="1"/>
          </p:nvPr>
        </p:nvSpPr>
        <p:spPr>
          <a:xfrm>
            <a:off x="304800" y="1308101"/>
            <a:ext cx="5638800" cy="3937000"/>
          </a:xfrm>
        </p:spPr>
        <p:txBody>
          <a:bodyPr vert="horz" anchor="ctr"/>
          <a:lstStyle>
            <a:lvl1pPr algn="l">
              <a:lnSpc>
                <a:spcPct val="95000"/>
              </a:lnSpc>
              <a:defRPr sz="2700" b="0" spc="-36" baseline="0">
                <a:solidFill>
                  <a:schemeClr val="tx1"/>
                </a:solidFill>
              </a:defRPr>
            </a:lvl1pPr>
          </a:lstStyle>
          <a:p>
            <a:r>
              <a:rPr lang="en-US"/>
              <a:t>Presentation title</a:t>
            </a:r>
          </a:p>
        </p:txBody>
      </p:sp>
    </p:spTree>
    <p:extLst>
      <p:ext uri="{BB962C8B-B14F-4D97-AF65-F5344CB8AC3E}">
        <p14:creationId xmlns:p14="http://schemas.microsoft.com/office/powerpoint/2010/main" val="3729432473"/>
      </p:ext>
    </p:extLst>
  </p:cSld>
  <p:clrMapOvr>
    <a:overrideClrMapping bg1="dk1" tx1="lt1" bg2="dk2" tx2="lt2" accent1="accent1" accent2="accent2" accent3="accent3" accent4="accent4" accent5="accent5" accent6="accent6" hlink="hlink" folHlink="folHlink"/>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p:cSld name="2_Cover, rule, image">
    <p:bg>
      <p:bgRef idx="1001">
        <a:schemeClr val="bg1"/>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5112117B-E68D-D7AC-F2F9-8C4F920022C3}"/>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0" name="think-cell data - do not delete" hidden="1">
                        <a:extLst>
                          <a:ext uri="{FF2B5EF4-FFF2-40B4-BE49-F238E27FC236}">
                            <a16:creationId xmlns:a16="http://schemas.microsoft.com/office/drawing/2014/main" id="{5112117B-E68D-D7AC-F2F9-8C4F920022C3}"/>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14" name="Picture Placeholder 13">
            <a:extLst>
              <a:ext uri="{FF2B5EF4-FFF2-40B4-BE49-F238E27FC236}">
                <a16:creationId xmlns:a16="http://schemas.microsoft.com/office/drawing/2014/main" id="{9CD58D2A-39D8-1C0B-25CD-E0B4913981F2}"/>
              </a:ext>
            </a:extLst>
          </p:cNvPr>
          <p:cNvSpPr>
            <a:spLocks noGrp="1"/>
          </p:cNvSpPr>
          <p:nvPr>
            <p:ph type="pic" sz="quarter" idx="10"/>
          </p:nvPr>
        </p:nvSpPr>
        <p:spPr>
          <a:xfrm>
            <a:off x="-3048" y="-4572"/>
            <a:ext cx="12198096" cy="6867144"/>
          </a:xfrm>
          <a:solidFill>
            <a:schemeClr val="bg1">
              <a:lumMod val="95000"/>
            </a:schemeClr>
          </a:solidFill>
        </p:spPr>
        <p:txBody>
          <a:bodyPr/>
          <a:lstStyle/>
          <a:p>
            <a:r>
              <a:rPr lang="en-US"/>
              <a:t>Click icon to add picture</a:t>
            </a:r>
          </a:p>
        </p:txBody>
      </p:sp>
      <p:sp>
        <p:nvSpPr>
          <p:cNvPr id="4" name="Logo placeholder">
            <a:extLst>
              <a:ext uri="{FF2B5EF4-FFF2-40B4-BE49-F238E27FC236}">
                <a16:creationId xmlns:a16="http://schemas.microsoft.com/office/drawing/2014/main" id="{2EAF29ED-0584-2F53-28D4-8E04DAACAE0B}"/>
              </a:ext>
            </a:extLst>
          </p:cNvPr>
          <p:cNvSpPr>
            <a:spLocks noGrp="1" noRot="1" noChangeAspect="1" noMove="1" noResize="1" noEditPoints="1" noAdjustHandles="1" noChangeArrowheads="1" noChangeShapeType="1"/>
          </p:cNvSpPr>
          <p:nvPr>
            <p:ph type="body" sz="half" idx="2" hasCustomPrompt="1"/>
          </p:nvPr>
        </p:nvSpPr>
        <p:spPr>
          <a:xfrm>
            <a:off x="11338560" y="2921000"/>
            <a:ext cx="548640" cy="548640"/>
          </a:xfrm>
          <a:blipFill>
            <a:blip>
              <a:extLst>
                <a:ext uri="{96DAC541-7B7A-43D3-8B79-37D633B846F1}">
                  <asvg:svgBlip xmlns:asvg="http://schemas.microsoft.com/office/drawing/2016/SVG/main" r:embed="rId5"/>
                </a:ext>
              </a:extLst>
            </a:blip>
            <a:stretch>
              <a:fillRect/>
            </a:stretch>
          </a:blipFill>
        </p:spPr>
        <p:txBody>
          <a:bodyPr/>
          <a:lstStyle>
            <a:lvl1pPr marL="0" indent="0">
              <a:buNone/>
              <a:defRPr sz="72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 </a:t>
            </a:r>
          </a:p>
        </p:txBody>
      </p:sp>
      <p:sp>
        <p:nvSpPr>
          <p:cNvPr id="2" name="Title 1"/>
          <p:cNvSpPr>
            <a:spLocks noGrp="1"/>
          </p:cNvSpPr>
          <p:nvPr>
            <p:ph type="ctrTitle" hasCustomPrompt="1"/>
          </p:nvPr>
        </p:nvSpPr>
        <p:spPr>
          <a:xfrm>
            <a:off x="152400" y="152400"/>
            <a:ext cx="5943599" cy="6553200"/>
          </a:xfrm>
          <a:prstGeom prst="roundRect">
            <a:avLst>
              <a:gd name="adj" fmla="val 2389"/>
            </a:avLst>
          </a:prstGeom>
          <a:ln>
            <a:solidFill>
              <a:schemeClr val="bg1"/>
            </a:solidFill>
          </a:ln>
        </p:spPr>
        <p:txBody>
          <a:bodyPr vert="horz" lIns="109728" tIns="109728" rIns="109728" bIns="109728" anchor="t"/>
          <a:lstStyle>
            <a:lvl1pPr algn="l">
              <a:lnSpc>
                <a:spcPct val="95000"/>
              </a:lnSpc>
              <a:defRPr sz="2700" b="0" spc="-36" baseline="0">
                <a:solidFill>
                  <a:schemeClr val="bg1"/>
                </a:solidFill>
              </a:defRPr>
            </a:lvl1pPr>
          </a:lstStyle>
          <a:p>
            <a:r>
              <a:rPr lang="en-US"/>
              <a:t>Presentation title</a:t>
            </a:r>
          </a:p>
        </p:txBody>
      </p:sp>
      <p:sp>
        <p:nvSpPr>
          <p:cNvPr id="3" name="Subtitle 2"/>
          <p:cNvSpPr>
            <a:spLocks noGrp="1"/>
          </p:cNvSpPr>
          <p:nvPr>
            <p:ph type="subTitle" idx="1" hasCustomPrompt="1"/>
          </p:nvPr>
        </p:nvSpPr>
        <p:spPr>
          <a:xfrm>
            <a:off x="304800" y="4232276"/>
            <a:ext cx="5638799" cy="2320925"/>
          </a:xfrm>
        </p:spPr>
        <p:txBody>
          <a:bodyPr anchor="b"/>
          <a:lstStyle>
            <a:lvl1pPr marL="0" indent="0" algn="l">
              <a:buNone/>
              <a:defRPr sz="1080">
                <a:solidFill>
                  <a:schemeClr val="bg1"/>
                </a:solidFill>
              </a:defRPr>
            </a:lvl1pPr>
            <a:lvl2pPr marL="411480" indent="0" algn="ctr">
              <a:buNone/>
              <a:defRPr sz="1800"/>
            </a:lvl2pPr>
            <a:lvl3pPr marL="822960" indent="0" algn="ctr">
              <a:buNone/>
              <a:defRPr sz="1620"/>
            </a:lvl3pPr>
            <a:lvl4pPr marL="1234440" indent="0" algn="ctr">
              <a:buNone/>
              <a:defRPr sz="1440"/>
            </a:lvl4pPr>
            <a:lvl5pPr marL="1645920" indent="0" algn="ctr">
              <a:buNone/>
              <a:defRPr sz="1440"/>
            </a:lvl5pPr>
            <a:lvl6pPr marL="2057400" indent="0" algn="ctr">
              <a:buNone/>
              <a:defRPr sz="1440"/>
            </a:lvl6pPr>
            <a:lvl7pPr marL="2468880" indent="0" algn="ctr">
              <a:buNone/>
              <a:defRPr sz="1440"/>
            </a:lvl7pPr>
            <a:lvl8pPr marL="2880360" indent="0" algn="ctr">
              <a:buNone/>
              <a:defRPr sz="1440"/>
            </a:lvl8pPr>
            <a:lvl9pPr marL="3291840" indent="0" algn="ctr">
              <a:buNone/>
              <a:defRPr sz="1440"/>
            </a:lvl9pPr>
          </a:lstStyle>
          <a:p>
            <a:r>
              <a:rPr lang="en-US"/>
              <a:t>Subtitle one</a:t>
            </a:r>
            <a:br>
              <a:rPr lang="en-US"/>
            </a:br>
            <a:r>
              <a:rPr lang="en-US"/>
              <a:t>Date </a:t>
            </a:r>
            <a:br>
              <a:rPr lang="en-US"/>
            </a:br>
            <a:r>
              <a:rPr lang="en-US"/>
              <a:t>–</a:t>
            </a:r>
            <a:br>
              <a:rPr lang="en-US"/>
            </a:br>
            <a:r>
              <a:rPr lang="en-US" err="1"/>
              <a:t>Firstname</a:t>
            </a:r>
            <a:r>
              <a:rPr lang="en-US"/>
              <a:t> Lastname</a:t>
            </a:r>
            <a:br>
              <a:rPr lang="en-US"/>
            </a:br>
            <a:r>
              <a:rPr lang="en-US"/>
              <a:t>Job title</a:t>
            </a:r>
          </a:p>
        </p:txBody>
      </p:sp>
    </p:spTree>
    <p:extLst>
      <p:ext uri="{BB962C8B-B14F-4D97-AF65-F5344CB8AC3E}">
        <p14:creationId xmlns:p14="http://schemas.microsoft.com/office/powerpoint/2010/main" val="18182825"/>
      </p:ext>
    </p:extLst>
  </p:cSld>
  <p:clrMapOvr>
    <a:overrideClrMapping bg1="lt1" tx1="dk1" bg2="lt2" tx2="dk2" accent1="accent1" accent2="accent2" accent3="accent3" accent4="accent4" accent5="accent5" accent6="accent6" hlink="hlink" folHlink="folHlink"/>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preserve="1">
  <p:cSld name="2_Cover, rule, studio">
    <p:bg>
      <p:bgRef idx="1001">
        <a:schemeClr val="bg1"/>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5112117B-E68D-D7AC-F2F9-8C4F920022C3}"/>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0" name="think-cell data - do not delete" hidden="1">
                        <a:extLst>
                          <a:ext uri="{FF2B5EF4-FFF2-40B4-BE49-F238E27FC236}">
                            <a16:creationId xmlns:a16="http://schemas.microsoft.com/office/drawing/2014/main" id="{5112117B-E68D-D7AC-F2F9-8C4F920022C3}"/>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9" name="Rounded Rectangle 8">
            <a:extLst>
              <a:ext uri="{FF2B5EF4-FFF2-40B4-BE49-F238E27FC236}">
                <a16:creationId xmlns:a16="http://schemas.microsoft.com/office/drawing/2014/main" id="{91287FFC-0E8D-2BEB-67E5-4ACC80C2CEAB}"/>
              </a:ext>
            </a:extLst>
          </p:cNvPr>
          <p:cNvSpPr/>
          <p:nvPr/>
        </p:nvSpPr>
        <p:spPr>
          <a:xfrm>
            <a:off x="152400" y="152400"/>
            <a:ext cx="5943600" cy="6553200"/>
          </a:xfrm>
          <a:prstGeom prst="roundRect">
            <a:avLst>
              <a:gd name="adj" fmla="val 2390"/>
            </a:avLst>
          </a:prstGeom>
          <a:noFill/>
          <a:ln w="127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US" sz="1620"/>
          </a:p>
        </p:txBody>
      </p:sp>
      <p:pic>
        <p:nvPicPr>
          <p:cNvPr id="27" name="Graphic 26">
            <a:extLst>
              <a:ext uri="{FF2B5EF4-FFF2-40B4-BE49-F238E27FC236}">
                <a16:creationId xmlns:a16="http://schemas.microsoft.com/office/drawing/2014/main" id="{51F2B09A-D49F-0399-3010-4256395911B5}"/>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5"/>
              </a:ext>
            </a:extLst>
          </a:blip>
          <a:srcRect/>
          <a:stretch/>
        </p:blipFill>
        <p:spPr>
          <a:xfrm>
            <a:off x="11342318" y="2921001"/>
            <a:ext cx="544882" cy="544882"/>
          </a:xfrm>
          <a:prstGeom prst="rect">
            <a:avLst/>
          </a:prstGeom>
        </p:spPr>
      </p:pic>
      <p:sp>
        <p:nvSpPr>
          <p:cNvPr id="14" name="Picture Placeholder 13">
            <a:extLst>
              <a:ext uri="{FF2B5EF4-FFF2-40B4-BE49-F238E27FC236}">
                <a16:creationId xmlns:a16="http://schemas.microsoft.com/office/drawing/2014/main" id="{9CD58D2A-39D8-1C0B-25CD-E0B4913981F2}"/>
              </a:ext>
            </a:extLst>
          </p:cNvPr>
          <p:cNvSpPr>
            <a:spLocks noGrp="1"/>
          </p:cNvSpPr>
          <p:nvPr>
            <p:ph type="pic" sz="quarter" idx="10"/>
          </p:nvPr>
        </p:nvSpPr>
        <p:spPr>
          <a:xfrm>
            <a:off x="2286000" y="0"/>
            <a:ext cx="7620000" cy="6858000"/>
          </a:xfrm>
        </p:spPr>
        <p:txBody>
          <a:bodyPr anchor="ctr"/>
          <a:lstStyle>
            <a:lvl1pPr algn="r">
              <a:defRPr/>
            </a:lvl1pPr>
          </a:lstStyle>
          <a:p>
            <a:r>
              <a:rPr lang="en-US"/>
              <a:t>Click icon to add picture</a:t>
            </a:r>
          </a:p>
        </p:txBody>
      </p:sp>
      <p:sp>
        <p:nvSpPr>
          <p:cNvPr id="2" name="Title 1"/>
          <p:cNvSpPr>
            <a:spLocks noGrp="1"/>
          </p:cNvSpPr>
          <p:nvPr>
            <p:ph type="ctrTitle" hasCustomPrompt="1"/>
          </p:nvPr>
        </p:nvSpPr>
        <p:spPr>
          <a:xfrm>
            <a:off x="304800" y="304801"/>
            <a:ext cx="5638800" cy="2311399"/>
          </a:xfrm>
        </p:spPr>
        <p:txBody>
          <a:bodyPr vert="horz" anchor="t"/>
          <a:lstStyle>
            <a:lvl1pPr algn="l">
              <a:lnSpc>
                <a:spcPct val="95000"/>
              </a:lnSpc>
              <a:defRPr sz="2700" b="0" spc="-36" baseline="0"/>
            </a:lvl1pPr>
          </a:lstStyle>
          <a:p>
            <a:r>
              <a:rPr lang="en-US"/>
              <a:t>Presentation title</a:t>
            </a:r>
          </a:p>
        </p:txBody>
      </p:sp>
      <p:sp>
        <p:nvSpPr>
          <p:cNvPr id="3" name="Subtitle 2"/>
          <p:cNvSpPr>
            <a:spLocks noGrp="1"/>
          </p:cNvSpPr>
          <p:nvPr>
            <p:ph type="subTitle" idx="1" hasCustomPrompt="1"/>
          </p:nvPr>
        </p:nvSpPr>
        <p:spPr>
          <a:xfrm>
            <a:off x="304800" y="4241802"/>
            <a:ext cx="5638800" cy="2311399"/>
          </a:xfrm>
        </p:spPr>
        <p:txBody>
          <a:bodyPr anchor="b"/>
          <a:lstStyle>
            <a:lvl1pPr marL="0" indent="0" algn="l">
              <a:buNone/>
              <a:defRPr sz="1080"/>
            </a:lvl1pPr>
            <a:lvl2pPr marL="411480" indent="0" algn="ctr">
              <a:buNone/>
              <a:defRPr sz="1800"/>
            </a:lvl2pPr>
            <a:lvl3pPr marL="822960" indent="0" algn="ctr">
              <a:buNone/>
              <a:defRPr sz="1620"/>
            </a:lvl3pPr>
            <a:lvl4pPr marL="1234440" indent="0" algn="ctr">
              <a:buNone/>
              <a:defRPr sz="1440"/>
            </a:lvl4pPr>
            <a:lvl5pPr marL="1645920" indent="0" algn="ctr">
              <a:buNone/>
              <a:defRPr sz="1440"/>
            </a:lvl5pPr>
            <a:lvl6pPr marL="2057400" indent="0" algn="ctr">
              <a:buNone/>
              <a:defRPr sz="1440"/>
            </a:lvl6pPr>
            <a:lvl7pPr marL="2468880" indent="0" algn="ctr">
              <a:buNone/>
              <a:defRPr sz="1440"/>
            </a:lvl7pPr>
            <a:lvl8pPr marL="2880360" indent="0" algn="ctr">
              <a:buNone/>
              <a:defRPr sz="1440"/>
            </a:lvl8pPr>
            <a:lvl9pPr marL="3291840" indent="0" algn="ctr">
              <a:buNone/>
              <a:defRPr sz="1440"/>
            </a:lvl9pPr>
          </a:lstStyle>
          <a:p>
            <a:r>
              <a:rPr lang="en-US"/>
              <a:t>Subtitle one</a:t>
            </a:r>
            <a:br>
              <a:rPr lang="en-US"/>
            </a:br>
            <a:r>
              <a:rPr lang="en-US"/>
              <a:t>Date </a:t>
            </a:r>
            <a:br>
              <a:rPr lang="en-US"/>
            </a:br>
            <a:r>
              <a:rPr lang="en-US"/>
              <a:t>–</a:t>
            </a:r>
            <a:br>
              <a:rPr lang="en-US"/>
            </a:br>
            <a:r>
              <a:rPr lang="en-US" err="1"/>
              <a:t>Firstname</a:t>
            </a:r>
            <a:r>
              <a:rPr lang="en-US"/>
              <a:t> Lastname</a:t>
            </a:r>
            <a:br>
              <a:rPr lang="en-US"/>
            </a:br>
            <a:r>
              <a:rPr lang="en-US"/>
              <a:t>Job title</a:t>
            </a:r>
          </a:p>
        </p:txBody>
      </p:sp>
    </p:spTree>
    <p:extLst>
      <p:ext uri="{BB962C8B-B14F-4D97-AF65-F5344CB8AC3E}">
        <p14:creationId xmlns:p14="http://schemas.microsoft.com/office/powerpoint/2010/main" val="2464999326"/>
      </p:ext>
    </p:extLst>
  </p:cSld>
  <p:clrMapOvr>
    <a:overrideClrMapping bg1="lt1" tx1="dk1" bg2="lt2" tx2="dk2" accent1="accent1" accent2="accent2" accent3="accent3" accent4="accent4" accent5="accent5" accent6="accent6" hlink="hlink" folHlink="folHlink"/>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preserve="1">
  <p:cSld name="–">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14AD8AB1-1ED9-07D1-3AB9-13A04A61F7A8}"/>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think-cell data - do not delete" hidden="1">
                        <a:extLst>
                          <a:ext uri="{FF2B5EF4-FFF2-40B4-BE49-F238E27FC236}">
                            <a16:creationId xmlns:a16="http://schemas.microsoft.com/office/drawing/2014/main" id="{14AD8AB1-1ED9-07D1-3AB9-13A04A61F7A8}"/>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2" name="TextBox 1">
            <a:extLst>
              <a:ext uri="{FF2B5EF4-FFF2-40B4-BE49-F238E27FC236}">
                <a16:creationId xmlns:a16="http://schemas.microsoft.com/office/drawing/2014/main" id="{C2494150-976D-3B40-F87B-36B0EDB7E0E2}"/>
              </a:ext>
            </a:extLst>
          </p:cNvPr>
          <p:cNvSpPr txBox="1"/>
          <p:nvPr/>
        </p:nvSpPr>
        <p:spPr>
          <a:xfrm>
            <a:off x="304800" y="1612900"/>
            <a:ext cx="11582400" cy="4480560"/>
          </a:xfrm>
          <a:prstGeom prst="rect">
            <a:avLst/>
          </a:prstGeom>
          <a:noFill/>
        </p:spPr>
        <p:txBody>
          <a:bodyPr wrap="square" lIns="0" tIns="0" rIns="0" bIns="0" rtlCol="0" anchor="t">
            <a:noAutofit/>
          </a:bodyPr>
          <a:lstStyle/>
          <a:p>
            <a:pPr marL="0" algn="l" defTabSz="411480" rtl="0" eaLnBrk="1" latinLnBrk="0" hangingPunct="1">
              <a:lnSpc>
                <a:spcPct val="75000"/>
              </a:lnSpc>
            </a:pPr>
            <a:r>
              <a:rPr lang="en-US" sz="12960" b="0" i="0" kern="1200" spc="-450" baseline="0">
                <a:solidFill>
                  <a:schemeClr val="tx1"/>
                </a:solidFill>
                <a:latin typeface="Overpass Medium" pitchFamily="2" charset="77"/>
                <a:ea typeface="+mn-ea"/>
                <a:cs typeface="+mn-cs"/>
              </a:rPr>
              <a:t>Text</a:t>
            </a:r>
          </a:p>
        </p:txBody>
      </p:sp>
    </p:spTree>
    <p:extLst>
      <p:ext uri="{BB962C8B-B14F-4D97-AF65-F5344CB8AC3E}">
        <p14:creationId xmlns:p14="http://schemas.microsoft.com/office/powerpoint/2010/main" val="1502598960"/>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p:cSld name="Text, 1 column">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466C15F0-D41B-8C59-4EDE-7574CF8B7D16}"/>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8" name="think-cell data - do not delete" hidden="1">
                        <a:extLst>
                          <a:ext uri="{FF2B5EF4-FFF2-40B4-BE49-F238E27FC236}">
                            <a16:creationId xmlns:a16="http://schemas.microsoft.com/office/drawing/2014/main" id="{466C15F0-D41B-8C59-4EDE-7574CF8B7D16}"/>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304800" y="304802"/>
            <a:ext cx="5638800" cy="1003299"/>
          </a:xfrm>
        </p:spPr>
        <p:txBody>
          <a:bodyPr vert="horz"/>
          <a:lstStyle/>
          <a:p>
            <a:r>
              <a:rPr lang="en-US"/>
              <a:t>Click to add title</a:t>
            </a:r>
          </a:p>
        </p:txBody>
      </p:sp>
      <p:sp>
        <p:nvSpPr>
          <p:cNvPr id="3" name="Content Placeholder 2"/>
          <p:cNvSpPr>
            <a:spLocks noGrp="1"/>
          </p:cNvSpPr>
          <p:nvPr>
            <p:ph idx="1"/>
          </p:nvPr>
        </p:nvSpPr>
        <p:spPr>
          <a:xfrm>
            <a:off x="304800" y="1612901"/>
            <a:ext cx="5641848" cy="4480560"/>
          </a:xfrm>
        </p:spPr>
        <p:txBody>
          <a:bodyPr/>
          <a:lstStyle>
            <a:lvl1pPr>
              <a:defRPr sz="1440"/>
            </a:lvl1pPr>
            <a:lvl2pPr>
              <a:defRPr sz="1440"/>
            </a:lvl2pPr>
            <a:lvl3pPr>
              <a:defRPr sz="1440"/>
            </a:lvl3pPr>
            <a:lvl4pPr>
              <a:defRPr sz="1440"/>
            </a:lvl4pPr>
            <a:lvl5pPr>
              <a:defRPr sz="144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2E833A53-479B-BD73-CB0A-FBB0F12DE239}"/>
              </a:ext>
            </a:extLst>
          </p:cNvPr>
          <p:cNvSpPr>
            <a:spLocks noGrp="1"/>
          </p:cNvSpPr>
          <p:nvPr>
            <p:ph type="body" sz="half" idx="2" hasCustomPrompt="1"/>
          </p:nvPr>
        </p:nvSpPr>
        <p:spPr>
          <a:xfrm>
            <a:off x="6248400" y="6187669"/>
            <a:ext cx="4648200" cy="365531"/>
          </a:xfrm>
        </p:spPr>
        <p:txBody>
          <a:bodyPr anchor="b"/>
          <a:lstStyle>
            <a:lvl1pPr marL="0" indent="0">
              <a:lnSpc>
                <a:spcPct val="100000"/>
              </a:lnSpc>
              <a:buNone/>
              <a:defRPr sz="720" spc="0" baseline="0">
                <a:solidFill>
                  <a:srgbClr val="716C67"/>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add footnote/source</a:t>
            </a:r>
          </a:p>
        </p:txBody>
      </p:sp>
    </p:spTree>
    <p:extLst>
      <p:ext uri="{BB962C8B-B14F-4D97-AF65-F5344CB8AC3E}">
        <p14:creationId xmlns:p14="http://schemas.microsoft.com/office/powerpoint/2010/main" val="1769792392"/>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p:cSld name="Text, 1 column, gray">
    <p:bg>
      <p:bgPr>
        <a:solidFill>
          <a:srgbClr val="0D152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466C15F0-D41B-8C59-4EDE-7574CF8B7D16}"/>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8" name="think-cell data - do not delete" hidden="1">
                        <a:extLst>
                          <a:ext uri="{FF2B5EF4-FFF2-40B4-BE49-F238E27FC236}">
                            <a16:creationId xmlns:a16="http://schemas.microsoft.com/office/drawing/2014/main" id="{466C15F0-D41B-8C59-4EDE-7574CF8B7D16}"/>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304800" y="304802"/>
            <a:ext cx="5638800" cy="1003299"/>
          </a:xfrm>
        </p:spPr>
        <p:txBody>
          <a:bodyPr vert="horz"/>
          <a:lstStyle/>
          <a:p>
            <a:r>
              <a:rPr lang="en-US"/>
              <a:t>Click to add title</a:t>
            </a:r>
          </a:p>
        </p:txBody>
      </p:sp>
      <p:sp>
        <p:nvSpPr>
          <p:cNvPr id="3" name="Content Placeholder 2"/>
          <p:cNvSpPr>
            <a:spLocks noGrp="1"/>
          </p:cNvSpPr>
          <p:nvPr>
            <p:ph idx="1"/>
          </p:nvPr>
        </p:nvSpPr>
        <p:spPr>
          <a:xfrm>
            <a:off x="304800" y="1612901"/>
            <a:ext cx="5641848" cy="4480560"/>
          </a:xfrm>
        </p:spPr>
        <p:txBody>
          <a:bodyPr/>
          <a:lstStyle>
            <a:lvl1pPr>
              <a:defRPr sz="1440"/>
            </a:lvl1pPr>
            <a:lvl2pPr>
              <a:defRPr sz="1440"/>
            </a:lvl2pPr>
            <a:lvl3pPr>
              <a:defRPr sz="1440"/>
            </a:lvl3pPr>
            <a:lvl4pPr>
              <a:defRPr sz="1440"/>
            </a:lvl4pPr>
            <a:lvl5pPr>
              <a:defRPr sz="144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2E833A53-479B-BD73-CB0A-FBB0F12DE239}"/>
              </a:ext>
            </a:extLst>
          </p:cNvPr>
          <p:cNvSpPr>
            <a:spLocks noGrp="1"/>
          </p:cNvSpPr>
          <p:nvPr>
            <p:ph type="body" sz="half" idx="2" hasCustomPrompt="1"/>
          </p:nvPr>
        </p:nvSpPr>
        <p:spPr>
          <a:xfrm>
            <a:off x="6248400" y="6187669"/>
            <a:ext cx="4648200" cy="365531"/>
          </a:xfrm>
        </p:spPr>
        <p:txBody>
          <a:bodyPr anchor="b"/>
          <a:lstStyle>
            <a:lvl1pPr marL="0" indent="0">
              <a:lnSpc>
                <a:spcPct val="100000"/>
              </a:lnSpc>
              <a:buNone/>
              <a:defRPr sz="720" spc="0" baseline="0">
                <a:solidFill>
                  <a:srgbClr val="868F9D"/>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dirty="0"/>
              <a:t>Click to add footnote/source</a:t>
            </a:r>
          </a:p>
        </p:txBody>
      </p:sp>
    </p:spTree>
    <p:extLst>
      <p:ext uri="{BB962C8B-B14F-4D97-AF65-F5344CB8AC3E}">
        <p14:creationId xmlns:p14="http://schemas.microsoft.com/office/powerpoint/2010/main" val="4100032683"/>
      </p:ext>
    </p:extLst>
  </p:cSld>
  <p:clrMapOvr>
    <a:overrideClrMapping bg1="dk1" tx1="lt1" bg2="dk2" tx2="lt2" accent1="accent1" accent2="accent2" accent3="accent3" accent4="accent4" accent5="accent5" accent6="accent6" hlink="hlink" folHlink="folHlink"/>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p:cSld name="Text, 1 column, brow">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466C15F0-D41B-8C59-4EDE-7574CF8B7D16}"/>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8" name="think-cell data - do not delete" hidden="1">
                        <a:extLst>
                          <a:ext uri="{FF2B5EF4-FFF2-40B4-BE49-F238E27FC236}">
                            <a16:creationId xmlns:a16="http://schemas.microsoft.com/office/drawing/2014/main" id="{466C15F0-D41B-8C59-4EDE-7574CF8B7D16}"/>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304800" y="526093"/>
            <a:ext cx="5638800" cy="782007"/>
          </a:xfrm>
        </p:spPr>
        <p:txBody>
          <a:bodyPr vert="horz"/>
          <a:lstStyle/>
          <a:p>
            <a:r>
              <a:rPr lang="en-US"/>
              <a:t>Click to add title</a:t>
            </a:r>
          </a:p>
        </p:txBody>
      </p:sp>
      <p:sp>
        <p:nvSpPr>
          <p:cNvPr id="3" name="Content Placeholder 2"/>
          <p:cNvSpPr>
            <a:spLocks noGrp="1"/>
          </p:cNvSpPr>
          <p:nvPr>
            <p:ph idx="1"/>
          </p:nvPr>
        </p:nvSpPr>
        <p:spPr>
          <a:xfrm>
            <a:off x="304800" y="1612901"/>
            <a:ext cx="5638800" cy="4480560"/>
          </a:xfrm>
        </p:spPr>
        <p:txBody>
          <a:bodyPr/>
          <a:lstStyle>
            <a:lvl1pPr>
              <a:defRPr sz="1440"/>
            </a:lvl1pPr>
            <a:lvl2pPr>
              <a:defRPr sz="1440"/>
            </a:lvl2pPr>
            <a:lvl3pPr>
              <a:defRPr sz="1440"/>
            </a:lvl3pPr>
            <a:lvl4pPr>
              <a:defRPr sz="1440"/>
            </a:lvl4pPr>
            <a:lvl5pPr>
              <a:defRPr sz="144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3">
            <a:extLst>
              <a:ext uri="{FF2B5EF4-FFF2-40B4-BE49-F238E27FC236}">
                <a16:creationId xmlns:a16="http://schemas.microsoft.com/office/drawing/2014/main" id="{E89C3D4B-02AE-CD7B-FB89-47E8AF74C69F}"/>
              </a:ext>
            </a:extLst>
          </p:cNvPr>
          <p:cNvSpPr>
            <a:spLocks noGrp="1"/>
          </p:cNvSpPr>
          <p:nvPr>
            <p:ph type="body" sz="half" idx="2" hasCustomPrompt="1"/>
          </p:nvPr>
        </p:nvSpPr>
        <p:spPr>
          <a:xfrm>
            <a:off x="304800" y="304801"/>
            <a:ext cx="5638800" cy="177452"/>
          </a:xfrm>
        </p:spPr>
        <p:txBody>
          <a:bodyPr/>
          <a:lstStyle>
            <a:lvl1pPr marL="0" indent="0">
              <a:buNone/>
              <a:defRPr sz="900" spc="0" baseline="0">
                <a:solidFill>
                  <a:srgbClr val="6D6D6D"/>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Brow</a:t>
            </a:r>
          </a:p>
        </p:txBody>
      </p:sp>
      <p:sp>
        <p:nvSpPr>
          <p:cNvPr id="5" name="Text Placeholder 3">
            <a:extLst>
              <a:ext uri="{FF2B5EF4-FFF2-40B4-BE49-F238E27FC236}">
                <a16:creationId xmlns:a16="http://schemas.microsoft.com/office/drawing/2014/main" id="{A308BFD2-2159-E411-0CBB-2A08B09EEF7C}"/>
              </a:ext>
            </a:extLst>
          </p:cNvPr>
          <p:cNvSpPr>
            <a:spLocks noGrp="1"/>
          </p:cNvSpPr>
          <p:nvPr>
            <p:ph type="body" sz="half" idx="10" hasCustomPrompt="1"/>
          </p:nvPr>
        </p:nvSpPr>
        <p:spPr>
          <a:xfrm>
            <a:off x="6248400" y="6187669"/>
            <a:ext cx="4648200" cy="365531"/>
          </a:xfrm>
        </p:spPr>
        <p:txBody>
          <a:bodyPr vert="horz" lIns="0" tIns="0" rIns="0" bIns="0" rtlCol="0" anchor="b">
            <a:noAutofit/>
          </a:bodyPr>
          <a:lstStyle>
            <a:lvl1pPr>
              <a:defRPr lang="en-US" sz="720" spc="0">
                <a:solidFill>
                  <a:srgbClr val="6D6D6D"/>
                </a:solidFill>
              </a:defRPr>
            </a:lvl1pPr>
          </a:lstStyle>
          <a:p>
            <a:pPr lvl="0"/>
            <a:r>
              <a:rPr lang="en-US"/>
              <a:t>Click to add footnote/source</a:t>
            </a:r>
          </a:p>
        </p:txBody>
      </p:sp>
    </p:spTree>
    <p:extLst>
      <p:ext uri="{BB962C8B-B14F-4D97-AF65-F5344CB8AC3E}">
        <p14:creationId xmlns:p14="http://schemas.microsoft.com/office/powerpoint/2010/main" val="4133733780"/>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p:cSld name="Text, 1 column, brow, gray">
    <p:bg>
      <p:bgPr>
        <a:solidFill>
          <a:srgbClr val="0D152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466C15F0-D41B-8C59-4EDE-7574CF8B7D16}"/>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8" name="think-cell data - do not delete" hidden="1">
                        <a:extLst>
                          <a:ext uri="{FF2B5EF4-FFF2-40B4-BE49-F238E27FC236}">
                            <a16:creationId xmlns:a16="http://schemas.microsoft.com/office/drawing/2014/main" id="{466C15F0-D41B-8C59-4EDE-7574CF8B7D16}"/>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304800" y="526093"/>
            <a:ext cx="5638800" cy="782007"/>
          </a:xfrm>
        </p:spPr>
        <p:txBody>
          <a:bodyPr vert="horz"/>
          <a:lstStyle/>
          <a:p>
            <a:r>
              <a:rPr lang="en-US"/>
              <a:t>Click to add title</a:t>
            </a:r>
          </a:p>
        </p:txBody>
      </p:sp>
      <p:sp>
        <p:nvSpPr>
          <p:cNvPr id="3" name="Content Placeholder 2"/>
          <p:cNvSpPr>
            <a:spLocks noGrp="1"/>
          </p:cNvSpPr>
          <p:nvPr>
            <p:ph idx="1"/>
          </p:nvPr>
        </p:nvSpPr>
        <p:spPr>
          <a:xfrm>
            <a:off x="304800" y="1612901"/>
            <a:ext cx="5638800" cy="4480560"/>
          </a:xfrm>
        </p:spPr>
        <p:txBody>
          <a:bodyPr/>
          <a:lstStyle>
            <a:lvl1pPr>
              <a:defRPr sz="1440"/>
            </a:lvl1pPr>
            <a:lvl2pPr>
              <a:defRPr sz="1440"/>
            </a:lvl2pPr>
            <a:lvl3pPr>
              <a:defRPr sz="1440"/>
            </a:lvl3pPr>
            <a:lvl4pPr>
              <a:defRPr sz="1440"/>
            </a:lvl4pPr>
            <a:lvl5pPr>
              <a:defRPr sz="144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3">
            <a:extLst>
              <a:ext uri="{FF2B5EF4-FFF2-40B4-BE49-F238E27FC236}">
                <a16:creationId xmlns:a16="http://schemas.microsoft.com/office/drawing/2014/main" id="{E89C3D4B-02AE-CD7B-FB89-47E8AF74C69F}"/>
              </a:ext>
            </a:extLst>
          </p:cNvPr>
          <p:cNvSpPr>
            <a:spLocks noGrp="1"/>
          </p:cNvSpPr>
          <p:nvPr>
            <p:ph type="body" sz="half" idx="2" hasCustomPrompt="1"/>
          </p:nvPr>
        </p:nvSpPr>
        <p:spPr>
          <a:xfrm>
            <a:off x="304800" y="304801"/>
            <a:ext cx="5638800" cy="177452"/>
          </a:xfrm>
        </p:spPr>
        <p:txBody>
          <a:bodyPr/>
          <a:lstStyle>
            <a:lvl1pPr marL="0" indent="0">
              <a:buNone/>
              <a:defRPr sz="900" spc="0" baseline="0">
                <a:solidFill>
                  <a:srgbClr val="868F9D"/>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Brow</a:t>
            </a:r>
          </a:p>
        </p:txBody>
      </p:sp>
      <p:sp>
        <p:nvSpPr>
          <p:cNvPr id="5" name="Text Placeholder 3">
            <a:extLst>
              <a:ext uri="{FF2B5EF4-FFF2-40B4-BE49-F238E27FC236}">
                <a16:creationId xmlns:a16="http://schemas.microsoft.com/office/drawing/2014/main" id="{A308BFD2-2159-E411-0CBB-2A08B09EEF7C}"/>
              </a:ext>
            </a:extLst>
          </p:cNvPr>
          <p:cNvSpPr>
            <a:spLocks noGrp="1"/>
          </p:cNvSpPr>
          <p:nvPr>
            <p:ph type="body" sz="half" idx="10" hasCustomPrompt="1"/>
          </p:nvPr>
        </p:nvSpPr>
        <p:spPr>
          <a:xfrm>
            <a:off x="6248400" y="6187669"/>
            <a:ext cx="4648200" cy="365531"/>
          </a:xfrm>
        </p:spPr>
        <p:txBody>
          <a:bodyPr vert="horz" lIns="0" tIns="0" rIns="0" bIns="0" rtlCol="0" anchor="b">
            <a:noAutofit/>
          </a:bodyPr>
          <a:lstStyle>
            <a:lvl1pPr>
              <a:defRPr lang="en-US" sz="720" spc="0">
                <a:solidFill>
                  <a:srgbClr val="868F9D"/>
                </a:solidFill>
              </a:defRPr>
            </a:lvl1pPr>
          </a:lstStyle>
          <a:p>
            <a:pPr lvl="0"/>
            <a:r>
              <a:rPr lang="en-US"/>
              <a:t>Click to add footnote/source</a:t>
            </a:r>
          </a:p>
        </p:txBody>
      </p:sp>
    </p:spTree>
    <p:extLst>
      <p:ext uri="{BB962C8B-B14F-4D97-AF65-F5344CB8AC3E}">
        <p14:creationId xmlns:p14="http://schemas.microsoft.com/office/powerpoint/2010/main" val="2320170698"/>
      </p:ext>
    </p:extLst>
  </p:cSld>
  <p:clrMapOvr>
    <a:overrideClrMapping bg1="dk1" tx1="lt1" bg2="dk2" tx2="lt2" accent1="accent1" accent2="accent2" accent3="accent3" accent4="accent4" accent5="accent5" accent6="accent6" hlink="hlink" folHlink="folHlink"/>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p:cSld name="Text, 2 columns">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2392D080-0723-67CB-BDAA-D8534A1C6EC6}"/>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9" name="think-cell data - do not delete" hidden="1">
                        <a:extLst>
                          <a:ext uri="{FF2B5EF4-FFF2-40B4-BE49-F238E27FC236}">
                            <a16:creationId xmlns:a16="http://schemas.microsoft.com/office/drawing/2014/main" id="{2392D080-0723-67CB-BDAA-D8534A1C6EC6}"/>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304800" y="304802"/>
            <a:ext cx="7620000" cy="1003299"/>
          </a:xfrm>
        </p:spPr>
        <p:txBody>
          <a:bodyPr vert="horz"/>
          <a:lstStyle/>
          <a:p>
            <a:r>
              <a:rPr lang="en-US"/>
              <a:t>Click to add title</a:t>
            </a:r>
          </a:p>
        </p:txBody>
      </p:sp>
      <p:sp>
        <p:nvSpPr>
          <p:cNvPr id="3" name="Content Placeholder 2"/>
          <p:cNvSpPr>
            <a:spLocks noGrp="1"/>
          </p:cNvSpPr>
          <p:nvPr>
            <p:ph sz="half" idx="1"/>
          </p:nvPr>
        </p:nvSpPr>
        <p:spPr>
          <a:xfrm>
            <a:off x="304800" y="1612900"/>
            <a:ext cx="4648200" cy="4480560"/>
          </a:xfrm>
        </p:spPr>
        <p:txBody>
          <a:bodyPr/>
          <a:lstStyle>
            <a:lvl1pPr>
              <a:spcAft>
                <a:spcPts val="540"/>
              </a:spcAft>
              <a:defRPr sz="1440" b="1" i="0">
                <a:solidFill>
                  <a:schemeClr val="tx2"/>
                </a:solidFill>
                <a:latin typeface="Overpass SemiBold" pitchFamily="2" charset="77"/>
              </a:defRPr>
            </a:lvl1pPr>
            <a:lvl2pPr marL="4287" indent="0">
              <a:spcBef>
                <a:spcPts val="0"/>
              </a:spcBef>
              <a:buNone/>
              <a:defRPr sz="1080"/>
            </a:lvl2pPr>
            <a:lvl3pPr marL="207170" indent="-202883">
              <a:tabLst/>
              <a:defRPr sz="1080"/>
            </a:lvl3pPr>
            <a:lvl4pPr marL="414338" indent="-207170">
              <a:tabLst/>
              <a:defRPr sz="1080"/>
            </a:lvl4pPr>
            <a:lvl5pPr marL="621507" indent="-195740">
              <a:tabLst/>
              <a:defRPr sz="108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48400" y="1612900"/>
            <a:ext cx="4648200" cy="4480560"/>
          </a:xfrm>
        </p:spPr>
        <p:txBody>
          <a:bodyPr/>
          <a:lstStyle>
            <a:lvl1pPr>
              <a:spcAft>
                <a:spcPts val="540"/>
              </a:spcAft>
              <a:defRPr sz="1440" b="1" i="0">
                <a:solidFill>
                  <a:schemeClr val="tx2"/>
                </a:solidFill>
                <a:latin typeface="Overpass SemiBold" pitchFamily="2" charset="77"/>
              </a:defRPr>
            </a:lvl1pPr>
            <a:lvl2pPr marL="4287" indent="0">
              <a:spcBef>
                <a:spcPts val="0"/>
              </a:spcBef>
              <a:buNone/>
              <a:defRPr sz="1080"/>
            </a:lvl2pPr>
            <a:lvl3pPr marL="207170" indent="-202883">
              <a:tabLst/>
              <a:defRPr sz="1080"/>
            </a:lvl3pPr>
            <a:lvl4pPr marL="414338" indent="-207170">
              <a:tabLst/>
              <a:defRPr sz="1080"/>
            </a:lvl4pPr>
            <a:lvl5pPr marL="621507" indent="-195740">
              <a:tabLst/>
              <a:defRPr sz="108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3">
            <a:extLst>
              <a:ext uri="{FF2B5EF4-FFF2-40B4-BE49-F238E27FC236}">
                <a16:creationId xmlns:a16="http://schemas.microsoft.com/office/drawing/2014/main" id="{8FFA6B84-C81F-599A-4C83-45E012D4E92D}"/>
              </a:ext>
            </a:extLst>
          </p:cNvPr>
          <p:cNvSpPr>
            <a:spLocks noGrp="1"/>
          </p:cNvSpPr>
          <p:nvPr>
            <p:ph type="body" sz="half" idx="10" hasCustomPrompt="1"/>
          </p:nvPr>
        </p:nvSpPr>
        <p:spPr>
          <a:xfrm>
            <a:off x="6248400" y="6187669"/>
            <a:ext cx="4648200" cy="365531"/>
          </a:xfrm>
        </p:spPr>
        <p:txBody>
          <a:bodyPr vert="horz" lIns="0" tIns="0" rIns="0" bIns="0" rtlCol="0" anchor="b">
            <a:noAutofit/>
          </a:bodyPr>
          <a:lstStyle>
            <a:lvl1pPr>
              <a:defRPr lang="en-US" sz="720" spc="0">
                <a:solidFill>
                  <a:srgbClr val="6D6D6D"/>
                </a:solidFill>
              </a:defRPr>
            </a:lvl1pPr>
          </a:lstStyle>
          <a:p>
            <a:pPr lvl="0"/>
            <a:r>
              <a:rPr lang="en-US"/>
              <a:t>Click to add footnote/source</a:t>
            </a:r>
          </a:p>
        </p:txBody>
      </p:sp>
    </p:spTree>
    <p:extLst>
      <p:ext uri="{BB962C8B-B14F-4D97-AF65-F5344CB8AC3E}">
        <p14:creationId xmlns:p14="http://schemas.microsoft.com/office/powerpoint/2010/main" val="2731049365"/>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p:cSld name="Text, 3 columns">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2392D080-0723-67CB-BDAA-D8534A1C6EC6}"/>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9" name="think-cell data - do not delete" hidden="1">
                        <a:extLst>
                          <a:ext uri="{FF2B5EF4-FFF2-40B4-BE49-F238E27FC236}">
                            <a16:creationId xmlns:a16="http://schemas.microsoft.com/office/drawing/2014/main" id="{2392D080-0723-67CB-BDAA-D8534A1C6EC6}"/>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304800" y="304802"/>
            <a:ext cx="7620000" cy="1003299"/>
          </a:xfrm>
        </p:spPr>
        <p:txBody>
          <a:bodyPr vert="horz"/>
          <a:lstStyle/>
          <a:p>
            <a:r>
              <a:rPr lang="en-US"/>
              <a:t>Click to add title</a:t>
            </a:r>
          </a:p>
        </p:txBody>
      </p:sp>
      <p:sp>
        <p:nvSpPr>
          <p:cNvPr id="3" name="Content Placeholder 2"/>
          <p:cNvSpPr>
            <a:spLocks noGrp="1"/>
          </p:cNvSpPr>
          <p:nvPr>
            <p:ph sz="half" idx="1"/>
          </p:nvPr>
        </p:nvSpPr>
        <p:spPr>
          <a:xfrm>
            <a:off x="304800" y="1612900"/>
            <a:ext cx="3657600" cy="4480560"/>
          </a:xfrm>
        </p:spPr>
        <p:txBody>
          <a:bodyPr/>
          <a:lstStyle>
            <a:lvl1pPr>
              <a:spcAft>
                <a:spcPts val="540"/>
              </a:spcAft>
              <a:defRPr sz="1440" b="1" i="0">
                <a:solidFill>
                  <a:schemeClr val="tx2"/>
                </a:solidFill>
                <a:latin typeface="Overpass SemiBold" pitchFamily="2" charset="77"/>
              </a:defRPr>
            </a:lvl1pPr>
            <a:lvl2pPr marL="4287" indent="0">
              <a:buNone/>
              <a:defRPr sz="1080"/>
            </a:lvl2pPr>
            <a:lvl3pPr marL="207170" indent="-202883">
              <a:tabLst/>
              <a:defRPr sz="1080"/>
            </a:lvl3pPr>
            <a:lvl4pPr marL="414338" indent="-207170">
              <a:tabLst/>
              <a:defRPr sz="1080"/>
            </a:lvl4pPr>
            <a:lvl5pPr marL="621507" indent="-195740">
              <a:tabLst/>
              <a:defRPr sz="108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267200" y="1612900"/>
            <a:ext cx="3657600" cy="4480560"/>
          </a:xfrm>
        </p:spPr>
        <p:txBody>
          <a:bodyPr/>
          <a:lstStyle>
            <a:lvl1pPr>
              <a:spcAft>
                <a:spcPts val="540"/>
              </a:spcAft>
              <a:defRPr sz="1440" b="1" i="0">
                <a:solidFill>
                  <a:schemeClr val="tx2"/>
                </a:solidFill>
                <a:latin typeface="Overpass SemiBold" pitchFamily="2" charset="77"/>
              </a:defRPr>
            </a:lvl1pPr>
            <a:lvl2pPr marL="4287" indent="0">
              <a:buNone/>
              <a:defRPr sz="1080"/>
            </a:lvl2pPr>
            <a:lvl3pPr marL="207170" indent="-202883">
              <a:tabLst/>
              <a:defRPr sz="1080"/>
            </a:lvl3pPr>
            <a:lvl4pPr marL="414338" indent="-207170">
              <a:tabLst/>
              <a:defRPr sz="1080"/>
            </a:lvl4pPr>
            <a:lvl5pPr marL="621507" indent="-195740">
              <a:tabLst/>
              <a:defRPr sz="108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a16="http://schemas.microsoft.com/office/drawing/2014/main" id="{8B17EF88-4872-E0E1-8983-ADF3940982E0}"/>
              </a:ext>
            </a:extLst>
          </p:cNvPr>
          <p:cNvSpPr>
            <a:spLocks noGrp="1"/>
          </p:cNvSpPr>
          <p:nvPr>
            <p:ph sz="half" idx="10"/>
          </p:nvPr>
        </p:nvSpPr>
        <p:spPr>
          <a:xfrm>
            <a:off x="8225425" y="1612900"/>
            <a:ext cx="3657600" cy="4480560"/>
          </a:xfrm>
        </p:spPr>
        <p:txBody>
          <a:bodyPr/>
          <a:lstStyle>
            <a:lvl1pPr>
              <a:spcAft>
                <a:spcPts val="540"/>
              </a:spcAft>
              <a:defRPr sz="1440" b="1" i="0">
                <a:solidFill>
                  <a:schemeClr val="tx2"/>
                </a:solidFill>
                <a:latin typeface="Overpass SemiBold" pitchFamily="2" charset="77"/>
              </a:defRPr>
            </a:lvl1pPr>
            <a:lvl2pPr marL="4287" indent="0">
              <a:buNone/>
              <a:defRPr sz="1080"/>
            </a:lvl2pPr>
            <a:lvl3pPr marL="207170" indent="-202883">
              <a:tabLst/>
              <a:defRPr sz="1080"/>
            </a:lvl3pPr>
            <a:lvl4pPr marL="414338" indent="-207170">
              <a:tabLst/>
              <a:defRPr sz="1080"/>
            </a:lvl4pPr>
            <a:lvl5pPr marL="621507" indent="-195740">
              <a:tabLst/>
              <a:defRPr sz="108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D977D060-E814-9933-C0B0-8982FB23291F}"/>
              </a:ext>
            </a:extLst>
          </p:cNvPr>
          <p:cNvSpPr>
            <a:spLocks noGrp="1"/>
          </p:cNvSpPr>
          <p:nvPr>
            <p:ph type="body" sz="half" idx="11" hasCustomPrompt="1"/>
          </p:nvPr>
        </p:nvSpPr>
        <p:spPr>
          <a:xfrm>
            <a:off x="6248400" y="6187669"/>
            <a:ext cx="4648200" cy="365531"/>
          </a:xfrm>
        </p:spPr>
        <p:txBody>
          <a:bodyPr vert="horz" lIns="0" tIns="0" rIns="0" bIns="0" rtlCol="0" anchor="b">
            <a:noAutofit/>
          </a:bodyPr>
          <a:lstStyle>
            <a:lvl1pPr>
              <a:defRPr lang="en-US" sz="720" spc="0">
                <a:solidFill>
                  <a:srgbClr val="6D6D6D"/>
                </a:solidFill>
              </a:defRPr>
            </a:lvl1pPr>
          </a:lstStyle>
          <a:p>
            <a:pPr lvl="0"/>
            <a:r>
              <a:rPr lang="en-US"/>
              <a:t>Click to add footnote/source</a:t>
            </a:r>
          </a:p>
        </p:txBody>
      </p:sp>
    </p:spTree>
    <p:extLst>
      <p:ext uri="{BB962C8B-B14F-4D97-AF65-F5344CB8AC3E}">
        <p14:creationId xmlns:p14="http://schemas.microsoft.com/office/powerpoint/2010/main" val="2494388541"/>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p:cSld name="Text, 4 columns">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2392D080-0723-67CB-BDAA-D8534A1C6EC6}"/>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9" name="think-cell data - do not delete" hidden="1">
                        <a:extLst>
                          <a:ext uri="{FF2B5EF4-FFF2-40B4-BE49-F238E27FC236}">
                            <a16:creationId xmlns:a16="http://schemas.microsoft.com/office/drawing/2014/main" id="{2392D080-0723-67CB-BDAA-D8534A1C6EC6}"/>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304800" y="304802"/>
            <a:ext cx="7620000" cy="1003299"/>
          </a:xfrm>
        </p:spPr>
        <p:txBody>
          <a:bodyPr vert="horz"/>
          <a:lstStyle/>
          <a:p>
            <a:r>
              <a:rPr lang="en-US"/>
              <a:t>Click to add title</a:t>
            </a:r>
          </a:p>
        </p:txBody>
      </p:sp>
      <p:sp>
        <p:nvSpPr>
          <p:cNvPr id="3" name="Content Placeholder 2"/>
          <p:cNvSpPr>
            <a:spLocks noGrp="1"/>
          </p:cNvSpPr>
          <p:nvPr>
            <p:ph sz="half" idx="1"/>
          </p:nvPr>
        </p:nvSpPr>
        <p:spPr>
          <a:xfrm>
            <a:off x="304800" y="1612900"/>
            <a:ext cx="2667000" cy="4480560"/>
          </a:xfrm>
        </p:spPr>
        <p:txBody>
          <a:bodyPr/>
          <a:lstStyle>
            <a:lvl1pPr>
              <a:spcAft>
                <a:spcPts val="540"/>
              </a:spcAft>
              <a:defRPr sz="1440" b="1" i="0">
                <a:solidFill>
                  <a:schemeClr val="tx2"/>
                </a:solidFill>
                <a:latin typeface="Overpass SemiBold" pitchFamily="2" charset="77"/>
              </a:defRPr>
            </a:lvl1pPr>
            <a:lvl2pPr marL="4287" indent="0">
              <a:buNone/>
              <a:defRPr sz="1080"/>
            </a:lvl2pPr>
            <a:lvl3pPr marL="207170" indent="-202883">
              <a:tabLst/>
              <a:defRPr sz="1080"/>
            </a:lvl3pPr>
            <a:lvl4pPr marL="414338" indent="-207170">
              <a:tabLst/>
              <a:defRPr sz="1080"/>
            </a:lvl4pPr>
            <a:lvl5pPr marL="621507" indent="-195740">
              <a:tabLst/>
              <a:defRPr sz="108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276600" y="1612900"/>
            <a:ext cx="2667000" cy="4480560"/>
          </a:xfrm>
        </p:spPr>
        <p:txBody>
          <a:bodyPr/>
          <a:lstStyle>
            <a:lvl1pPr>
              <a:spcAft>
                <a:spcPts val="540"/>
              </a:spcAft>
              <a:defRPr sz="1440" b="1" i="0">
                <a:solidFill>
                  <a:schemeClr val="tx2"/>
                </a:solidFill>
                <a:latin typeface="Overpass SemiBold" pitchFamily="2" charset="77"/>
              </a:defRPr>
            </a:lvl1pPr>
            <a:lvl2pPr marL="4287" indent="0">
              <a:buNone/>
              <a:defRPr sz="1080"/>
            </a:lvl2pPr>
            <a:lvl3pPr marL="207170" indent="-202883">
              <a:tabLst/>
              <a:defRPr sz="1080"/>
            </a:lvl3pPr>
            <a:lvl4pPr marL="414338" indent="-207170">
              <a:tabLst/>
              <a:defRPr sz="1080"/>
            </a:lvl4pPr>
            <a:lvl5pPr marL="621507" indent="-195740">
              <a:tabLst/>
              <a:defRPr sz="108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a16="http://schemas.microsoft.com/office/drawing/2014/main" id="{8B17EF88-4872-E0E1-8983-ADF3940982E0}"/>
              </a:ext>
            </a:extLst>
          </p:cNvPr>
          <p:cNvSpPr>
            <a:spLocks noGrp="1"/>
          </p:cNvSpPr>
          <p:nvPr>
            <p:ph sz="half" idx="10"/>
          </p:nvPr>
        </p:nvSpPr>
        <p:spPr>
          <a:xfrm>
            <a:off x="6248401" y="1612900"/>
            <a:ext cx="2667000" cy="4480560"/>
          </a:xfrm>
        </p:spPr>
        <p:txBody>
          <a:bodyPr/>
          <a:lstStyle>
            <a:lvl1pPr>
              <a:spcAft>
                <a:spcPts val="540"/>
              </a:spcAft>
              <a:defRPr sz="1440" b="1" i="0">
                <a:solidFill>
                  <a:schemeClr val="tx2"/>
                </a:solidFill>
                <a:latin typeface="Overpass SemiBold" pitchFamily="2" charset="77"/>
              </a:defRPr>
            </a:lvl1pPr>
            <a:lvl2pPr marL="4287" indent="0">
              <a:buNone/>
              <a:defRPr sz="1080"/>
            </a:lvl2pPr>
            <a:lvl3pPr marL="207170" indent="-202883">
              <a:tabLst/>
              <a:defRPr sz="1080"/>
            </a:lvl3pPr>
            <a:lvl4pPr marL="414338" indent="-207170">
              <a:tabLst/>
              <a:defRPr sz="1080"/>
            </a:lvl4pPr>
            <a:lvl5pPr marL="621507" indent="-195740">
              <a:tabLst/>
              <a:defRPr sz="108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D977D060-E814-9933-C0B0-8982FB23291F}"/>
              </a:ext>
            </a:extLst>
          </p:cNvPr>
          <p:cNvSpPr>
            <a:spLocks noGrp="1"/>
          </p:cNvSpPr>
          <p:nvPr>
            <p:ph type="body" sz="half" idx="11" hasCustomPrompt="1"/>
          </p:nvPr>
        </p:nvSpPr>
        <p:spPr>
          <a:xfrm>
            <a:off x="6248400" y="6187669"/>
            <a:ext cx="4648200" cy="365531"/>
          </a:xfrm>
        </p:spPr>
        <p:txBody>
          <a:bodyPr vert="horz" lIns="0" tIns="0" rIns="0" bIns="0" rtlCol="0" anchor="b">
            <a:noAutofit/>
          </a:bodyPr>
          <a:lstStyle>
            <a:lvl1pPr>
              <a:defRPr lang="en-US" sz="720" spc="0">
                <a:solidFill>
                  <a:srgbClr val="6D6D6D"/>
                </a:solidFill>
              </a:defRPr>
            </a:lvl1pPr>
          </a:lstStyle>
          <a:p>
            <a:pPr lvl="0"/>
            <a:r>
              <a:rPr lang="en-US"/>
              <a:t>Click to add footnote/source</a:t>
            </a:r>
          </a:p>
        </p:txBody>
      </p:sp>
      <p:sp>
        <p:nvSpPr>
          <p:cNvPr id="7" name="Content Placeholder 3">
            <a:extLst>
              <a:ext uri="{FF2B5EF4-FFF2-40B4-BE49-F238E27FC236}">
                <a16:creationId xmlns:a16="http://schemas.microsoft.com/office/drawing/2014/main" id="{3A4F1FBF-DB6B-FD26-CEC4-E039F64ADEC8}"/>
              </a:ext>
            </a:extLst>
          </p:cNvPr>
          <p:cNvSpPr>
            <a:spLocks noGrp="1"/>
          </p:cNvSpPr>
          <p:nvPr>
            <p:ph sz="half" idx="12"/>
          </p:nvPr>
        </p:nvSpPr>
        <p:spPr>
          <a:xfrm>
            <a:off x="9220203" y="1612900"/>
            <a:ext cx="2666998" cy="4480560"/>
          </a:xfrm>
        </p:spPr>
        <p:txBody>
          <a:bodyPr/>
          <a:lstStyle>
            <a:lvl1pPr>
              <a:spcAft>
                <a:spcPts val="540"/>
              </a:spcAft>
              <a:defRPr sz="1440" b="1" i="0">
                <a:solidFill>
                  <a:schemeClr val="tx2"/>
                </a:solidFill>
                <a:latin typeface="Overpass SemiBold" pitchFamily="2" charset="77"/>
              </a:defRPr>
            </a:lvl1pPr>
            <a:lvl2pPr marL="4287" indent="0">
              <a:buNone/>
              <a:defRPr sz="1080"/>
            </a:lvl2pPr>
            <a:lvl3pPr marL="207170" indent="-202883">
              <a:tabLst/>
              <a:defRPr sz="1080"/>
            </a:lvl3pPr>
            <a:lvl4pPr marL="414338" indent="-207170">
              <a:tabLst/>
              <a:defRPr sz="1080"/>
            </a:lvl4pPr>
            <a:lvl5pPr marL="621507" indent="-195740">
              <a:tabLst/>
              <a:defRPr sz="108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78222170"/>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p:cSld name="Text, top align">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F5EFC84E-D49B-CF3D-2463-72B1B65C2160}"/>
              </a:ext>
            </a:extLst>
          </p:cNvPr>
          <p:cNvGraphicFramePr>
            <a:graphicFrameLocks noChangeAspect="1"/>
          </p:cNvGraphicFramePr>
          <p:nvPr userDrawn="1">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8" name="think-cell data - do not delete" hidden="1">
                        <a:extLst>
                          <a:ext uri="{FF2B5EF4-FFF2-40B4-BE49-F238E27FC236}">
                            <a16:creationId xmlns:a16="http://schemas.microsoft.com/office/drawing/2014/main" id="{F5EFC84E-D49B-CF3D-2463-72B1B65C2160}"/>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5476A6E-66A2-B996-F924-D19930C261DF}"/>
              </a:ext>
            </a:extLst>
          </p:cNvPr>
          <p:cNvSpPr>
            <a:spLocks noGrp="1"/>
          </p:cNvSpPr>
          <p:nvPr>
            <p:ph type="title" hasCustomPrompt="1"/>
          </p:nvPr>
        </p:nvSpPr>
        <p:spPr>
          <a:xfrm>
            <a:off x="304800" y="304802"/>
            <a:ext cx="5638800" cy="2311399"/>
          </a:xfrm>
        </p:spPr>
        <p:txBody>
          <a:bodyPr vert="horz"/>
          <a:lstStyle/>
          <a:p>
            <a:r>
              <a:rPr lang="en-US"/>
              <a:t>Click to add title</a:t>
            </a:r>
          </a:p>
        </p:txBody>
      </p:sp>
      <p:sp>
        <p:nvSpPr>
          <p:cNvPr id="5" name="Content Placeholder 2">
            <a:extLst>
              <a:ext uri="{FF2B5EF4-FFF2-40B4-BE49-F238E27FC236}">
                <a16:creationId xmlns:a16="http://schemas.microsoft.com/office/drawing/2014/main" id="{8EED893B-93EE-58EC-15B2-37AE7423BB2B}"/>
              </a:ext>
            </a:extLst>
          </p:cNvPr>
          <p:cNvSpPr>
            <a:spLocks noGrp="1"/>
          </p:cNvSpPr>
          <p:nvPr>
            <p:ph idx="1"/>
          </p:nvPr>
        </p:nvSpPr>
        <p:spPr>
          <a:xfrm>
            <a:off x="6248400" y="304801"/>
            <a:ext cx="5638800" cy="5788661"/>
          </a:xfrm>
        </p:spPr>
        <p:txBody>
          <a:bodyPr/>
          <a:lstStyle>
            <a:lvl1pPr>
              <a:defRPr sz="1440"/>
            </a:lvl1pPr>
            <a:lvl2pPr>
              <a:defRPr sz="1440"/>
            </a:lvl2pPr>
            <a:lvl3pPr>
              <a:defRPr sz="1440"/>
            </a:lvl3pPr>
            <a:lvl4pPr>
              <a:defRPr sz="1440"/>
            </a:lvl4pPr>
            <a:lvl5pPr>
              <a:defRPr sz="144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CAA70A0D-86D5-ABF3-A79A-E67CA3781857}"/>
              </a:ext>
            </a:extLst>
          </p:cNvPr>
          <p:cNvSpPr>
            <a:spLocks noGrp="1"/>
          </p:cNvSpPr>
          <p:nvPr>
            <p:ph type="body" sz="half" idx="12" hasCustomPrompt="1"/>
          </p:nvPr>
        </p:nvSpPr>
        <p:spPr>
          <a:xfrm>
            <a:off x="6248400" y="6187669"/>
            <a:ext cx="4648200" cy="365531"/>
          </a:xfrm>
        </p:spPr>
        <p:txBody>
          <a:bodyPr vert="horz" lIns="0" tIns="0" rIns="0" bIns="0" rtlCol="0" anchor="b">
            <a:noAutofit/>
          </a:bodyPr>
          <a:lstStyle>
            <a:lvl1pPr>
              <a:defRPr lang="en-US" sz="720" spc="0">
                <a:solidFill>
                  <a:srgbClr val="6D6D6D"/>
                </a:solidFill>
              </a:defRPr>
            </a:lvl1pPr>
          </a:lstStyle>
          <a:p>
            <a:pPr lvl="0"/>
            <a:r>
              <a:rPr lang="en-US"/>
              <a:t>Click to add footnote/source</a:t>
            </a:r>
          </a:p>
        </p:txBody>
      </p:sp>
    </p:spTree>
    <p:extLst>
      <p:ext uri="{BB962C8B-B14F-4D97-AF65-F5344CB8AC3E}">
        <p14:creationId xmlns:p14="http://schemas.microsoft.com/office/powerpoint/2010/main" val="964162388"/>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3FD9011E-2F87-500F-A9E1-79B8DDE0E4FF}"/>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think-cell data - do not delete" hidden="1">
                        <a:extLst>
                          <a:ext uri="{FF2B5EF4-FFF2-40B4-BE49-F238E27FC236}">
                            <a16:creationId xmlns:a16="http://schemas.microsoft.com/office/drawing/2014/main" id="{3FD9011E-2F87-500F-A9E1-79B8DDE0E4FF}"/>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2" name="Title 1"/>
          <p:cNvSpPr>
            <a:spLocks noGrp="1"/>
          </p:cNvSpPr>
          <p:nvPr>
            <p:ph type="title" hasCustomPrompt="1"/>
          </p:nvPr>
        </p:nvSpPr>
        <p:spPr/>
        <p:txBody>
          <a:bodyPr vert="horz"/>
          <a:lstStyle/>
          <a:p>
            <a:r>
              <a:rPr lang="en-US"/>
              <a:t>Click to add title</a:t>
            </a:r>
          </a:p>
        </p:txBody>
      </p:sp>
      <p:sp>
        <p:nvSpPr>
          <p:cNvPr id="3" name="Text Placeholder 3">
            <a:extLst>
              <a:ext uri="{FF2B5EF4-FFF2-40B4-BE49-F238E27FC236}">
                <a16:creationId xmlns:a16="http://schemas.microsoft.com/office/drawing/2014/main" id="{D66E3E2C-F437-0454-E534-40179AB27146}"/>
              </a:ext>
            </a:extLst>
          </p:cNvPr>
          <p:cNvSpPr>
            <a:spLocks noGrp="1"/>
          </p:cNvSpPr>
          <p:nvPr>
            <p:ph type="body" sz="half" idx="2" hasCustomPrompt="1"/>
          </p:nvPr>
        </p:nvSpPr>
        <p:spPr>
          <a:xfrm>
            <a:off x="6248400" y="6187669"/>
            <a:ext cx="4648200" cy="365531"/>
          </a:xfrm>
        </p:spPr>
        <p:txBody>
          <a:bodyPr vert="horz" lIns="0" tIns="0" rIns="0" bIns="0" rtlCol="0" anchor="b">
            <a:noAutofit/>
          </a:bodyPr>
          <a:lstStyle>
            <a:lvl1pPr>
              <a:defRPr lang="en-US" sz="720" spc="0">
                <a:solidFill>
                  <a:srgbClr val="6D6D6D"/>
                </a:solidFill>
              </a:defRPr>
            </a:lvl1pPr>
          </a:lstStyle>
          <a:p>
            <a:pPr lvl="0"/>
            <a:r>
              <a:rPr lang="en-US"/>
              <a:t>Click to add footnote/source</a:t>
            </a:r>
          </a:p>
        </p:txBody>
      </p:sp>
    </p:spTree>
    <p:extLst>
      <p:ext uri="{BB962C8B-B14F-4D97-AF65-F5344CB8AC3E}">
        <p14:creationId xmlns:p14="http://schemas.microsoft.com/office/powerpoint/2010/main" val="299138911"/>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p:cSld name="Title only, gray">
    <p:bg>
      <p:bgPr>
        <a:solidFill>
          <a:srgbClr val="0D152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3FD9011E-2F87-500F-A9E1-79B8DDE0E4FF}"/>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think-cell data - do not delete" hidden="1">
                        <a:extLst>
                          <a:ext uri="{FF2B5EF4-FFF2-40B4-BE49-F238E27FC236}">
                            <a16:creationId xmlns:a16="http://schemas.microsoft.com/office/drawing/2014/main" id="{3FD9011E-2F87-500F-A9E1-79B8DDE0E4FF}"/>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2" name="Title 1"/>
          <p:cNvSpPr>
            <a:spLocks noGrp="1"/>
          </p:cNvSpPr>
          <p:nvPr>
            <p:ph type="title" hasCustomPrompt="1"/>
          </p:nvPr>
        </p:nvSpPr>
        <p:spPr/>
        <p:txBody>
          <a:bodyPr vert="horz"/>
          <a:lstStyle>
            <a:lvl1pPr>
              <a:defRPr>
                <a:solidFill>
                  <a:schemeClr val="tx1"/>
                </a:solidFill>
              </a:defRPr>
            </a:lvl1pPr>
          </a:lstStyle>
          <a:p>
            <a:r>
              <a:rPr lang="en-US"/>
              <a:t>Click to add title</a:t>
            </a:r>
          </a:p>
        </p:txBody>
      </p:sp>
      <p:sp>
        <p:nvSpPr>
          <p:cNvPr id="3" name="Text Placeholder 3">
            <a:extLst>
              <a:ext uri="{FF2B5EF4-FFF2-40B4-BE49-F238E27FC236}">
                <a16:creationId xmlns:a16="http://schemas.microsoft.com/office/drawing/2014/main" id="{D66E3E2C-F437-0454-E534-40179AB27146}"/>
              </a:ext>
            </a:extLst>
          </p:cNvPr>
          <p:cNvSpPr>
            <a:spLocks noGrp="1"/>
          </p:cNvSpPr>
          <p:nvPr>
            <p:ph type="body" sz="half" idx="2" hasCustomPrompt="1"/>
          </p:nvPr>
        </p:nvSpPr>
        <p:spPr>
          <a:xfrm>
            <a:off x="6248400" y="6187669"/>
            <a:ext cx="4648200" cy="365531"/>
          </a:xfrm>
        </p:spPr>
        <p:txBody>
          <a:bodyPr vert="horz" lIns="0" tIns="0" rIns="0" bIns="0" rtlCol="0" anchor="b">
            <a:noAutofit/>
          </a:bodyPr>
          <a:lstStyle>
            <a:lvl1pPr>
              <a:defRPr lang="en-US" sz="720" spc="0">
                <a:solidFill>
                  <a:srgbClr val="868F9D"/>
                </a:solidFill>
              </a:defRPr>
            </a:lvl1pPr>
          </a:lstStyle>
          <a:p>
            <a:pPr lvl="0"/>
            <a:r>
              <a:rPr lang="en-US"/>
              <a:t>Click to add footnote/source</a:t>
            </a:r>
          </a:p>
        </p:txBody>
      </p:sp>
    </p:spTree>
    <p:extLst>
      <p:ext uri="{BB962C8B-B14F-4D97-AF65-F5344CB8AC3E}">
        <p14:creationId xmlns:p14="http://schemas.microsoft.com/office/powerpoint/2010/main" val="1188827555"/>
      </p:ext>
    </p:extLst>
  </p:cSld>
  <p:clrMapOvr>
    <a:overrideClrMapping bg1="dk1" tx1="lt1" bg2="dk2" tx2="lt2" accent1="accent1" accent2="accent2" accent3="accent3" accent4="accent4" accent5="accent5" accent6="accent6" hlink="hlink" folHlink="folHlink"/>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37060208"/>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Text, 2, dividers">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B594C048-18F9-9A14-95D6-AFBEB67F7F2E}"/>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8" name="think-cell data - do not delete" hidden="1">
                        <a:extLst>
                          <a:ext uri="{FF2B5EF4-FFF2-40B4-BE49-F238E27FC236}">
                            <a16:creationId xmlns:a16="http://schemas.microsoft.com/office/drawing/2014/main" id="{B594C048-18F9-9A14-95D6-AFBEB67F7F2E}"/>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3" name="Text Placeholder 3">
            <a:extLst>
              <a:ext uri="{FF2B5EF4-FFF2-40B4-BE49-F238E27FC236}">
                <a16:creationId xmlns:a16="http://schemas.microsoft.com/office/drawing/2014/main" id="{C508C5F0-074C-7CC0-39F9-1A1070A4053C}"/>
              </a:ext>
            </a:extLst>
          </p:cNvPr>
          <p:cNvSpPr>
            <a:spLocks noGrp="1"/>
          </p:cNvSpPr>
          <p:nvPr>
            <p:ph type="body" sz="half" idx="18" hasCustomPrompt="1"/>
          </p:nvPr>
        </p:nvSpPr>
        <p:spPr>
          <a:xfrm>
            <a:off x="6248400" y="6187669"/>
            <a:ext cx="4648200" cy="365531"/>
          </a:xfrm>
        </p:spPr>
        <p:txBody>
          <a:bodyPr vert="horz" lIns="0" tIns="0" rIns="0" bIns="0" rtlCol="0" anchor="b">
            <a:noAutofit/>
          </a:bodyPr>
          <a:lstStyle>
            <a:lvl1pPr>
              <a:defRPr lang="en-US" sz="720" spc="0">
                <a:solidFill>
                  <a:srgbClr val="6D6D6D"/>
                </a:solidFill>
              </a:defRPr>
            </a:lvl1pPr>
          </a:lstStyle>
          <a:p>
            <a:pPr lvl="0"/>
            <a:r>
              <a:rPr lang="en-US"/>
              <a:t>Click to add footnote/source</a:t>
            </a:r>
          </a:p>
        </p:txBody>
      </p:sp>
      <p:sp>
        <p:nvSpPr>
          <p:cNvPr id="2" name="Title 1">
            <a:extLst>
              <a:ext uri="{FF2B5EF4-FFF2-40B4-BE49-F238E27FC236}">
                <a16:creationId xmlns:a16="http://schemas.microsoft.com/office/drawing/2014/main" id="{1299E6EA-BCF3-714D-2150-BAD36CCF291C}"/>
              </a:ext>
            </a:extLst>
          </p:cNvPr>
          <p:cNvSpPr>
            <a:spLocks noGrp="1"/>
          </p:cNvSpPr>
          <p:nvPr>
            <p:ph type="title" hasCustomPrompt="1"/>
          </p:nvPr>
        </p:nvSpPr>
        <p:spPr>
          <a:xfrm>
            <a:off x="304800" y="304802"/>
            <a:ext cx="4648200" cy="2971799"/>
          </a:xfrm>
        </p:spPr>
        <p:txBody>
          <a:bodyPr vert="horz"/>
          <a:lstStyle/>
          <a:p>
            <a:r>
              <a:rPr lang="en-US"/>
              <a:t>Click to add title</a:t>
            </a:r>
          </a:p>
        </p:txBody>
      </p:sp>
      <p:cxnSp>
        <p:nvCxnSpPr>
          <p:cNvPr id="12" name="Straight Connector 11">
            <a:extLst>
              <a:ext uri="{FF2B5EF4-FFF2-40B4-BE49-F238E27FC236}">
                <a16:creationId xmlns:a16="http://schemas.microsoft.com/office/drawing/2014/main" id="{6BDBE10F-2176-4F8E-F5F3-F249CAF0CB26}"/>
              </a:ext>
            </a:extLst>
          </p:cNvPr>
          <p:cNvCxnSpPr>
            <a:cxnSpLocks/>
          </p:cNvCxnSpPr>
          <p:nvPr/>
        </p:nvCxnSpPr>
        <p:spPr>
          <a:xfrm>
            <a:off x="6096000" y="304801"/>
            <a:ext cx="0" cy="5789069"/>
          </a:xfrm>
          <a:prstGeom prst="line">
            <a:avLst/>
          </a:prstGeom>
          <a:ln w="12700">
            <a:solidFill>
              <a:srgbClr val="D2CFCA"/>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4115C554-5CE9-1DD9-094C-713C7A791D92}"/>
              </a:ext>
            </a:extLst>
          </p:cNvPr>
          <p:cNvCxnSpPr>
            <a:cxnSpLocks/>
          </p:cNvCxnSpPr>
          <p:nvPr/>
        </p:nvCxnSpPr>
        <p:spPr>
          <a:xfrm>
            <a:off x="9063004" y="304801"/>
            <a:ext cx="0" cy="5789069"/>
          </a:xfrm>
          <a:prstGeom prst="line">
            <a:avLst/>
          </a:prstGeom>
          <a:ln w="12700">
            <a:solidFill>
              <a:srgbClr val="D2CFCA"/>
            </a:solidFill>
          </a:ln>
        </p:spPr>
        <p:style>
          <a:lnRef idx="2">
            <a:schemeClr val="accent1"/>
          </a:lnRef>
          <a:fillRef idx="0">
            <a:schemeClr val="accent1"/>
          </a:fillRef>
          <a:effectRef idx="1">
            <a:schemeClr val="accent1"/>
          </a:effectRef>
          <a:fontRef idx="minor">
            <a:schemeClr val="tx1"/>
          </a:fontRef>
        </p:style>
      </p:cxnSp>
      <p:sp>
        <p:nvSpPr>
          <p:cNvPr id="15" name="Text Placeholder 3">
            <a:extLst>
              <a:ext uri="{FF2B5EF4-FFF2-40B4-BE49-F238E27FC236}">
                <a16:creationId xmlns:a16="http://schemas.microsoft.com/office/drawing/2014/main" id="{A2DD8ECF-BA18-259D-6F85-A79AD3E54F4F}"/>
              </a:ext>
            </a:extLst>
          </p:cNvPr>
          <p:cNvSpPr>
            <a:spLocks noGrp="1"/>
          </p:cNvSpPr>
          <p:nvPr>
            <p:ph type="body" sz="half" idx="10"/>
          </p:nvPr>
        </p:nvSpPr>
        <p:spPr>
          <a:xfrm>
            <a:off x="6249998" y="304800"/>
            <a:ext cx="2663803" cy="3632200"/>
          </a:xfrm>
        </p:spPr>
        <p:txBody>
          <a:bodyPr/>
          <a:lstStyle>
            <a:lvl1pPr marL="0" indent="0">
              <a:buNone/>
              <a:defRPr sz="108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edit Master text styles</a:t>
            </a:r>
          </a:p>
        </p:txBody>
      </p:sp>
      <p:sp>
        <p:nvSpPr>
          <p:cNvPr id="16" name="Text Placeholder 3">
            <a:extLst>
              <a:ext uri="{FF2B5EF4-FFF2-40B4-BE49-F238E27FC236}">
                <a16:creationId xmlns:a16="http://schemas.microsoft.com/office/drawing/2014/main" id="{FA2B0CF6-65AC-2A22-F53F-A99BF2E00EA6}"/>
              </a:ext>
            </a:extLst>
          </p:cNvPr>
          <p:cNvSpPr>
            <a:spLocks noGrp="1"/>
          </p:cNvSpPr>
          <p:nvPr>
            <p:ph type="body" sz="half" idx="11"/>
          </p:nvPr>
        </p:nvSpPr>
        <p:spPr>
          <a:xfrm>
            <a:off x="9223398" y="304800"/>
            <a:ext cx="2663803" cy="3632200"/>
          </a:xfrm>
        </p:spPr>
        <p:txBody>
          <a:bodyPr/>
          <a:lstStyle>
            <a:lvl1pPr marL="0" indent="0">
              <a:buNone/>
              <a:defRPr sz="108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edit Master text styles</a:t>
            </a:r>
          </a:p>
        </p:txBody>
      </p:sp>
      <p:sp>
        <p:nvSpPr>
          <p:cNvPr id="18" name="Text Placeholder 7">
            <a:extLst>
              <a:ext uri="{FF2B5EF4-FFF2-40B4-BE49-F238E27FC236}">
                <a16:creationId xmlns:a16="http://schemas.microsoft.com/office/drawing/2014/main" id="{E2E59421-C6AE-67D0-08AB-6E9B0EA7C951}"/>
              </a:ext>
            </a:extLst>
          </p:cNvPr>
          <p:cNvSpPr>
            <a:spLocks noGrp="1"/>
          </p:cNvSpPr>
          <p:nvPr>
            <p:ph type="body" sz="quarter" idx="16" hasCustomPrompt="1"/>
          </p:nvPr>
        </p:nvSpPr>
        <p:spPr>
          <a:xfrm>
            <a:off x="6253198" y="5077683"/>
            <a:ext cx="2670196" cy="1221332"/>
          </a:xfrm>
          <a:noFill/>
        </p:spPr>
        <p:txBody>
          <a:bodyPr anchor="t"/>
          <a:lstStyle>
            <a:lvl1pPr>
              <a:lnSpc>
                <a:spcPct val="100000"/>
              </a:lnSpc>
              <a:spcAft>
                <a:spcPts val="0"/>
              </a:spcAft>
              <a:defRPr sz="8640" b="0" i="0">
                <a:solidFill>
                  <a:schemeClr val="tx2"/>
                </a:solidFill>
                <a:latin typeface="+mn-lt"/>
              </a:defRPr>
            </a:lvl1pPr>
            <a:lvl2pPr marL="4287" indent="0">
              <a:buNone/>
              <a:defRPr/>
            </a:lvl2pPr>
            <a:lvl3pPr marL="207170" indent="-202883">
              <a:tabLst/>
              <a:defRPr/>
            </a:lvl3pPr>
            <a:lvl4pPr marL="414338" indent="-207170">
              <a:tabLst/>
              <a:defRPr/>
            </a:lvl4pPr>
            <a:lvl5pPr marL="621507" indent="-195740">
              <a:tabLst/>
              <a:defRPr/>
            </a:lvl5pPr>
          </a:lstStyle>
          <a:p>
            <a:pPr lvl="0"/>
            <a:r>
              <a:rPr lang="en-US"/>
              <a:t>0</a:t>
            </a:r>
          </a:p>
        </p:txBody>
      </p:sp>
      <p:sp>
        <p:nvSpPr>
          <p:cNvPr id="19" name="Text Placeholder 7">
            <a:extLst>
              <a:ext uri="{FF2B5EF4-FFF2-40B4-BE49-F238E27FC236}">
                <a16:creationId xmlns:a16="http://schemas.microsoft.com/office/drawing/2014/main" id="{D1C2AFA8-EE1A-3FAD-644B-DD64DF05E545}"/>
              </a:ext>
            </a:extLst>
          </p:cNvPr>
          <p:cNvSpPr>
            <a:spLocks noGrp="1"/>
          </p:cNvSpPr>
          <p:nvPr>
            <p:ph type="body" sz="quarter" idx="17" hasCustomPrompt="1"/>
          </p:nvPr>
        </p:nvSpPr>
        <p:spPr>
          <a:xfrm>
            <a:off x="9223398" y="5077683"/>
            <a:ext cx="2670196" cy="1221332"/>
          </a:xfrm>
          <a:noFill/>
        </p:spPr>
        <p:txBody>
          <a:bodyPr anchor="t"/>
          <a:lstStyle>
            <a:lvl1pPr>
              <a:lnSpc>
                <a:spcPct val="100000"/>
              </a:lnSpc>
              <a:spcAft>
                <a:spcPts val="0"/>
              </a:spcAft>
              <a:defRPr sz="8640" b="0" i="0">
                <a:solidFill>
                  <a:schemeClr val="tx2"/>
                </a:solidFill>
                <a:latin typeface="+mn-lt"/>
              </a:defRPr>
            </a:lvl1pPr>
            <a:lvl2pPr marL="4287" indent="0">
              <a:buNone/>
              <a:defRPr/>
            </a:lvl2pPr>
            <a:lvl3pPr marL="207170" indent="-202883">
              <a:tabLst/>
              <a:defRPr/>
            </a:lvl3pPr>
            <a:lvl4pPr marL="414338" indent="-207170">
              <a:tabLst/>
              <a:defRPr/>
            </a:lvl4pPr>
            <a:lvl5pPr marL="621507" indent="-195740">
              <a:tabLst/>
              <a:defRPr/>
            </a:lvl5pPr>
          </a:lstStyle>
          <a:p>
            <a:pPr lvl="0"/>
            <a:r>
              <a:rPr lang="en-US"/>
              <a:t>0</a:t>
            </a:r>
          </a:p>
        </p:txBody>
      </p:sp>
    </p:spTree>
    <p:extLst>
      <p:ext uri="{BB962C8B-B14F-4D97-AF65-F5344CB8AC3E}">
        <p14:creationId xmlns:p14="http://schemas.microsoft.com/office/powerpoint/2010/main" val="2504221757"/>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p:cSld name="Text, 3, dividers">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B594C048-18F9-9A14-95D6-AFBEB67F7F2E}"/>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8" name="think-cell data - do not delete" hidden="1">
                        <a:extLst>
                          <a:ext uri="{FF2B5EF4-FFF2-40B4-BE49-F238E27FC236}">
                            <a16:creationId xmlns:a16="http://schemas.microsoft.com/office/drawing/2014/main" id="{B594C048-18F9-9A14-95D6-AFBEB67F7F2E}"/>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3" name="Text Placeholder 3">
            <a:extLst>
              <a:ext uri="{FF2B5EF4-FFF2-40B4-BE49-F238E27FC236}">
                <a16:creationId xmlns:a16="http://schemas.microsoft.com/office/drawing/2014/main" id="{C508C5F0-074C-7CC0-39F9-1A1070A4053C}"/>
              </a:ext>
            </a:extLst>
          </p:cNvPr>
          <p:cNvSpPr>
            <a:spLocks noGrp="1"/>
          </p:cNvSpPr>
          <p:nvPr>
            <p:ph type="body" sz="half" idx="18" hasCustomPrompt="1"/>
          </p:nvPr>
        </p:nvSpPr>
        <p:spPr>
          <a:xfrm>
            <a:off x="6243605" y="6187669"/>
            <a:ext cx="4652996" cy="365531"/>
          </a:xfrm>
        </p:spPr>
        <p:txBody>
          <a:bodyPr vert="horz" lIns="0" tIns="0" rIns="0" bIns="0" rtlCol="0" anchor="b">
            <a:noAutofit/>
          </a:bodyPr>
          <a:lstStyle>
            <a:lvl1pPr>
              <a:defRPr lang="en-US" sz="720" spc="0">
                <a:solidFill>
                  <a:srgbClr val="6D6D6D"/>
                </a:solidFill>
              </a:defRPr>
            </a:lvl1pPr>
          </a:lstStyle>
          <a:p>
            <a:pPr lvl="0"/>
            <a:r>
              <a:rPr lang="en-US"/>
              <a:t>Click to add footnote/source</a:t>
            </a:r>
          </a:p>
        </p:txBody>
      </p:sp>
      <p:sp>
        <p:nvSpPr>
          <p:cNvPr id="2" name="Title 1">
            <a:extLst>
              <a:ext uri="{FF2B5EF4-FFF2-40B4-BE49-F238E27FC236}">
                <a16:creationId xmlns:a16="http://schemas.microsoft.com/office/drawing/2014/main" id="{1299E6EA-BCF3-714D-2150-BAD36CCF291C}"/>
              </a:ext>
            </a:extLst>
          </p:cNvPr>
          <p:cNvSpPr>
            <a:spLocks noGrp="1"/>
          </p:cNvSpPr>
          <p:nvPr>
            <p:ph type="title" hasCustomPrompt="1"/>
          </p:nvPr>
        </p:nvSpPr>
        <p:spPr>
          <a:xfrm>
            <a:off x="304800" y="304802"/>
            <a:ext cx="2667000" cy="2971799"/>
          </a:xfrm>
        </p:spPr>
        <p:txBody>
          <a:bodyPr vert="horz"/>
          <a:lstStyle/>
          <a:p>
            <a:r>
              <a:rPr lang="en-US"/>
              <a:t>Click to add title</a:t>
            </a:r>
          </a:p>
        </p:txBody>
      </p:sp>
      <p:cxnSp>
        <p:nvCxnSpPr>
          <p:cNvPr id="11" name="Straight Connector 10">
            <a:extLst>
              <a:ext uri="{FF2B5EF4-FFF2-40B4-BE49-F238E27FC236}">
                <a16:creationId xmlns:a16="http://schemas.microsoft.com/office/drawing/2014/main" id="{0B04266F-C643-CAD3-64C1-A6F52A3AE4B6}"/>
              </a:ext>
            </a:extLst>
          </p:cNvPr>
          <p:cNvCxnSpPr/>
          <p:nvPr/>
        </p:nvCxnSpPr>
        <p:spPr>
          <a:xfrm>
            <a:off x="3124200" y="304801"/>
            <a:ext cx="0" cy="5789069"/>
          </a:xfrm>
          <a:prstGeom prst="line">
            <a:avLst/>
          </a:prstGeom>
          <a:ln w="12700">
            <a:solidFill>
              <a:srgbClr val="D2CFCA"/>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6BDBE10F-2176-4F8E-F5F3-F249CAF0CB26}"/>
              </a:ext>
            </a:extLst>
          </p:cNvPr>
          <p:cNvCxnSpPr>
            <a:cxnSpLocks/>
          </p:cNvCxnSpPr>
          <p:nvPr/>
        </p:nvCxnSpPr>
        <p:spPr>
          <a:xfrm>
            <a:off x="6096000" y="304801"/>
            <a:ext cx="0" cy="5789069"/>
          </a:xfrm>
          <a:prstGeom prst="line">
            <a:avLst/>
          </a:prstGeom>
          <a:ln w="12700">
            <a:solidFill>
              <a:srgbClr val="D2CFCA"/>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4115C554-5CE9-1DD9-094C-713C7A791D92}"/>
              </a:ext>
            </a:extLst>
          </p:cNvPr>
          <p:cNvCxnSpPr>
            <a:cxnSpLocks/>
          </p:cNvCxnSpPr>
          <p:nvPr/>
        </p:nvCxnSpPr>
        <p:spPr>
          <a:xfrm>
            <a:off x="9063004" y="304801"/>
            <a:ext cx="0" cy="5789069"/>
          </a:xfrm>
          <a:prstGeom prst="line">
            <a:avLst/>
          </a:prstGeom>
          <a:ln w="12700">
            <a:solidFill>
              <a:srgbClr val="D2CFCA"/>
            </a:solidFill>
          </a:ln>
        </p:spPr>
        <p:style>
          <a:lnRef idx="2">
            <a:schemeClr val="accent1"/>
          </a:lnRef>
          <a:fillRef idx="0">
            <a:schemeClr val="accent1"/>
          </a:fillRef>
          <a:effectRef idx="1">
            <a:schemeClr val="accent1"/>
          </a:effectRef>
          <a:fontRef idx="minor">
            <a:schemeClr val="tx1"/>
          </a:fontRef>
        </p:style>
      </p:cxnSp>
      <p:sp>
        <p:nvSpPr>
          <p:cNvPr id="14" name="Text Placeholder 3">
            <a:extLst>
              <a:ext uri="{FF2B5EF4-FFF2-40B4-BE49-F238E27FC236}">
                <a16:creationId xmlns:a16="http://schemas.microsoft.com/office/drawing/2014/main" id="{173B092B-8749-2A84-8EF6-CE1BD978E081}"/>
              </a:ext>
            </a:extLst>
          </p:cNvPr>
          <p:cNvSpPr>
            <a:spLocks noGrp="1"/>
          </p:cNvSpPr>
          <p:nvPr>
            <p:ph type="body" sz="half" idx="2"/>
          </p:nvPr>
        </p:nvSpPr>
        <p:spPr>
          <a:xfrm>
            <a:off x="3276600" y="304800"/>
            <a:ext cx="2663803" cy="3632200"/>
          </a:xfrm>
        </p:spPr>
        <p:txBody>
          <a:bodyPr/>
          <a:lstStyle>
            <a:lvl1pPr marL="0" indent="0">
              <a:buNone/>
              <a:defRPr sz="108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edit Master text styles</a:t>
            </a:r>
          </a:p>
        </p:txBody>
      </p:sp>
      <p:sp>
        <p:nvSpPr>
          <p:cNvPr id="15" name="Text Placeholder 3">
            <a:extLst>
              <a:ext uri="{FF2B5EF4-FFF2-40B4-BE49-F238E27FC236}">
                <a16:creationId xmlns:a16="http://schemas.microsoft.com/office/drawing/2014/main" id="{A2DD8ECF-BA18-259D-6F85-A79AD3E54F4F}"/>
              </a:ext>
            </a:extLst>
          </p:cNvPr>
          <p:cNvSpPr>
            <a:spLocks noGrp="1"/>
          </p:cNvSpPr>
          <p:nvPr>
            <p:ph type="body" sz="half" idx="10"/>
          </p:nvPr>
        </p:nvSpPr>
        <p:spPr>
          <a:xfrm>
            <a:off x="6249998" y="304800"/>
            <a:ext cx="2663803" cy="3632200"/>
          </a:xfrm>
        </p:spPr>
        <p:txBody>
          <a:bodyPr/>
          <a:lstStyle>
            <a:lvl1pPr marL="0" indent="0">
              <a:buNone/>
              <a:defRPr sz="108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edit Master text styles</a:t>
            </a:r>
          </a:p>
        </p:txBody>
      </p:sp>
      <p:sp>
        <p:nvSpPr>
          <p:cNvPr id="16" name="Text Placeholder 3">
            <a:extLst>
              <a:ext uri="{FF2B5EF4-FFF2-40B4-BE49-F238E27FC236}">
                <a16:creationId xmlns:a16="http://schemas.microsoft.com/office/drawing/2014/main" id="{FA2B0CF6-65AC-2A22-F53F-A99BF2E00EA6}"/>
              </a:ext>
            </a:extLst>
          </p:cNvPr>
          <p:cNvSpPr>
            <a:spLocks noGrp="1"/>
          </p:cNvSpPr>
          <p:nvPr>
            <p:ph type="body" sz="half" idx="11"/>
          </p:nvPr>
        </p:nvSpPr>
        <p:spPr>
          <a:xfrm>
            <a:off x="9223398" y="304800"/>
            <a:ext cx="2663803" cy="3632200"/>
          </a:xfrm>
        </p:spPr>
        <p:txBody>
          <a:bodyPr/>
          <a:lstStyle>
            <a:lvl1pPr marL="0" indent="0">
              <a:buNone/>
              <a:defRPr sz="108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edit Master text styles</a:t>
            </a:r>
          </a:p>
        </p:txBody>
      </p:sp>
      <p:sp>
        <p:nvSpPr>
          <p:cNvPr id="17" name="Text Placeholder 7">
            <a:extLst>
              <a:ext uri="{FF2B5EF4-FFF2-40B4-BE49-F238E27FC236}">
                <a16:creationId xmlns:a16="http://schemas.microsoft.com/office/drawing/2014/main" id="{948A8FC1-BC00-A13E-4C2B-B563BD2B0012}"/>
              </a:ext>
            </a:extLst>
          </p:cNvPr>
          <p:cNvSpPr>
            <a:spLocks noGrp="1"/>
          </p:cNvSpPr>
          <p:nvPr>
            <p:ph type="body" sz="quarter" idx="15" hasCustomPrompt="1"/>
          </p:nvPr>
        </p:nvSpPr>
        <p:spPr>
          <a:xfrm>
            <a:off x="3273405" y="5074921"/>
            <a:ext cx="2670196" cy="1221332"/>
          </a:xfrm>
          <a:noFill/>
        </p:spPr>
        <p:txBody>
          <a:bodyPr anchor="t"/>
          <a:lstStyle>
            <a:lvl1pPr>
              <a:lnSpc>
                <a:spcPct val="100000"/>
              </a:lnSpc>
              <a:spcAft>
                <a:spcPts val="0"/>
              </a:spcAft>
              <a:defRPr sz="8640" b="0" i="0">
                <a:solidFill>
                  <a:schemeClr val="tx2"/>
                </a:solidFill>
                <a:latin typeface="+mn-lt"/>
              </a:defRPr>
            </a:lvl1pPr>
            <a:lvl2pPr marL="4287" indent="0">
              <a:buNone/>
              <a:defRPr/>
            </a:lvl2pPr>
            <a:lvl3pPr marL="207170" indent="-202883">
              <a:tabLst/>
              <a:defRPr/>
            </a:lvl3pPr>
            <a:lvl4pPr marL="414338" indent="-207170">
              <a:tabLst/>
              <a:defRPr/>
            </a:lvl4pPr>
            <a:lvl5pPr marL="621507" indent="-195740">
              <a:tabLst/>
              <a:defRPr/>
            </a:lvl5pPr>
          </a:lstStyle>
          <a:p>
            <a:pPr lvl="0"/>
            <a:r>
              <a:rPr lang="en-US"/>
              <a:t>0</a:t>
            </a:r>
          </a:p>
        </p:txBody>
      </p:sp>
      <p:sp>
        <p:nvSpPr>
          <p:cNvPr id="18" name="Text Placeholder 7">
            <a:extLst>
              <a:ext uri="{FF2B5EF4-FFF2-40B4-BE49-F238E27FC236}">
                <a16:creationId xmlns:a16="http://schemas.microsoft.com/office/drawing/2014/main" id="{E2E59421-C6AE-67D0-08AB-6E9B0EA7C951}"/>
              </a:ext>
            </a:extLst>
          </p:cNvPr>
          <p:cNvSpPr>
            <a:spLocks noGrp="1"/>
          </p:cNvSpPr>
          <p:nvPr>
            <p:ph type="body" sz="quarter" idx="16" hasCustomPrompt="1"/>
          </p:nvPr>
        </p:nvSpPr>
        <p:spPr>
          <a:xfrm>
            <a:off x="6253198" y="5074921"/>
            <a:ext cx="2670196" cy="1221332"/>
          </a:xfrm>
          <a:noFill/>
        </p:spPr>
        <p:txBody>
          <a:bodyPr anchor="t"/>
          <a:lstStyle>
            <a:lvl1pPr>
              <a:lnSpc>
                <a:spcPct val="100000"/>
              </a:lnSpc>
              <a:spcAft>
                <a:spcPts val="0"/>
              </a:spcAft>
              <a:defRPr sz="8640" b="0" i="0">
                <a:solidFill>
                  <a:schemeClr val="tx2"/>
                </a:solidFill>
                <a:latin typeface="+mn-lt"/>
              </a:defRPr>
            </a:lvl1pPr>
            <a:lvl2pPr marL="4287" indent="0">
              <a:buNone/>
              <a:defRPr/>
            </a:lvl2pPr>
            <a:lvl3pPr marL="207170" indent="-202883">
              <a:tabLst/>
              <a:defRPr/>
            </a:lvl3pPr>
            <a:lvl4pPr marL="414338" indent="-207170">
              <a:tabLst/>
              <a:defRPr/>
            </a:lvl4pPr>
            <a:lvl5pPr marL="621507" indent="-195740">
              <a:tabLst/>
              <a:defRPr/>
            </a:lvl5pPr>
          </a:lstStyle>
          <a:p>
            <a:pPr lvl="0"/>
            <a:r>
              <a:rPr lang="en-US"/>
              <a:t>0</a:t>
            </a:r>
          </a:p>
        </p:txBody>
      </p:sp>
      <p:sp>
        <p:nvSpPr>
          <p:cNvPr id="19" name="Text Placeholder 7">
            <a:extLst>
              <a:ext uri="{FF2B5EF4-FFF2-40B4-BE49-F238E27FC236}">
                <a16:creationId xmlns:a16="http://schemas.microsoft.com/office/drawing/2014/main" id="{D1C2AFA8-EE1A-3FAD-644B-DD64DF05E545}"/>
              </a:ext>
            </a:extLst>
          </p:cNvPr>
          <p:cNvSpPr>
            <a:spLocks noGrp="1"/>
          </p:cNvSpPr>
          <p:nvPr>
            <p:ph type="body" sz="quarter" idx="17" hasCustomPrompt="1"/>
          </p:nvPr>
        </p:nvSpPr>
        <p:spPr>
          <a:xfrm>
            <a:off x="9223398" y="5074921"/>
            <a:ext cx="2670196" cy="1221332"/>
          </a:xfrm>
          <a:noFill/>
        </p:spPr>
        <p:txBody>
          <a:bodyPr anchor="t"/>
          <a:lstStyle>
            <a:lvl1pPr>
              <a:lnSpc>
                <a:spcPct val="100000"/>
              </a:lnSpc>
              <a:spcAft>
                <a:spcPts val="0"/>
              </a:spcAft>
              <a:defRPr sz="8640" b="0" i="0">
                <a:solidFill>
                  <a:schemeClr val="tx2"/>
                </a:solidFill>
                <a:latin typeface="+mn-lt"/>
              </a:defRPr>
            </a:lvl1pPr>
            <a:lvl2pPr marL="4287" indent="0">
              <a:buNone/>
              <a:defRPr/>
            </a:lvl2pPr>
            <a:lvl3pPr marL="207170" indent="-202883">
              <a:tabLst/>
              <a:defRPr/>
            </a:lvl3pPr>
            <a:lvl4pPr marL="414338" indent="-207170">
              <a:tabLst/>
              <a:defRPr/>
            </a:lvl4pPr>
            <a:lvl5pPr marL="621507" indent="-195740">
              <a:tabLst/>
              <a:defRPr/>
            </a:lvl5pPr>
          </a:lstStyle>
          <a:p>
            <a:pPr lvl="0"/>
            <a:r>
              <a:rPr lang="en-US"/>
              <a:t>0</a:t>
            </a:r>
          </a:p>
        </p:txBody>
      </p:sp>
    </p:spTree>
    <p:extLst>
      <p:ext uri="{BB962C8B-B14F-4D97-AF65-F5344CB8AC3E}">
        <p14:creationId xmlns:p14="http://schemas.microsoft.com/office/powerpoint/2010/main" val="806433097"/>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Text, 4, dividers">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B594C048-18F9-9A14-95D6-AFBEB67F7F2E}"/>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8" name="think-cell data - do not delete" hidden="1">
                        <a:extLst>
                          <a:ext uri="{FF2B5EF4-FFF2-40B4-BE49-F238E27FC236}">
                            <a16:creationId xmlns:a16="http://schemas.microsoft.com/office/drawing/2014/main" id="{B594C048-18F9-9A14-95D6-AFBEB67F7F2E}"/>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1299E6EA-BCF3-714D-2150-BAD36CCF291C}"/>
              </a:ext>
            </a:extLst>
          </p:cNvPr>
          <p:cNvSpPr>
            <a:spLocks noGrp="1"/>
          </p:cNvSpPr>
          <p:nvPr>
            <p:ph type="title" hasCustomPrompt="1"/>
          </p:nvPr>
        </p:nvSpPr>
        <p:spPr>
          <a:xfrm>
            <a:off x="304800" y="304802"/>
            <a:ext cx="4648200" cy="2971799"/>
          </a:xfrm>
        </p:spPr>
        <p:txBody>
          <a:bodyPr vert="horz"/>
          <a:lstStyle/>
          <a:p>
            <a:r>
              <a:rPr lang="en-US"/>
              <a:t>Click to add title</a:t>
            </a:r>
          </a:p>
        </p:txBody>
      </p:sp>
      <p:cxnSp>
        <p:nvCxnSpPr>
          <p:cNvPr id="12" name="Straight Connector 11">
            <a:extLst>
              <a:ext uri="{FF2B5EF4-FFF2-40B4-BE49-F238E27FC236}">
                <a16:creationId xmlns:a16="http://schemas.microsoft.com/office/drawing/2014/main" id="{6BDBE10F-2176-4F8E-F5F3-F249CAF0CB26}"/>
              </a:ext>
            </a:extLst>
          </p:cNvPr>
          <p:cNvCxnSpPr>
            <a:cxnSpLocks/>
          </p:cNvCxnSpPr>
          <p:nvPr/>
        </p:nvCxnSpPr>
        <p:spPr>
          <a:xfrm>
            <a:off x="6096000" y="304800"/>
            <a:ext cx="0" cy="6248400"/>
          </a:xfrm>
          <a:prstGeom prst="line">
            <a:avLst/>
          </a:prstGeom>
          <a:ln w="12700">
            <a:solidFill>
              <a:srgbClr val="D2CFCA"/>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4115C554-5CE9-1DD9-094C-713C7A791D92}"/>
              </a:ext>
            </a:extLst>
          </p:cNvPr>
          <p:cNvCxnSpPr>
            <a:cxnSpLocks/>
          </p:cNvCxnSpPr>
          <p:nvPr/>
        </p:nvCxnSpPr>
        <p:spPr>
          <a:xfrm>
            <a:off x="9063004" y="304800"/>
            <a:ext cx="0" cy="6248400"/>
          </a:xfrm>
          <a:prstGeom prst="line">
            <a:avLst/>
          </a:prstGeom>
          <a:ln w="12700">
            <a:solidFill>
              <a:srgbClr val="D2CFCA"/>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794B41C8-3A63-392E-2E26-EAF7886DAD75}"/>
              </a:ext>
            </a:extLst>
          </p:cNvPr>
          <p:cNvCxnSpPr>
            <a:cxnSpLocks/>
          </p:cNvCxnSpPr>
          <p:nvPr/>
        </p:nvCxnSpPr>
        <p:spPr>
          <a:xfrm>
            <a:off x="6096000" y="3429000"/>
            <a:ext cx="5791200" cy="0"/>
          </a:xfrm>
          <a:prstGeom prst="line">
            <a:avLst/>
          </a:prstGeom>
          <a:ln w="12700">
            <a:solidFill>
              <a:srgbClr val="D2CFCA"/>
            </a:solidFill>
          </a:ln>
        </p:spPr>
        <p:style>
          <a:lnRef idx="2">
            <a:schemeClr val="accent1"/>
          </a:lnRef>
          <a:fillRef idx="0">
            <a:schemeClr val="accent1"/>
          </a:fillRef>
          <a:effectRef idx="1">
            <a:schemeClr val="accent1"/>
          </a:effectRef>
          <a:fontRef idx="minor">
            <a:schemeClr val="tx1"/>
          </a:fontRef>
        </p:style>
      </p:cxnSp>
      <p:sp>
        <p:nvSpPr>
          <p:cNvPr id="15" name="Text Placeholder 3">
            <a:extLst>
              <a:ext uri="{FF2B5EF4-FFF2-40B4-BE49-F238E27FC236}">
                <a16:creationId xmlns:a16="http://schemas.microsoft.com/office/drawing/2014/main" id="{A2DD8ECF-BA18-259D-6F85-A79AD3E54F4F}"/>
              </a:ext>
            </a:extLst>
          </p:cNvPr>
          <p:cNvSpPr>
            <a:spLocks noGrp="1"/>
          </p:cNvSpPr>
          <p:nvPr>
            <p:ph type="body" sz="half" idx="10"/>
          </p:nvPr>
        </p:nvSpPr>
        <p:spPr>
          <a:xfrm>
            <a:off x="6249998" y="304801"/>
            <a:ext cx="2663803" cy="2311400"/>
          </a:xfrm>
        </p:spPr>
        <p:txBody>
          <a:bodyPr/>
          <a:lstStyle>
            <a:lvl1pPr marL="0" indent="0">
              <a:buNone/>
              <a:defRPr sz="108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edit Master text styles</a:t>
            </a:r>
          </a:p>
        </p:txBody>
      </p:sp>
      <p:sp>
        <p:nvSpPr>
          <p:cNvPr id="16" name="Text Placeholder 3">
            <a:extLst>
              <a:ext uri="{FF2B5EF4-FFF2-40B4-BE49-F238E27FC236}">
                <a16:creationId xmlns:a16="http://schemas.microsoft.com/office/drawing/2014/main" id="{FA2B0CF6-65AC-2A22-F53F-A99BF2E00EA6}"/>
              </a:ext>
            </a:extLst>
          </p:cNvPr>
          <p:cNvSpPr>
            <a:spLocks noGrp="1"/>
          </p:cNvSpPr>
          <p:nvPr>
            <p:ph type="body" sz="half" idx="11"/>
          </p:nvPr>
        </p:nvSpPr>
        <p:spPr>
          <a:xfrm>
            <a:off x="9223398" y="304801"/>
            <a:ext cx="2663803" cy="2311400"/>
          </a:xfrm>
        </p:spPr>
        <p:txBody>
          <a:bodyPr/>
          <a:lstStyle>
            <a:lvl1pPr marL="0" indent="0">
              <a:buNone/>
              <a:defRPr sz="108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edit Master text styles</a:t>
            </a:r>
          </a:p>
        </p:txBody>
      </p:sp>
      <p:sp>
        <p:nvSpPr>
          <p:cNvPr id="7" name="Text Placeholder 3">
            <a:extLst>
              <a:ext uri="{FF2B5EF4-FFF2-40B4-BE49-F238E27FC236}">
                <a16:creationId xmlns:a16="http://schemas.microsoft.com/office/drawing/2014/main" id="{0EEF9FAE-36FC-8D47-74C1-557EA986B8E8}"/>
              </a:ext>
            </a:extLst>
          </p:cNvPr>
          <p:cNvSpPr>
            <a:spLocks noGrp="1"/>
          </p:cNvSpPr>
          <p:nvPr>
            <p:ph type="body" sz="half" idx="13"/>
          </p:nvPr>
        </p:nvSpPr>
        <p:spPr>
          <a:xfrm>
            <a:off x="6249998" y="3585130"/>
            <a:ext cx="2663803" cy="2359152"/>
          </a:xfrm>
        </p:spPr>
        <p:txBody>
          <a:bodyPr/>
          <a:lstStyle>
            <a:lvl1pPr marL="0" indent="0">
              <a:buNone/>
              <a:defRPr sz="108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edit Master text styles</a:t>
            </a:r>
          </a:p>
        </p:txBody>
      </p:sp>
      <p:sp>
        <p:nvSpPr>
          <p:cNvPr id="9" name="Text Placeholder 3">
            <a:extLst>
              <a:ext uri="{FF2B5EF4-FFF2-40B4-BE49-F238E27FC236}">
                <a16:creationId xmlns:a16="http://schemas.microsoft.com/office/drawing/2014/main" id="{5C03551A-7956-B221-83C3-97B944FAAD54}"/>
              </a:ext>
            </a:extLst>
          </p:cNvPr>
          <p:cNvSpPr>
            <a:spLocks noGrp="1"/>
          </p:cNvSpPr>
          <p:nvPr>
            <p:ph type="body" sz="half" idx="14"/>
          </p:nvPr>
        </p:nvSpPr>
        <p:spPr>
          <a:xfrm>
            <a:off x="9223398" y="3585130"/>
            <a:ext cx="2663803" cy="2359152"/>
          </a:xfrm>
        </p:spPr>
        <p:txBody>
          <a:bodyPr/>
          <a:lstStyle>
            <a:lvl1pPr marL="0" indent="0">
              <a:buNone/>
              <a:defRPr sz="108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edit Master text styles</a:t>
            </a:r>
          </a:p>
        </p:txBody>
      </p:sp>
      <p:sp>
        <p:nvSpPr>
          <p:cNvPr id="3" name="Text Placeholder 3">
            <a:extLst>
              <a:ext uri="{FF2B5EF4-FFF2-40B4-BE49-F238E27FC236}">
                <a16:creationId xmlns:a16="http://schemas.microsoft.com/office/drawing/2014/main" id="{1E7DC7A4-9AB0-5776-B3D9-2DF43CB72A71}"/>
              </a:ext>
            </a:extLst>
          </p:cNvPr>
          <p:cNvSpPr>
            <a:spLocks noGrp="1"/>
          </p:cNvSpPr>
          <p:nvPr>
            <p:ph type="body" sz="half" idx="2" hasCustomPrompt="1"/>
          </p:nvPr>
        </p:nvSpPr>
        <p:spPr>
          <a:xfrm>
            <a:off x="6251596" y="6187669"/>
            <a:ext cx="2663804" cy="365531"/>
          </a:xfrm>
        </p:spPr>
        <p:txBody>
          <a:bodyPr vert="horz" lIns="0" tIns="0" rIns="0" bIns="0" rtlCol="0" anchor="b">
            <a:noAutofit/>
          </a:bodyPr>
          <a:lstStyle>
            <a:lvl1pPr>
              <a:defRPr lang="en-US" sz="720" spc="0">
                <a:solidFill>
                  <a:srgbClr val="6D6D6D"/>
                </a:solidFill>
              </a:defRPr>
            </a:lvl1pPr>
          </a:lstStyle>
          <a:p>
            <a:pPr lvl="0"/>
            <a:r>
              <a:rPr lang="en-US"/>
              <a:t>Click to add footnote/source</a:t>
            </a:r>
          </a:p>
        </p:txBody>
      </p:sp>
    </p:spTree>
    <p:extLst>
      <p:ext uri="{BB962C8B-B14F-4D97-AF65-F5344CB8AC3E}">
        <p14:creationId xmlns:p14="http://schemas.microsoft.com/office/powerpoint/2010/main" val="2046843691"/>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Text, 6, dividers">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B594C048-18F9-9A14-95D6-AFBEB67F7F2E}"/>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8" name="think-cell data - do not delete" hidden="1">
                        <a:extLst>
                          <a:ext uri="{FF2B5EF4-FFF2-40B4-BE49-F238E27FC236}">
                            <a16:creationId xmlns:a16="http://schemas.microsoft.com/office/drawing/2014/main" id="{B594C048-18F9-9A14-95D6-AFBEB67F7F2E}"/>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1299E6EA-BCF3-714D-2150-BAD36CCF291C}"/>
              </a:ext>
            </a:extLst>
          </p:cNvPr>
          <p:cNvSpPr>
            <a:spLocks noGrp="1"/>
          </p:cNvSpPr>
          <p:nvPr>
            <p:ph type="title" hasCustomPrompt="1"/>
          </p:nvPr>
        </p:nvSpPr>
        <p:spPr>
          <a:xfrm>
            <a:off x="304800" y="304802"/>
            <a:ext cx="2658999" cy="2971799"/>
          </a:xfrm>
        </p:spPr>
        <p:txBody>
          <a:bodyPr vert="horz"/>
          <a:lstStyle/>
          <a:p>
            <a:r>
              <a:rPr lang="en-US"/>
              <a:t>Click to add title</a:t>
            </a:r>
          </a:p>
        </p:txBody>
      </p:sp>
      <p:cxnSp>
        <p:nvCxnSpPr>
          <p:cNvPr id="11" name="Straight Connector 10">
            <a:extLst>
              <a:ext uri="{FF2B5EF4-FFF2-40B4-BE49-F238E27FC236}">
                <a16:creationId xmlns:a16="http://schemas.microsoft.com/office/drawing/2014/main" id="{0B04266F-C643-CAD3-64C1-A6F52A3AE4B6}"/>
              </a:ext>
            </a:extLst>
          </p:cNvPr>
          <p:cNvCxnSpPr/>
          <p:nvPr/>
        </p:nvCxnSpPr>
        <p:spPr>
          <a:xfrm>
            <a:off x="3124200" y="304800"/>
            <a:ext cx="0" cy="6248400"/>
          </a:xfrm>
          <a:prstGeom prst="line">
            <a:avLst/>
          </a:prstGeom>
          <a:ln w="12700">
            <a:solidFill>
              <a:srgbClr val="D2CFCA"/>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6BDBE10F-2176-4F8E-F5F3-F249CAF0CB26}"/>
              </a:ext>
            </a:extLst>
          </p:cNvPr>
          <p:cNvCxnSpPr>
            <a:cxnSpLocks/>
          </p:cNvCxnSpPr>
          <p:nvPr/>
        </p:nvCxnSpPr>
        <p:spPr>
          <a:xfrm>
            <a:off x="6096000" y="304800"/>
            <a:ext cx="0" cy="6248400"/>
          </a:xfrm>
          <a:prstGeom prst="line">
            <a:avLst/>
          </a:prstGeom>
          <a:ln w="12700">
            <a:solidFill>
              <a:srgbClr val="D2CFCA"/>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4115C554-5CE9-1DD9-094C-713C7A791D92}"/>
              </a:ext>
            </a:extLst>
          </p:cNvPr>
          <p:cNvCxnSpPr>
            <a:cxnSpLocks/>
          </p:cNvCxnSpPr>
          <p:nvPr/>
        </p:nvCxnSpPr>
        <p:spPr>
          <a:xfrm>
            <a:off x="9063004" y="304800"/>
            <a:ext cx="0" cy="6248400"/>
          </a:xfrm>
          <a:prstGeom prst="line">
            <a:avLst/>
          </a:prstGeom>
          <a:ln w="12700">
            <a:solidFill>
              <a:srgbClr val="D2CFCA"/>
            </a:solidFill>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794B41C8-3A63-392E-2E26-EAF7886DAD75}"/>
              </a:ext>
            </a:extLst>
          </p:cNvPr>
          <p:cNvCxnSpPr/>
          <p:nvPr/>
        </p:nvCxnSpPr>
        <p:spPr>
          <a:xfrm>
            <a:off x="3124200" y="3429000"/>
            <a:ext cx="8763000" cy="0"/>
          </a:xfrm>
          <a:prstGeom prst="line">
            <a:avLst/>
          </a:prstGeom>
          <a:ln w="12700">
            <a:solidFill>
              <a:srgbClr val="D2CFCA"/>
            </a:solidFill>
          </a:ln>
        </p:spPr>
        <p:style>
          <a:lnRef idx="2">
            <a:schemeClr val="accent1"/>
          </a:lnRef>
          <a:fillRef idx="0">
            <a:schemeClr val="accent1"/>
          </a:fillRef>
          <a:effectRef idx="1">
            <a:schemeClr val="accent1"/>
          </a:effectRef>
          <a:fontRef idx="minor">
            <a:schemeClr val="tx1"/>
          </a:fontRef>
        </p:style>
      </p:cxnSp>
      <p:sp>
        <p:nvSpPr>
          <p:cNvPr id="14" name="Text Placeholder 3">
            <a:extLst>
              <a:ext uri="{FF2B5EF4-FFF2-40B4-BE49-F238E27FC236}">
                <a16:creationId xmlns:a16="http://schemas.microsoft.com/office/drawing/2014/main" id="{173B092B-8749-2A84-8EF6-CE1BD978E081}"/>
              </a:ext>
            </a:extLst>
          </p:cNvPr>
          <p:cNvSpPr>
            <a:spLocks noGrp="1"/>
          </p:cNvSpPr>
          <p:nvPr>
            <p:ph type="body" sz="half" idx="2"/>
          </p:nvPr>
        </p:nvSpPr>
        <p:spPr>
          <a:xfrm>
            <a:off x="3276600" y="304800"/>
            <a:ext cx="2663803" cy="2313432"/>
          </a:xfrm>
        </p:spPr>
        <p:txBody>
          <a:bodyPr/>
          <a:lstStyle>
            <a:lvl1pPr marL="0" indent="0">
              <a:buNone/>
              <a:defRPr sz="108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edit Master text styles</a:t>
            </a:r>
          </a:p>
        </p:txBody>
      </p:sp>
      <p:sp>
        <p:nvSpPr>
          <p:cNvPr id="15" name="Text Placeholder 3">
            <a:extLst>
              <a:ext uri="{FF2B5EF4-FFF2-40B4-BE49-F238E27FC236}">
                <a16:creationId xmlns:a16="http://schemas.microsoft.com/office/drawing/2014/main" id="{A2DD8ECF-BA18-259D-6F85-A79AD3E54F4F}"/>
              </a:ext>
            </a:extLst>
          </p:cNvPr>
          <p:cNvSpPr>
            <a:spLocks noGrp="1"/>
          </p:cNvSpPr>
          <p:nvPr>
            <p:ph type="body" sz="half" idx="10"/>
          </p:nvPr>
        </p:nvSpPr>
        <p:spPr>
          <a:xfrm>
            <a:off x="6249998" y="304801"/>
            <a:ext cx="2663803" cy="2311400"/>
          </a:xfrm>
        </p:spPr>
        <p:txBody>
          <a:bodyPr/>
          <a:lstStyle>
            <a:lvl1pPr marL="0" indent="0">
              <a:buNone/>
              <a:defRPr sz="108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edit Master text styles</a:t>
            </a:r>
          </a:p>
        </p:txBody>
      </p:sp>
      <p:sp>
        <p:nvSpPr>
          <p:cNvPr id="16" name="Text Placeholder 3">
            <a:extLst>
              <a:ext uri="{FF2B5EF4-FFF2-40B4-BE49-F238E27FC236}">
                <a16:creationId xmlns:a16="http://schemas.microsoft.com/office/drawing/2014/main" id="{FA2B0CF6-65AC-2A22-F53F-A99BF2E00EA6}"/>
              </a:ext>
            </a:extLst>
          </p:cNvPr>
          <p:cNvSpPr>
            <a:spLocks noGrp="1"/>
          </p:cNvSpPr>
          <p:nvPr>
            <p:ph type="body" sz="half" idx="11"/>
          </p:nvPr>
        </p:nvSpPr>
        <p:spPr>
          <a:xfrm>
            <a:off x="9223398" y="304801"/>
            <a:ext cx="2663803" cy="2311400"/>
          </a:xfrm>
        </p:spPr>
        <p:txBody>
          <a:bodyPr/>
          <a:lstStyle>
            <a:lvl1pPr marL="0" indent="0">
              <a:buNone/>
              <a:defRPr sz="108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edit Master text styles</a:t>
            </a:r>
          </a:p>
        </p:txBody>
      </p:sp>
      <p:sp>
        <p:nvSpPr>
          <p:cNvPr id="6" name="Text Placeholder 3">
            <a:extLst>
              <a:ext uri="{FF2B5EF4-FFF2-40B4-BE49-F238E27FC236}">
                <a16:creationId xmlns:a16="http://schemas.microsoft.com/office/drawing/2014/main" id="{F63173BD-0F3F-853C-E339-D843AABF7D83}"/>
              </a:ext>
            </a:extLst>
          </p:cNvPr>
          <p:cNvSpPr>
            <a:spLocks noGrp="1"/>
          </p:cNvSpPr>
          <p:nvPr>
            <p:ph type="body" sz="half" idx="12"/>
          </p:nvPr>
        </p:nvSpPr>
        <p:spPr>
          <a:xfrm>
            <a:off x="3276600" y="3585130"/>
            <a:ext cx="2663803" cy="2358467"/>
          </a:xfrm>
        </p:spPr>
        <p:txBody>
          <a:bodyPr/>
          <a:lstStyle>
            <a:lvl1pPr marL="0" indent="0">
              <a:buNone/>
              <a:defRPr sz="108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edit Master text styles</a:t>
            </a:r>
          </a:p>
        </p:txBody>
      </p:sp>
      <p:sp>
        <p:nvSpPr>
          <p:cNvPr id="7" name="Text Placeholder 3">
            <a:extLst>
              <a:ext uri="{FF2B5EF4-FFF2-40B4-BE49-F238E27FC236}">
                <a16:creationId xmlns:a16="http://schemas.microsoft.com/office/drawing/2014/main" id="{0EEF9FAE-36FC-8D47-74C1-557EA986B8E8}"/>
              </a:ext>
            </a:extLst>
          </p:cNvPr>
          <p:cNvSpPr>
            <a:spLocks noGrp="1"/>
          </p:cNvSpPr>
          <p:nvPr>
            <p:ph type="body" sz="half" idx="13"/>
          </p:nvPr>
        </p:nvSpPr>
        <p:spPr>
          <a:xfrm>
            <a:off x="6249998" y="3585130"/>
            <a:ext cx="2663803" cy="2358467"/>
          </a:xfrm>
        </p:spPr>
        <p:txBody>
          <a:bodyPr/>
          <a:lstStyle>
            <a:lvl1pPr marL="0" indent="0">
              <a:buNone/>
              <a:defRPr sz="108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edit Master text styles</a:t>
            </a:r>
          </a:p>
        </p:txBody>
      </p:sp>
      <p:sp>
        <p:nvSpPr>
          <p:cNvPr id="9" name="Text Placeholder 3">
            <a:extLst>
              <a:ext uri="{FF2B5EF4-FFF2-40B4-BE49-F238E27FC236}">
                <a16:creationId xmlns:a16="http://schemas.microsoft.com/office/drawing/2014/main" id="{5C03551A-7956-B221-83C3-97B944FAAD54}"/>
              </a:ext>
            </a:extLst>
          </p:cNvPr>
          <p:cNvSpPr>
            <a:spLocks noGrp="1"/>
          </p:cNvSpPr>
          <p:nvPr>
            <p:ph type="body" sz="half" idx="14"/>
          </p:nvPr>
        </p:nvSpPr>
        <p:spPr>
          <a:xfrm>
            <a:off x="9223398" y="3585130"/>
            <a:ext cx="2663803" cy="2358467"/>
          </a:xfrm>
        </p:spPr>
        <p:txBody>
          <a:bodyPr/>
          <a:lstStyle>
            <a:lvl1pPr marL="0" indent="0">
              <a:buNone/>
              <a:defRPr sz="108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edit Master text styles</a:t>
            </a:r>
          </a:p>
        </p:txBody>
      </p:sp>
      <p:sp>
        <p:nvSpPr>
          <p:cNvPr id="3" name="Text Placeholder 3">
            <a:extLst>
              <a:ext uri="{FF2B5EF4-FFF2-40B4-BE49-F238E27FC236}">
                <a16:creationId xmlns:a16="http://schemas.microsoft.com/office/drawing/2014/main" id="{DE2729C9-3282-C758-75C5-B3BBEF890064}"/>
              </a:ext>
            </a:extLst>
          </p:cNvPr>
          <p:cNvSpPr>
            <a:spLocks noGrp="1"/>
          </p:cNvSpPr>
          <p:nvPr>
            <p:ph type="body" sz="half" idx="15" hasCustomPrompt="1"/>
          </p:nvPr>
        </p:nvSpPr>
        <p:spPr>
          <a:xfrm>
            <a:off x="6251597" y="6187670"/>
            <a:ext cx="2663803" cy="365531"/>
          </a:xfrm>
        </p:spPr>
        <p:txBody>
          <a:bodyPr vert="horz" lIns="0" tIns="0" rIns="0" bIns="0" rtlCol="0" anchor="b">
            <a:noAutofit/>
          </a:bodyPr>
          <a:lstStyle>
            <a:lvl1pPr>
              <a:defRPr lang="en-US" sz="720" spc="0">
                <a:solidFill>
                  <a:srgbClr val="6D6D6D"/>
                </a:solidFill>
              </a:defRPr>
            </a:lvl1pPr>
          </a:lstStyle>
          <a:p>
            <a:pPr lvl="0"/>
            <a:r>
              <a:rPr lang="en-US"/>
              <a:t>Click to add footnote/source</a:t>
            </a:r>
          </a:p>
        </p:txBody>
      </p:sp>
    </p:spTree>
    <p:extLst>
      <p:ext uri="{BB962C8B-B14F-4D97-AF65-F5344CB8AC3E}">
        <p14:creationId xmlns:p14="http://schemas.microsoft.com/office/powerpoint/2010/main" val="969100371"/>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Key points, 2">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14AC3EE7-F3BB-0D0E-7752-84307ED4800C}"/>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9" name="think-cell data - do not delete" hidden="1">
                        <a:extLst>
                          <a:ext uri="{FF2B5EF4-FFF2-40B4-BE49-F238E27FC236}">
                            <a16:creationId xmlns:a16="http://schemas.microsoft.com/office/drawing/2014/main" id="{14AC3EE7-F3BB-0D0E-7752-84307ED4800C}"/>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8" name="Text Placeholder 3">
            <a:extLst>
              <a:ext uri="{FF2B5EF4-FFF2-40B4-BE49-F238E27FC236}">
                <a16:creationId xmlns:a16="http://schemas.microsoft.com/office/drawing/2014/main" id="{FD92ED38-35F8-C48B-2DDD-3475F1A2F69C}"/>
              </a:ext>
            </a:extLst>
          </p:cNvPr>
          <p:cNvSpPr>
            <a:spLocks noGrp="1"/>
          </p:cNvSpPr>
          <p:nvPr>
            <p:ph type="body" sz="half" idx="13" hasCustomPrompt="1"/>
          </p:nvPr>
        </p:nvSpPr>
        <p:spPr>
          <a:xfrm>
            <a:off x="152400" y="1472350"/>
            <a:ext cx="5864316" cy="4617720"/>
          </a:xfrm>
          <a:prstGeom prst="roundRect">
            <a:avLst>
              <a:gd name="adj" fmla="val 1855"/>
            </a:avLst>
          </a:prstGeom>
          <a:solidFill>
            <a:srgbClr val="E0E5ED"/>
          </a:solidFill>
          <a:ln>
            <a:noFill/>
          </a:ln>
        </p:spPr>
        <p:txBody>
          <a:bodyPr lIns="155448" tIns="155448" rIns="155448" bIns="155448" anchor="t" anchorCtr="0"/>
          <a:lstStyle>
            <a:lvl1pPr marL="0" indent="0">
              <a:lnSpc>
                <a:spcPct val="100000"/>
              </a:lnSpc>
              <a:buNone/>
              <a:defRPr sz="2160" spc="-18" baseline="0">
                <a:solidFill>
                  <a:schemeClr val="tx1"/>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add headline</a:t>
            </a:r>
          </a:p>
        </p:txBody>
      </p:sp>
      <p:sp>
        <p:nvSpPr>
          <p:cNvPr id="5" name="Text Placeholder 3">
            <a:extLst>
              <a:ext uri="{FF2B5EF4-FFF2-40B4-BE49-F238E27FC236}">
                <a16:creationId xmlns:a16="http://schemas.microsoft.com/office/drawing/2014/main" id="{4D2DBD06-D321-7980-35B1-91ACD29A2562}"/>
              </a:ext>
            </a:extLst>
          </p:cNvPr>
          <p:cNvSpPr>
            <a:spLocks noGrp="1"/>
          </p:cNvSpPr>
          <p:nvPr>
            <p:ph type="body" sz="half" idx="16" hasCustomPrompt="1"/>
          </p:nvPr>
        </p:nvSpPr>
        <p:spPr>
          <a:xfrm>
            <a:off x="6170812" y="1485050"/>
            <a:ext cx="5861304" cy="4617720"/>
          </a:xfrm>
          <a:prstGeom prst="roundRect">
            <a:avLst>
              <a:gd name="adj" fmla="val 1855"/>
            </a:avLst>
          </a:prstGeom>
          <a:solidFill>
            <a:srgbClr val="E0E5ED"/>
          </a:solidFill>
          <a:ln>
            <a:noFill/>
          </a:ln>
        </p:spPr>
        <p:txBody>
          <a:bodyPr lIns="155448" tIns="155448" rIns="155448" bIns="155448" anchor="t" anchorCtr="0"/>
          <a:lstStyle>
            <a:lvl1pPr marL="0" indent="0">
              <a:lnSpc>
                <a:spcPct val="100000"/>
              </a:lnSpc>
              <a:buNone/>
              <a:defRPr sz="2160" spc="-18" baseline="0">
                <a:solidFill>
                  <a:schemeClr val="tx1"/>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add headline</a:t>
            </a:r>
          </a:p>
        </p:txBody>
      </p:sp>
      <p:sp>
        <p:nvSpPr>
          <p:cNvPr id="13" name="Text Placeholder 3">
            <a:extLst>
              <a:ext uri="{FF2B5EF4-FFF2-40B4-BE49-F238E27FC236}">
                <a16:creationId xmlns:a16="http://schemas.microsoft.com/office/drawing/2014/main" id="{B57D7947-BC6B-CDFF-3A1B-F7CB70E0E7EF}"/>
              </a:ext>
            </a:extLst>
          </p:cNvPr>
          <p:cNvSpPr>
            <a:spLocks noGrp="1"/>
          </p:cNvSpPr>
          <p:nvPr>
            <p:ph type="body" sz="half" idx="11" hasCustomPrompt="1"/>
          </p:nvPr>
        </p:nvSpPr>
        <p:spPr>
          <a:xfrm>
            <a:off x="152401" y="2768601"/>
            <a:ext cx="4882896" cy="3321470"/>
          </a:xfrm>
        </p:spPr>
        <p:txBody>
          <a:bodyPr lIns="155448" tIns="155448" rIns="155448" bIns="155448" anchor="t" anchorCtr="0"/>
          <a:lstStyle>
            <a:lvl1pPr marL="0" indent="0">
              <a:buNone/>
              <a:defRPr sz="1440">
                <a:solidFill>
                  <a:schemeClr val="tx1"/>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add body copy</a:t>
            </a:r>
          </a:p>
        </p:txBody>
      </p:sp>
      <p:sp>
        <p:nvSpPr>
          <p:cNvPr id="11" name="Text Placeholder 3">
            <a:extLst>
              <a:ext uri="{FF2B5EF4-FFF2-40B4-BE49-F238E27FC236}">
                <a16:creationId xmlns:a16="http://schemas.microsoft.com/office/drawing/2014/main" id="{E84B93CF-7E3B-BB3C-D85E-7A564F62FCA6}"/>
              </a:ext>
            </a:extLst>
          </p:cNvPr>
          <p:cNvSpPr>
            <a:spLocks noGrp="1"/>
          </p:cNvSpPr>
          <p:nvPr>
            <p:ph type="body" sz="half" idx="15" hasCustomPrompt="1"/>
          </p:nvPr>
        </p:nvSpPr>
        <p:spPr>
          <a:xfrm>
            <a:off x="6170812" y="2768601"/>
            <a:ext cx="4878188" cy="3321470"/>
          </a:xfrm>
        </p:spPr>
        <p:txBody>
          <a:bodyPr lIns="155448" tIns="155448" rIns="155448" bIns="155448" anchor="t" anchorCtr="0"/>
          <a:lstStyle>
            <a:lvl1pPr marL="0" indent="0">
              <a:buNone/>
              <a:defRPr sz="1440">
                <a:solidFill>
                  <a:schemeClr val="tx1"/>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add body copy</a:t>
            </a:r>
          </a:p>
        </p:txBody>
      </p:sp>
      <p:sp>
        <p:nvSpPr>
          <p:cNvPr id="14" name="Title 13">
            <a:extLst>
              <a:ext uri="{FF2B5EF4-FFF2-40B4-BE49-F238E27FC236}">
                <a16:creationId xmlns:a16="http://schemas.microsoft.com/office/drawing/2014/main" id="{7CDC127B-621F-6836-8F68-C936E186B6F1}"/>
              </a:ext>
            </a:extLst>
          </p:cNvPr>
          <p:cNvSpPr>
            <a:spLocks noGrp="1"/>
          </p:cNvSpPr>
          <p:nvPr>
            <p:ph type="title" hasCustomPrompt="1"/>
          </p:nvPr>
        </p:nvSpPr>
        <p:spPr/>
        <p:txBody>
          <a:bodyPr vert="horz"/>
          <a:lstStyle/>
          <a:p>
            <a:r>
              <a:rPr lang="en-US"/>
              <a:t>Click to add title</a:t>
            </a:r>
          </a:p>
        </p:txBody>
      </p:sp>
      <p:sp>
        <p:nvSpPr>
          <p:cNvPr id="2" name="Text Placeholder 3">
            <a:extLst>
              <a:ext uri="{FF2B5EF4-FFF2-40B4-BE49-F238E27FC236}">
                <a16:creationId xmlns:a16="http://schemas.microsoft.com/office/drawing/2014/main" id="{580EDFED-F790-5FCC-347A-ECA53B59EACD}"/>
              </a:ext>
            </a:extLst>
          </p:cNvPr>
          <p:cNvSpPr>
            <a:spLocks noGrp="1"/>
          </p:cNvSpPr>
          <p:nvPr>
            <p:ph type="body" sz="half" idx="2" hasCustomPrompt="1"/>
          </p:nvPr>
        </p:nvSpPr>
        <p:spPr>
          <a:xfrm>
            <a:off x="6248400" y="6187669"/>
            <a:ext cx="4648200" cy="365531"/>
          </a:xfrm>
        </p:spPr>
        <p:txBody>
          <a:bodyPr vert="horz" lIns="0" tIns="0" rIns="0" bIns="0" rtlCol="0" anchor="b">
            <a:noAutofit/>
          </a:bodyPr>
          <a:lstStyle>
            <a:lvl1pPr>
              <a:defRPr lang="en-US" sz="720" spc="0">
                <a:solidFill>
                  <a:srgbClr val="6D6D6D"/>
                </a:solidFill>
              </a:defRPr>
            </a:lvl1pPr>
          </a:lstStyle>
          <a:p>
            <a:pPr lvl="0"/>
            <a:r>
              <a:rPr lang="en-US"/>
              <a:t>Click to add footnote/source</a:t>
            </a:r>
          </a:p>
        </p:txBody>
      </p:sp>
      <p:sp>
        <p:nvSpPr>
          <p:cNvPr id="3" name="Text Placeholder 3">
            <a:extLst>
              <a:ext uri="{FF2B5EF4-FFF2-40B4-BE49-F238E27FC236}">
                <a16:creationId xmlns:a16="http://schemas.microsoft.com/office/drawing/2014/main" id="{EBA1B1C4-5156-DA8E-DC61-8906BA299270}"/>
              </a:ext>
            </a:extLst>
          </p:cNvPr>
          <p:cNvSpPr>
            <a:spLocks noGrp="1"/>
          </p:cNvSpPr>
          <p:nvPr>
            <p:ph type="body" sz="half" idx="20"/>
          </p:nvPr>
        </p:nvSpPr>
        <p:spPr>
          <a:xfrm>
            <a:off x="8229601" y="304800"/>
            <a:ext cx="3657600" cy="1003300"/>
          </a:xfrm>
        </p:spPr>
        <p:txBody>
          <a:bodyPr/>
          <a:lstStyle>
            <a:lvl1pPr marL="0" indent="0">
              <a:buNone/>
              <a:defRPr sz="108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edit Master text styles</a:t>
            </a:r>
          </a:p>
        </p:txBody>
      </p:sp>
    </p:spTree>
    <p:extLst>
      <p:ext uri="{BB962C8B-B14F-4D97-AF65-F5344CB8AC3E}">
        <p14:creationId xmlns:p14="http://schemas.microsoft.com/office/powerpoint/2010/main" val="973267967"/>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Key points, 3">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14AC3EE7-F3BB-0D0E-7752-84307ED4800C}"/>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9" name="think-cell data - do not delete" hidden="1">
                        <a:extLst>
                          <a:ext uri="{FF2B5EF4-FFF2-40B4-BE49-F238E27FC236}">
                            <a16:creationId xmlns:a16="http://schemas.microsoft.com/office/drawing/2014/main" id="{14AC3EE7-F3BB-0D0E-7752-84307ED4800C}"/>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8" name="Text Placeholder 3">
            <a:extLst>
              <a:ext uri="{FF2B5EF4-FFF2-40B4-BE49-F238E27FC236}">
                <a16:creationId xmlns:a16="http://schemas.microsoft.com/office/drawing/2014/main" id="{FD92ED38-35F8-C48B-2DDD-3475F1A2F69C}"/>
              </a:ext>
            </a:extLst>
          </p:cNvPr>
          <p:cNvSpPr>
            <a:spLocks noGrp="1"/>
          </p:cNvSpPr>
          <p:nvPr>
            <p:ph type="body" sz="half" idx="13" hasCustomPrompt="1"/>
          </p:nvPr>
        </p:nvSpPr>
        <p:spPr>
          <a:xfrm>
            <a:off x="152401" y="1472352"/>
            <a:ext cx="3858768" cy="4617720"/>
          </a:xfrm>
          <a:prstGeom prst="roundRect">
            <a:avLst>
              <a:gd name="adj" fmla="val 2292"/>
            </a:avLst>
          </a:prstGeom>
          <a:solidFill>
            <a:srgbClr val="E0E5ED"/>
          </a:solidFill>
          <a:ln>
            <a:noFill/>
          </a:ln>
        </p:spPr>
        <p:txBody>
          <a:bodyPr lIns="155448" tIns="155448" rIns="155448" bIns="155448" anchor="t" anchorCtr="0"/>
          <a:lstStyle>
            <a:lvl1pPr marL="0" indent="0">
              <a:lnSpc>
                <a:spcPct val="100000"/>
              </a:lnSpc>
              <a:buNone/>
              <a:defRPr sz="2160" spc="-18" baseline="0">
                <a:solidFill>
                  <a:schemeClr val="tx1"/>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add headline</a:t>
            </a:r>
          </a:p>
        </p:txBody>
      </p:sp>
      <p:sp>
        <p:nvSpPr>
          <p:cNvPr id="3" name="Text Placeholder 3">
            <a:extLst>
              <a:ext uri="{FF2B5EF4-FFF2-40B4-BE49-F238E27FC236}">
                <a16:creationId xmlns:a16="http://schemas.microsoft.com/office/drawing/2014/main" id="{E1AEF6B4-48F6-FDCB-5ABE-9E4207BB1B16}"/>
              </a:ext>
            </a:extLst>
          </p:cNvPr>
          <p:cNvSpPr>
            <a:spLocks noGrp="1"/>
          </p:cNvSpPr>
          <p:nvPr>
            <p:ph type="body" sz="half" idx="19" hasCustomPrompt="1"/>
          </p:nvPr>
        </p:nvSpPr>
        <p:spPr>
          <a:xfrm>
            <a:off x="4185350" y="1472352"/>
            <a:ext cx="3858768" cy="4617720"/>
          </a:xfrm>
          <a:prstGeom prst="roundRect">
            <a:avLst>
              <a:gd name="adj" fmla="val 2292"/>
            </a:avLst>
          </a:prstGeom>
          <a:solidFill>
            <a:srgbClr val="E0E5ED"/>
          </a:solidFill>
          <a:ln>
            <a:noFill/>
          </a:ln>
        </p:spPr>
        <p:txBody>
          <a:bodyPr lIns="155448" tIns="155448" rIns="155448" bIns="155448" anchor="t" anchorCtr="0"/>
          <a:lstStyle>
            <a:lvl1pPr marL="0" indent="0">
              <a:lnSpc>
                <a:spcPct val="100000"/>
              </a:lnSpc>
              <a:buNone/>
              <a:defRPr sz="2160" spc="-18" baseline="0">
                <a:solidFill>
                  <a:schemeClr val="tx1"/>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add headline</a:t>
            </a:r>
          </a:p>
        </p:txBody>
      </p:sp>
      <p:sp>
        <p:nvSpPr>
          <p:cNvPr id="5" name="Text Placeholder 3">
            <a:extLst>
              <a:ext uri="{FF2B5EF4-FFF2-40B4-BE49-F238E27FC236}">
                <a16:creationId xmlns:a16="http://schemas.microsoft.com/office/drawing/2014/main" id="{D5C76869-F731-98B7-0629-9702B308A78B}"/>
              </a:ext>
            </a:extLst>
          </p:cNvPr>
          <p:cNvSpPr>
            <a:spLocks noGrp="1"/>
          </p:cNvSpPr>
          <p:nvPr>
            <p:ph type="body" sz="half" idx="20" hasCustomPrompt="1"/>
          </p:nvPr>
        </p:nvSpPr>
        <p:spPr>
          <a:xfrm>
            <a:off x="8180832" y="1472352"/>
            <a:ext cx="3858768" cy="4617720"/>
          </a:xfrm>
          <a:prstGeom prst="roundRect">
            <a:avLst>
              <a:gd name="adj" fmla="val 2292"/>
            </a:avLst>
          </a:prstGeom>
          <a:solidFill>
            <a:srgbClr val="E0E5ED"/>
          </a:solidFill>
          <a:ln>
            <a:noFill/>
          </a:ln>
        </p:spPr>
        <p:txBody>
          <a:bodyPr lIns="155448" tIns="155448" rIns="155448" bIns="155448" anchor="t" anchorCtr="0"/>
          <a:lstStyle>
            <a:lvl1pPr marL="0" indent="0">
              <a:lnSpc>
                <a:spcPct val="100000"/>
              </a:lnSpc>
              <a:buNone/>
              <a:defRPr sz="2160" spc="-18" baseline="0">
                <a:solidFill>
                  <a:schemeClr val="tx1"/>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add headline</a:t>
            </a:r>
          </a:p>
        </p:txBody>
      </p:sp>
      <p:sp>
        <p:nvSpPr>
          <p:cNvPr id="13" name="Text Placeholder 3">
            <a:extLst>
              <a:ext uri="{FF2B5EF4-FFF2-40B4-BE49-F238E27FC236}">
                <a16:creationId xmlns:a16="http://schemas.microsoft.com/office/drawing/2014/main" id="{B57D7947-BC6B-CDFF-3A1B-F7CB70E0E7EF}"/>
              </a:ext>
            </a:extLst>
          </p:cNvPr>
          <p:cNvSpPr>
            <a:spLocks noGrp="1"/>
          </p:cNvSpPr>
          <p:nvPr>
            <p:ph type="body" sz="half" idx="11" hasCustomPrompt="1"/>
          </p:nvPr>
        </p:nvSpPr>
        <p:spPr>
          <a:xfrm>
            <a:off x="152401" y="2768601"/>
            <a:ext cx="2971800" cy="3321472"/>
          </a:xfrm>
        </p:spPr>
        <p:txBody>
          <a:bodyPr lIns="155448" tIns="155448" rIns="155448" bIns="155448" anchor="t" anchorCtr="0"/>
          <a:lstStyle>
            <a:lvl1pPr marL="0" indent="0">
              <a:buNone/>
              <a:defRPr sz="1080">
                <a:solidFill>
                  <a:schemeClr val="tx1"/>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add body copy</a:t>
            </a:r>
          </a:p>
        </p:txBody>
      </p:sp>
      <p:sp>
        <p:nvSpPr>
          <p:cNvPr id="7" name="Title 6">
            <a:extLst>
              <a:ext uri="{FF2B5EF4-FFF2-40B4-BE49-F238E27FC236}">
                <a16:creationId xmlns:a16="http://schemas.microsoft.com/office/drawing/2014/main" id="{F99ED278-141D-F9A5-8865-8BCA129522DA}"/>
              </a:ext>
            </a:extLst>
          </p:cNvPr>
          <p:cNvSpPr>
            <a:spLocks noGrp="1"/>
          </p:cNvSpPr>
          <p:nvPr>
            <p:ph type="title" hasCustomPrompt="1"/>
          </p:nvPr>
        </p:nvSpPr>
        <p:spPr/>
        <p:txBody>
          <a:bodyPr vert="horz"/>
          <a:lstStyle/>
          <a:p>
            <a:r>
              <a:rPr lang="en-US"/>
              <a:t>Click to add title</a:t>
            </a:r>
          </a:p>
        </p:txBody>
      </p:sp>
      <p:sp>
        <p:nvSpPr>
          <p:cNvPr id="16" name="Text Placeholder 3">
            <a:extLst>
              <a:ext uri="{FF2B5EF4-FFF2-40B4-BE49-F238E27FC236}">
                <a16:creationId xmlns:a16="http://schemas.microsoft.com/office/drawing/2014/main" id="{F227039C-2809-B572-9877-26DBFBB42083}"/>
              </a:ext>
            </a:extLst>
          </p:cNvPr>
          <p:cNvSpPr>
            <a:spLocks noGrp="1"/>
          </p:cNvSpPr>
          <p:nvPr>
            <p:ph type="body" sz="half" idx="15" hasCustomPrompt="1"/>
          </p:nvPr>
        </p:nvSpPr>
        <p:spPr>
          <a:xfrm>
            <a:off x="4181853" y="2768601"/>
            <a:ext cx="2904747" cy="3321472"/>
          </a:xfrm>
        </p:spPr>
        <p:txBody>
          <a:bodyPr lIns="155448" tIns="155448" rIns="155448" bIns="155448" anchor="t" anchorCtr="0"/>
          <a:lstStyle>
            <a:lvl1pPr marL="0" indent="0">
              <a:buNone/>
              <a:defRPr sz="1080">
                <a:solidFill>
                  <a:schemeClr val="tx1"/>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add body copy</a:t>
            </a:r>
          </a:p>
        </p:txBody>
      </p:sp>
      <p:sp>
        <p:nvSpPr>
          <p:cNvPr id="19" name="Text Placeholder 3">
            <a:extLst>
              <a:ext uri="{FF2B5EF4-FFF2-40B4-BE49-F238E27FC236}">
                <a16:creationId xmlns:a16="http://schemas.microsoft.com/office/drawing/2014/main" id="{14D9D4BA-C700-34B4-B438-E0AB9195F49A}"/>
              </a:ext>
            </a:extLst>
          </p:cNvPr>
          <p:cNvSpPr>
            <a:spLocks noGrp="1"/>
          </p:cNvSpPr>
          <p:nvPr>
            <p:ph type="body" sz="half" idx="18" hasCustomPrompt="1"/>
          </p:nvPr>
        </p:nvSpPr>
        <p:spPr>
          <a:xfrm>
            <a:off x="8180833" y="2768601"/>
            <a:ext cx="2868168" cy="3321472"/>
          </a:xfrm>
        </p:spPr>
        <p:txBody>
          <a:bodyPr lIns="155448" tIns="155448" rIns="155448" bIns="155448" anchor="t" anchorCtr="0"/>
          <a:lstStyle>
            <a:lvl1pPr marL="0" indent="0">
              <a:buNone/>
              <a:defRPr sz="1080">
                <a:solidFill>
                  <a:schemeClr val="tx1"/>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add body copy</a:t>
            </a:r>
          </a:p>
        </p:txBody>
      </p:sp>
      <p:sp>
        <p:nvSpPr>
          <p:cNvPr id="4" name="Text Placeholder 3">
            <a:extLst>
              <a:ext uri="{FF2B5EF4-FFF2-40B4-BE49-F238E27FC236}">
                <a16:creationId xmlns:a16="http://schemas.microsoft.com/office/drawing/2014/main" id="{24E75820-2540-7933-8C9C-C43C39E4E270}"/>
              </a:ext>
            </a:extLst>
          </p:cNvPr>
          <p:cNvSpPr>
            <a:spLocks noGrp="1"/>
          </p:cNvSpPr>
          <p:nvPr>
            <p:ph type="body" sz="half" idx="2" hasCustomPrompt="1"/>
          </p:nvPr>
        </p:nvSpPr>
        <p:spPr>
          <a:xfrm>
            <a:off x="6248400" y="6187669"/>
            <a:ext cx="4648200" cy="365531"/>
          </a:xfrm>
        </p:spPr>
        <p:txBody>
          <a:bodyPr vert="horz" lIns="0" tIns="0" rIns="0" bIns="0" rtlCol="0" anchor="b">
            <a:noAutofit/>
          </a:bodyPr>
          <a:lstStyle>
            <a:lvl1pPr>
              <a:defRPr lang="en-US" sz="720" spc="0">
                <a:solidFill>
                  <a:srgbClr val="6D6D6D"/>
                </a:solidFill>
              </a:defRPr>
            </a:lvl1pPr>
          </a:lstStyle>
          <a:p>
            <a:pPr lvl="0"/>
            <a:r>
              <a:rPr lang="en-US"/>
              <a:t>Click to add footnote/source</a:t>
            </a:r>
          </a:p>
        </p:txBody>
      </p:sp>
      <p:sp>
        <p:nvSpPr>
          <p:cNvPr id="2" name="Text Placeholder 3">
            <a:extLst>
              <a:ext uri="{FF2B5EF4-FFF2-40B4-BE49-F238E27FC236}">
                <a16:creationId xmlns:a16="http://schemas.microsoft.com/office/drawing/2014/main" id="{B690FD0B-9722-E7F2-A933-11F8648A0F70}"/>
              </a:ext>
            </a:extLst>
          </p:cNvPr>
          <p:cNvSpPr>
            <a:spLocks noGrp="1"/>
          </p:cNvSpPr>
          <p:nvPr>
            <p:ph type="body" sz="half" idx="21"/>
          </p:nvPr>
        </p:nvSpPr>
        <p:spPr>
          <a:xfrm>
            <a:off x="8229601" y="304800"/>
            <a:ext cx="3657600" cy="1003300"/>
          </a:xfrm>
        </p:spPr>
        <p:txBody>
          <a:bodyPr/>
          <a:lstStyle>
            <a:lvl1pPr marL="0" indent="0">
              <a:buNone/>
              <a:defRPr sz="108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edit Master text styles</a:t>
            </a:r>
          </a:p>
        </p:txBody>
      </p:sp>
    </p:spTree>
    <p:extLst>
      <p:ext uri="{BB962C8B-B14F-4D97-AF65-F5344CB8AC3E}">
        <p14:creationId xmlns:p14="http://schemas.microsoft.com/office/powerpoint/2010/main" val="3962461268"/>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Key points, 4">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14AC3EE7-F3BB-0D0E-7752-84307ED4800C}"/>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9" name="think-cell data - do not delete" hidden="1">
                        <a:extLst>
                          <a:ext uri="{FF2B5EF4-FFF2-40B4-BE49-F238E27FC236}">
                            <a16:creationId xmlns:a16="http://schemas.microsoft.com/office/drawing/2014/main" id="{14AC3EE7-F3BB-0D0E-7752-84307ED4800C}"/>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2" name="Text Placeholder 3">
            <a:extLst>
              <a:ext uri="{FF2B5EF4-FFF2-40B4-BE49-F238E27FC236}">
                <a16:creationId xmlns:a16="http://schemas.microsoft.com/office/drawing/2014/main" id="{D16ED8F1-494D-4C92-CE01-0B1C66DB224C}"/>
              </a:ext>
            </a:extLst>
          </p:cNvPr>
          <p:cNvSpPr>
            <a:spLocks noGrp="1"/>
          </p:cNvSpPr>
          <p:nvPr>
            <p:ph type="body" sz="half" idx="2" hasCustomPrompt="1"/>
          </p:nvPr>
        </p:nvSpPr>
        <p:spPr>
          <a:xfrm>
            <a:off x="6248400" y="6187669"/>
            <a:ext cx="4648200" cy="365531"/>
          </a:xfrm>
        </p:spPr>
        <p:txBody>
          <a:bodyPr vert="horz" lIns="0" tIns="0" rIns="0" bIns="0" rtlCol="0" anchor="b">
            <a:noAutofit/>
          </a:bodyPr>
          <a:lstStyle>
            <a:lvl1pPr>
              <a:defRPr lang="en-US" sz="720" spc="0">
                <a:solidFill>
                  <a:srgbClr val="6D6D6D"/>
                </a:solidFill>
              </a:defRPr>
            </a:lvl1pPr>
          </a:lstStyle>
          <a:p>
            <a:pPr lvl="0"/>
            <a:r>
              <a:rPr lang="en-US"/>
              <a:t>Click to add footnote/source</a:t>
            </a:r>
          </a:p>
        </p:txBody>
      </p:sp>
      <p:sp>
        <p:nvSpPr>
          <p:cNvPr id="8" name="Text Placeholder 3">
            <a:extLst>
              <a:ext uri="{FF2B5EF4-FFF2-40B4-BE49-F238E27FC236}">
                <a16:creationId xmlns:a16="http://schemas.microsoft.com/office/drawing/2014/main" id="{FD92ED38-35F8-C48B-2DDD-3475F1A2F69C}"/>
              </a:ext>
            </a:extLst>
          </p:cNvPr>
          <p:cNvSpPr>
            <a:spLocks noGrp="1"/>
          </p:cNvSpPr>
          <p:nvPr>
            <p:ph type="body" sz="half" idx="13" hasCustomPrompt="1"/>
          </p:nvPr>
        </p:nvSpPr>
        <p:spPr>
          <a:xfrm>
            <a:off x="152399" y="1472351"/>
            <a:ext cx="2862072" cy="4617720"/>
          </a:xfrm>
          <a:prstGeom prst="roundRect">
            <a:avLst>
              <a:gd name="adj" fmla="val 3215"/>
            </a:avLst>
          </a:prstGeom>
          <a:solidFill>
            <a:srgbClr val="E0E5ED"/>
          </a:solidFill>
        </p:spPr>
        <p:txBody>
          <a:bodyPr lIns="155448" tIns="155448" rIns="155448" bIns="155448" anchor="t" anchorCtr="0"/>
          <a:lstStyle>
            <a:lvl1pPr marL="0" indent="0">
              <a:lnSpc>
                <a:spcPct val="100000"/>
              </a:lnSpc>
              <a:buNone/>
              <a:defRPr sz="1440">
                <a:solidFill>
                  <a:schemeClr val="tx1"/>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Add headline</a:t>
            </a:r>
          </a:p>
        </p:txBody>
      </p:sp>
      <p:sp>
        <p:nvSpPr>
          <p:cNvPr id="13" name="Text Placeholder 3">
            <a:extLst>
              <a:ext uri="{FF2B5EF4-FFF2-40B4-BE49-F238E27FC236}">
                <a16:creationId xmlns:a16="http://schemas.microsoft.com/office/drawing/2014/main" id="{B57D7947-BC6B-CDFF-3A1B-F7CB70E0E7EF}"/>
              </a:ext>
            </a:extLst>
          </p:cNvPr>
          <p:cNvSpPr>
            <a:spLocks noGrp="1"/>
          </p:cNvSpPr>
          <p:nvPr>
            <p:ph type="body" sz="half" idx="11" hasCustomPrompt="1"/>
          </p:nvPr>
        </p:nvSpPr>
        <p:spPr>
          <a:xfrm>
            <a:off x="152401" y="2768600"/>
            <a:ext cx="2862071" cy="3321472"/>
          </a:xfrm>
        </p:spPr>
        <p:txBody>
          <a:bodyPr lIns="155448" tIns="155448" rIns="155448" bIns="155448" anchor="t" anchorCtr="0"/>
          <a:lstStyle>
            <a:lvl1pPr marL="0" indent="0">
              <a:buNone/>
              <a:defRPr sz="1080">
                <a:solidFill>
                  <a:schemeClr val="tx1"/>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add body copy</a:t>
            </a:r>
          </a:p>
        </p:txBody>
      </p:sp>
      <p:sp>
        <p:nvSpPr>
          <p:cNvPr id="7" name="Title 6">
            <a:extLst>
              <a:ext uri="{FF2B5EF4-FFF2-40B4-BE49-F238E27FC236}">
                <a16:creationId xmlns:a16="http://schemas.microsoft.com/office/drawing/2014/main" id="{F99ED278-141D-F9A5-8865-8BCA129522DA}"/>
              </a:ext>
            </a:extLst>
          </p:cNvPr>
          <p:cNvSpPr>
            <a:spLocks noGrp="1"/>
          </p:cNvSpPr>
          <p:nvPr>
            <p:ph type="title" hasCustomPrompt="1"/>
          </p:nvPr>
        </p:nvSpPr>
        <p:spPr/>
        <p:txBody>
          <a:bodyPr vert="horz"/>
          <a:lstStyle/>
          <a:p>
            <a:r>
              <a:rPr lang="en-US"/>
              <a:t>Click to add title</a:t>
            </a:r>
          </a:p>
        </p:txBody>
      </p:sp>
      <p:sp>
        <p:nvSpPr>
          <p:cNvPr id="11" name="Text Placeholder 3">
            <a:extLst>
              <a:ext uri="{FF2B5EF4-FFF2-40B4-BE49-F238E27FC236}">
                <a16:creationId xmlns:a16="http://schemas.microsoft.com/office/drawing/2014/main" id="{7906E277-C632-7FA9-5313-66252E871525}"/>
              </a:ext>
            </a:extLst>
          </p:cNvPr>
          <p:cNvSpPr>
            <a:spLocks noGrp="1"/>
          </p:cNvSpPr>
          <p:nvPr>
            <p:ph type="body" sz="half" idx="14" hasCustomPrompt="1"/>
          </p:nvPr>
        </p:nvSpPr>
        <p:spPr>
          <a:xfrm>
            <a:off x="3163824" y="1472351"/>
            <a:ext cx="2862072" cy="4617720"/>
          </a:xfrm>
          <a:prstGeom prst="roundRect">
            <a:avLst>
              <a:gd name="adj" fmla="val 3215"/>
            </a:avLst>
          </a:prstGeom>
          <a:solidFill>
            <a:srgbClr val="E0E5ED"/>
          </a:solidFill>
        </p:spPr>
        <p:txBody>
          <a:bodyPr lIns="155448" tIns="155448" rIns="155448" bIns="155448" anchor="t" anchorCtr="0"/>
          <a:lstStyle>
            <a:lvl1pPr marL="0" indent="0">
              <a:lnSpc>
                <a:spcPct val="100000"/>
              </a:lnSpc>
              <a:buNone/>
              <a:defRPr sz="1440">
                <a:solidFill>
                  <a:schemeClr val="tx1"/>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Add headline</a:t>
            </a:r>
          </a:p>
        </p:txBody>
      </p:sp>
      <p:sp>
        <p:nvSpPr>
          <p:cNvPr id="12" name="Text Placeholder 3">
            <a:extLst>
              <a:ext uri="{FF2B5EF4-FFF2-40B4-BE49-F238E27FC236}">
                <a16:creationId xmlns:a16="http://schemas.microsoft.com/office/drawing/2014/main" id="{A0A223AF-C1C0-AAED-A78D-35EC4C1D2B14}"/>
              </a:ext>
            </a:extLst>
          </p:cNvPr>
          <p:cNvSpPr>
            <a:spLocks noGrp="1"/>
          </p:cNvSpPr>
          <p:nvPr>
            <p:ph type="body" sz="half" idx="15" hasCustomPrompt="1"/>
          </p:nvPr>
        </p:nvSpPr>
        <p:spPr>
          <a:xfrm>
            <a:off x="3163825" y="2768600"/>
            <a:ext cx="2862071" cy="3321472"/>
          </a:xfrm>
        </p:spPr>
        <p:txBody>
          <a:bodyPr lIns="155448" tIns="155448" rIns="155448" bIns="155448" anchor="t" anchorCtr="0"/>
          <a:lstStyle>
            <a:lvl1pPr marL="0" indent="0">
              <a:buNone/>
              <a:defRPr sz="1080">
                <a:solidFill>
                  <a:schemeClr val="tx1"/>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add body copy</a:t>
            </a:r>
          </a:p>
        </p:txBody>
      </p:sp>
      <p:sp>
        <p:nvSpPr>
          <p:cNvPr id="15" name="Text Placeholder 3">
            <a:extLst>
              <a:ext uri="{FF2B5EF4-FFF2-40B4-BE49-F238E27FC236}">
                <a16:creationId xmlns:a16="http://schemas.microsoft.com/office/drawing/2014/main" id="{BF360A43-5408-6EC1-7369-048651C3E0AD}"/>
              </a:ext>
            </a:extLst>
          </p:cNvPr>
          <p:cNvSpPr>
            <a:spLocks noGrp="1"/>
          </p:cNvSpPr>
          <p:nvPr>
            <p:ph type="body" sz="half" idx="16" hasCustomPrompt="1"/>
          </p:nvPr>
        </p:nvSpPr>
        <p:spPr>
          <a:xfrm>
            <a:off x="6172200" y="1472351"/>
            <a:ext cx="2862072" cy="4617720"/>
          </a:xfrm>
          <a:prstGeom prst="roundRect">
            <a:avLst>
              <a:gd name="adj" fmla="val 3215"/>
            </a:avLst>
          </a:prstGeom>
          <a:solidFill>
            <a:srgbClr val="E0E5ED"/>
          </a:solidFill>
        </p:spPr>
        <p:txBody>
          <a:bodyPr lIns="155448" tIns="155448" rIns="155448" bIns="155448" anchor="t" anchorCtr="0"/>
          <a:lstStyle>
            <a:lvl1pPr marL="0" indent="0">
              <a:lnSpc>
                <a:spcPct val="100000"/>
              </a:lnSpc>
              <a:buNone/>
              <a:defRPr sz="1440">
                <a:solidFill>
                  <a:schemeClr val="tx1"/>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Add headline</a:t>
            </a:r>
          </a:p>
        </p:txBody>
      </p:sp>
      <p:sp>
        <p:nvSpPr>
          <p:cNvPr id="16" name="Text Placeholder 3">
            <a:extLst>
              <a:ext uri="{FF2B5EF4-FFF2-40B4-BE49-F238E27FC236}">
                <a16:creationId xmlns:a16="http://schemas.microsoft.com/office/drawing/2014/main" id="{CB740C5D-A9CC-3B2C-225F-CDF10125BADD}"/>
              </a:ext>
            </a:extLst>
          </p:cNvPr>
          <p:cNvSpPr>
            <a:spLocks noGrp="1"/>
          </p:cNvSpPr>
          <p:nvPr>
            <p:ph type="body" sz="half" idx="17" hasCustomPrompt="1"/>
          </p:nvPr>
        </p:nvSpPr>
        <p:spPr>
          <a:xfrm>
            <a:off x="6172201" y="2768600"/>
            <a:ext cx="2862071" cy="3321472"/>
          </a:xfrm>
        </p:spPr>
        <p:txBody>
          <a:bodyPr lIns="155448" tIns="155448" rIns="155448" bIns="155448" anchor="t" anchorCtr="0"/>
          <a:lstStyle>
            <a:lvl1pPr marL="0" indent="0">
              <a:buNone/>
              <a:defRPr sz="1080">
                <a:solidFill>
                  <a:schemeClr val="tx1"/>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add body copy</a:t>
            </a:r>
          </a:p>
        </p:txBody>
      </p:sp>
      <p:sp>
        <p:nvSpPr>
          <p:cNvPr id="17" name="Text Placeholder 3">
            <a:extLst>
              <a:ext uri="{FF2B5EF4-FFF2-40B4-BE49-F238E27FC236}">
                <a16:creationId xmlns:a16="http://schemas.microsoft.com/office/drawing/2014/main" id="{9710C6B4-0D6F-B728-FA28-6BCF3E8986A4}"/>
              </a:ext>
            </a:extLst>
          </p:cNvPr>
          <p:cNvSpPr>
            <a:spLocks noGrp="1"/>
          </p:cNvSpPr>
          <p:nvPr>
            <p:ph type="body" sz="half" idx="18" hasCustomPrompt="1"/>
          </p:nvPr>
        </p:nvSpPr>
        <p:spPr>
          <a:xfrm>
            <a:off x="9177528" y="1472351"/>
            <a:ext cx="2862072" cy="4617720"/>
          </a:xfrm>
          <a:prstGeom prst="roundRect">
            <a:avLst>
              <a:gd name="adj" fmla="val 3215"/>
            </a:avLst>
          </a:prstGeom>
          <a:solidFill>
            <a:srgbClr val="E0E5ED"/>
          </a:solidFill>
        </p:spPr>
        <p:txBody>
          <a:bodyPr lIns="155448" tIns="155448" rIns="155448" bIns="155448" anchor="t" anchorCtr="0"/>
          <a:lstStyle>
            <a:lvl1pPr marL="0" indent="0">
              <a:lnSpc>
                <a:spcPct val="100000"/>
              </a:lnSpc>
              <a:buNone/>
              <a:defRPr sz="1440">
                <a:solidFill>
                  <a:schemeClr val="tx1"/>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Add headline</a:t>
            </a:r>
          </a:p>
        </p:txBody>
      </p:sp>
      <p:sp>
        <p:nvSpPr>
          <p:cNvPr id="18" name="Text Placeholder 3">
            <a:extLst>
              <a:ext uri="{FF2B5EF4-FFF2-40B4-BE49-F238E27FC236}">
                <a16:creationId xmlns:a16="http://schemas.microsoft.com/office/drawing/2014/main" id="{39EB6052-7934-1B6B-35D1-A08F63DC9A9A}"/>
              </a:ext>
            </a:extLst>
          </p:cNvPr>
          <p:cNvSpPr>
            <a:spLocks noGrp="1"/>
          </p:cNvSpPr>
          <p:nvPr>
            <p:ph type="body" sz="half" idx="19" hasCustomPrompt="1"/>
          </p:nvPr>
        </p:nvSpPr>
        <p:spPr>
          <a:xfrm>
            <a:off x="9177530" y="2768600"/>
            <a:ext cx="2862071" cy="3321472"/>
          </a:xfrm>
        </p:spPr>
        <p:txBody>
          <a:bodyPr lIns="155448" tIns="155448" rIns="155448" bIns="155448" anchor="t" anchorCtr="0"/>
          <a:lstStyle>
            <a:lvl1pPr marL="0" indent="0">
              <a:buNone/>
              <a:defRPr sz="1080">
                <a:solidFill>
                  <a:schemeClr val="tx1"/>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add body copy</a:t>
            </a:r>
          </a:p>
        </p:txBody>
      </p:sp>
      <p:sp>
        <p:nvSpPr>
          <p:cNvPr id="3" name="Text Placeholder 3">
            <a:extLst>
              <a:ext uri="{FF2B5EF4-FFF2-40B4-BE49-F238E27FC236}">
                <a16:creationId xmlns:a16="http://schemas.microsoft.com/office/drawing/2014/main" id="{B9D29597-84E2-F8D2-A0A8-2643DF210467}"/>
              </a:ext>
            </a:extLst>
          </p:cNvPr>
          <p:cNvSpPr>
            <a:spLocks noGrp="1"/>
          </p:cNvSpPr>
          <p:nvPr>
            <p:ph type="body" sz="half" idx="20"/>
          </p:nvPr>
        </p:nvSpPr>
        <p:spPr>
          <a:xfrm>
            <a:off x="8229601" y="304800"/>
            <a:ext cx="3657600" cy="1003300"/>
          </a:xfrm>
        </p:spPr>
        <p:txBody>
          <a:bodyPr/>
          <a:lstStyle>
            <a:lvl1pPr marL="0" indent="0">
              <a:buNone/>
              <a:defRPr sz="108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edit Master text styles</a:t>
            </a:r>
          </a:p>
        </p:txBody>
      </p:sp>
    </p:spTree>
    <p:extLst>
      <p:ext uri="{BB962C8B-B14F-4D97-AF65-F5344CB8AC3E}">
        <p14:creationId xmlns:p14="http://schemas.microsoft.com/office/powerpoint/2010/main" val="869128751"/>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Key points, 4, icons">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14AC3EE7-F3BB-0D0E-7752-84307ED4800C}"/>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9" name="think-cell data - do not delete" hidden="1">
                        <a:extLst>
                          <a:ext uri="{FF2B5EF4-FFF2-40B4-BE49-F238E27FC236}">
                            <a16:creationId xmlns:a16="http://schemas.microsoft.com/office/drawing/2014/main" id="{14AC3EE7-F3BB-0D0E-7752-84307ED4800C}"/>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2" name="Text Placeholder 3">
            <a:extLst>
              <a:ext uri="{FF2B5EF4-FFF2-40B4-BE49-F238E27FC236}">
                <a16:creationId xmlns:a16="http://schemas.microsoft.com/office/drawing/2014/main" id="{D16ED8F1-494D-4C92-CE01-0B1C66DB224C}"/>
              </a:ext>
            </a:extLst>
          </p:cNvPr>
          <p:cNvSpPr>
            <a:spLocks noGrp="1"/>
          </p:cNvSpPr>
          <p:nvPr>
            <p:ph type="body" sz="half" idx="2" hasCustomPrompt="1"/>
          </p:nvPr>
        </p:nvSpPr>
        <p:spPr>
          <a:xfrm>
            <a:off x="6248400" y="6187669"/>
            <a:ext cx="4648200" cy="365531"/>
          </a:xfrm>
        </p:spPr>
        <p:txBody>
          <a:bodyPr vert="horz" lIns="0" tIns="0" rIns="0" bIns="0" rtlCol="0" anchor="b">
            <a:noAutofit/>
          </a:bodyPr>
          <a:lstStyle>
            <a:lvl1pPr>
              <a:defRPr lang="en-US" sz="720" spc="0">
                <a:solidFill>
                  <a:srgbClr val="6D6D6D"/>
                </a:solidFill>
              </a:defRPr>
            </a:lvl1pPr>
          </a:lstStyle>
          <a:p>
            <a:pPr lvl="0"/>
            <a:r>
              <a:rPr lang="en-US"/>
              <a:t>Click to add footnote/source</a:t>
            </a:r>
          </a:p>
        </p:txBody>
      </p:sp>
      <p:sp>
        <p:nvSpPr>
          <p:cNvPr id="8" name="Text Placeholder 3">
            <a:extLst>
              <a:ext uri="{FF2B5EF4-FFF2-40B4-BE49-F238E27FC236}">
                <a16:creationId xmlns:a16="http://schemas.microsoft.com/office/drawing/2014/main" id="{FD92ED38-35F8-C48B-2DDD-3475F1A2F69C}"/>
              </a:ext>
            </a:extLst>
          </p:cNvPr>
          <p:cNvSpPr>
            <a:spLocks noGrp="1"/>
          </p:cNvSpPr>
          <p:nvPr>
            <p:ph type="body" sz="half" idx="13" hasCustomPrompt="1"/>
          </p:nvPr>
        </p:nvSpPr>
        <p:spPr>
          <a:xfrm>
            <a:off x="152399" y="1472351"/>
            <a:ext cx="2862072" cy="4617720"/>
          </a:xfrm>
          <a:prstGeom prst="roundRect">
            <a:avLst>
              <a:gd name="adj" fmla="val 3215"/>
            </a:avLst>
          </a:prstGeom>
          <a:solidFill>
            <a:srgbClr val="E0E5ED"/>
          </a:solidFill>
        </p:spPr>
        <p:txBody>
          <a:bodyPr lIns="155448" tIns="155448" rIns="155448" bIns="155448" anchor="t" anchorCtr="0"/>
          <a:lstStyle>
            <a:lvl1pPr marL="0" indent="0">
              <a:lnSpc>
                <a:spcPct val="100000"/>
              </a:lnSpc>
              <a:buNone/>
              <a:defRPr lang="en-US" sz="1440" kern="1200" spc="-9" baseline="0" dirty="0">
                <a:solidFill>
                  <a:schemeClr val="tx1"/>
                </a:solidFill>
                <a:latin typeface="+mn-lt"/>
                <a:ea typeface="+mn-ea"/>
                <a:cs typeface="+mn-cs"/>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marL="0" lvl="0" indent="0" algn="l" defTabSz="822960" rtl="0" eaLnBrk="1" latinLnBrk="0" hangingPunct="1">
              <a:lnSpc>
                <a:spcPct val="100000"/>
              </a:lnSpc>
              <a:spcBef>
                <a:spcPts val="0"/>
              </a:spcBef>
              <a:buFont typeface="Arial" panose="020B0604020202020204" pitchFamily="34" charset="0"/>
              <a:buNone/>
            </a:pPr>
            <a:r>
              <a:rPr lang="en-US"/>
              <a:t>Add headline</a:t>
            </a:r>
          </a:p>
        </p:txBody>
      </p:sp>
      <p:sp>
        <p:nvSpPr>
          <p:cNvPr id="7" name="Title 6">
            <a:extLst>
              <a:ext uri="{FF2B5EF4-FFF2-40B4-BE49-F238E27FC236}">
                <a16:creationId xmlns:a16="http://schemas.microsoft.com/office/drawing/2014/main" id="{F99ED278-141D-F9A5-8865-8BCA129522DA}"/>
              </a:ext>
            </a:extLst>
          </p:cNvPr>
          <p:cNvSpPr>
            <a:spLocks noGrp="1"/>
          </p:cNvSpPr>
          <p:nvPr>
            <p:ph type="title" hasCustomPrompt="1"/>
          </p:nvPr>
        </p:nvSpPr>
        <p:spPr>
          <a:xfrm>
            <a:off x="304800" y="304802"/>
            <a:ext cx="5638800" cy="1003299"/>
          </a:xfrm>
        </p:spPr>
        <p:txBody>
          <a:bodyPr vert="horz"/>
          <a:lstStyle/>
          <a:p>
            <a:r>
              <a:rPr lang="en-US"/>
              <a:t>Click to add title</a:t>
            </a:r>
          </a:p>
        </p:txBody>
      </p:sp>
      <p:sp>
        <p:nvSpPr>
          <p:cNvPr id="11" name="Text Placeholder 3">
            <a:extLst>
              <a:ext uri="{FF2B5EF4-FFF2-40B4-BE49-F238E27FC236}">
                <a16:creationId xmlns:a16="http://schemas.microsoft.com/office/drawing/2014/main" id="{7906E277-C632-7FA9-5313-66252E871525}"/>
              </a:ext>
            </a:extLst>
          </p:cNvPr>
          <p:cNvSpPr>
            <a:spLocks noGrp="1"/>
          </p:cNvSpPr>
          <p:nvPr>
            <p:ph type="body" sz="half" idx="14" hasCustomPrompt="1"/>
          </p:nvPr>
        </p:nvSpPr>
        <p:spPr>
          <a:xfrm>
            <a:off x="3163824" y="1472351"/>
            <a:ext cx="2862072" cy="4617720"/>
          </a:xfrm>
          <a:prstGeom prst="roundRect">
            <a:avLst>
              <a:gd name="adj" fmla="val 3215"/>
            </a:avLst>
          </a:prstGeom>
          <a:solidFill>
            <a:srgbClr val="E0E5ED"/>
          </a:solidFill>
        </p:spPr>
        <p:txBody>
          <a:bodyPr lIns="155448" tIns="155448" rIns="155448" bIns="155448" anchor="t" anchorCtr="0"/>
          <a:lstStyle>
            <a:lvl1pPr marL="0" indent="0">
              <a:lnSpc>
                <a:spcPct val="100000"/>
              </a:lnSpc>
              <a:buNone/>
              <a:defRPr lang="en-US" sz="1440" kern="1200" spc="-9" baseline="0" dirty="0">
                <a:solidFill>
                  <a:schemeClr val="tx1"/>
                </a:solidFill>
                <a:latin typeface="+mn-lt"/>
                <a:ea typeface="+mn-ea"/>
                <a:cs typeface="+mn-cs"/>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marL="0" lvl="0" indent="0" algn="l" defTabSz="822960" rtl="0" eaLnBrk="1" latinLnBrk="0" hangingPunct="1">
              <a:lnSpc>
                <a:spcPct val="100000"/>
              </a:lnSpc>
              <a:spcBef>
                <a:spcPts val="0"/>
              </a:spcBef>
              <a:buFont typeface="Arial" panose="020B0604020202020204" pitchFamily="34" charset="0"/>
              <a:buNone/>
            </a:pPr>
            <a:r>
              <a:rPr lang="en-US"/>
              <a:t>Add headline</a:t>
            </a:r>
          </a:p>
        </p:txBody>
      </p:sp>
      <p:sp>
        <p:nvSpPr>
          <p:cNvPr id="15" name="Text Placeholder 3">
            <a:extLst>
              <a:ext uri="{FF2B5EF4-FFF2-40B4-BE49-F238E27FC236}">
                <a16:creationId xmlns:a16="http://schemas.microsoft.com/office/drawing/2014/main" id="{BF360A43-5408-6EC1-7369-048651C3E0AD}"/>
              </a:ext>
            </a:extLst>
          </p:cNvPr>
          <p:cNvSpPr>
            <a:spLocks noGrp="1"/>
          </p:cNvSpPr>
          <p:nvPr>
            <p:ph type="body" sz="half" idx="16" hasCustomPrompt="1"/>
          </p:nvPr>
        </p:nvSpPr>
        <p:spPr>
          <a:xfrm>
            <a:off x="6172200" y="1472351"/>
            <a:ext cx="2862072" cy="4617720"/>
          </a:xfrm>
          <a:prstGeom prst="roundRect">
            <a:avLst>
              <a:gd name="adj" fmla="val 3215"/>
            </a:avLst>
          </a:prstGeom>
          <a:solidFill>
            <a:srgbClr val="E0E5ED"/>
          </a:solidFill>
        </p:spPr>
        <p:txBody>
          <a:bodyPr lIns="155448" tIns="155448" rIns="155448" bIns="155448" anchor="t" anchorCtr="0"/>
          <a:lstStyle>
            <a:lvl1pPr marL="0" indent="0">
              <a:lnSpc>
                <a:spcPct val="100000"/>
              </a:lnSpc>
              <a:buNone/>
              <a:defRPr lang="en-US" sz="1440" kern="1200" spc="-9" baseline="0" dirty="0">
                <a:solidFill>
                  <a:schemeClr val="tx1"/>
                </a:solidFill>
                <a:latin typeface="+mn-lt"/>
                <a:ea typeface="+mn-ea"/>
                <a:cs typeface="+mn-cs"/>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marL="0" lvl="0" indent="0" algn="l" defTabSz="822960" rtl="0" eaLnBrk="1" latinLnBrk="0" hangingPunct="1">
              <a:lnSpc>
                <a:spcPct val="100000"/>
              </a:lnSpc>
              <a:spcBef>
                <a:spcPts val="0"/>
              </a:spcBef>
              <a:buFont typeface="Arial" panose="020B0604020202020204" pitchFamily="34" charset="0"/>
              <a:buNone/>
            </a:pPr>
            <a:r>
              <a:rPr lang="en-US"/>
              <a:t>Add headline</a:t>
            </a:r>
          </a:p>
        </p:txBody>
      </p:sp>
      <p:sp>
        <p:nvSpPr>
          <p:cNvPr id="17" name="Text Placeholder 3">
            <a:extLst>
              <a:ext uri="{FF2B5EF4-FFF2-40B4-BE49-F238E27FC236}">
                <a16:creationId xmlns:a16="http://schemas.microsoft.com/office/drawing/2014/main" id="{9710C6B4-0D6F-B728-FA28-6BCF3E8986A4}"/>
              </a:ext>
            </a:extLst>
          </p:cNvPr>
          <p:cNvSpPr>
            <a:spLocks noGrp="1"/>
          </p:cNvSpPr>
          <p:nvPr>
            <p:ph type="body" sz="half" idx="18" hasCustomPrompt="1"/>
          </p:nvPr>
        </p:nvSpPr>
        <p:spPr>
          <a:xfrm>
            <a:off x="9177528" y="1472351"/>
            <a:ext cx="2862072" cy="4617720"/>
          </a:xfrm>
          <a:prstGeom prst="roundRect">
            <a:avLst>
              <a:gd name="adj" fmla="val 3215"/>
            </a:avLst>
          </a:prstGeom>
          <a:solidFill>
            <a:srgbClr val="E0E5ED"/>
          </a:solidFill>
        </p:spPr>
        <p:txBody>
          <a:bodyPr lIns="155448" tIns="155448" rIns="155448" bIns="155448" anchor="t" anchorCtr="0"/>
          <a:lstStyle>
            <a:lvl1pPr marL="0" indent="0">
              <a:lnSpc>
                <a:spcPct val="100000"/>
              </a:lnSpc>
              <a:buNone/>
              <a:defRPr lang="en-US" sz="1440" kern="1200" spc="-9" baseline="0" dirty="0">
                <a:solidFill>
                  <a:schemeClr val="tx1"/>
                </a:solidFill>
                <a:latin typeface="+mn-lt"/>
                <a:ea typeface="+mn-ea"/>
                <a:cs typeface="+mn-cs"/>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marL="0" lvl="0" indent="0" algn="l" defTabSz="822960" rtl="0" eaLnBrk="1" latinLnBrk="0" hangingPunct="1">
              <a:lnSpc>
                <a:spcPct val="100000"/>
              </a:lnSpc>
              <a:spcBef>
                <a:spcPts val="0"/>
              </a:spcBef>
              <a:buFont typeface="Arial" panose="020B0604020202020204" pitchFamily="34" charset="0"/>
              <a:buNone/>
            </a:pPr>
            <a:r>
              <a:rPr lang="en-US"/>
              <a:t>Add headline</a:t>
            </a:r>
          </a:p>
        </p:txBody>
      </p:sp>
      <p:sp>
        <p:nvSpPr>
          <p:cNvPr id="5" name="Text Placeholder 3">
            <a:extLst>
              <a:ext uri="{FF2B5EF4-FFF2-40B4-BE49-F238E27FC236}">
                <a16:creationId xmlns:a16="http://schemas.microsoft.com/office/drawing/2014/main" id="{C7F74236-11CF-953C-3A42-12F17283B665}"/>
              </a:ext>
            </a:extLst>
          </p:cNvPr>
          <p:cNvSpPr>
            <a:spLocks noGrp="1"/>
          </p:cNvSpPr>
          <p:nvPr>
            <p:ph type="body" sz="half" idx="20"/>
          </p:nvPr>
        </p:nvSpPr>
        <p:spPr>
          <a:xfrm>
            <a:off x="8229601" y="304800"/>
            <a:ext cx="3657600" cy="1003300"/>
          </a:xfrm>
        </p:spPr>
        <p:txBody>
          <a:bodyPr/>
          <a:lstStyle>
            <a:lvl1pPr marL="0" indent="0">
              <a:buNone/>
              <a:defRPr sz="108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edit Master text styles</a:t>
            </a:r>
          </a:p>
        </p:txBody>
      </p:sp>
      <p:sp>
        <p:nvSpPr>
          <p:cNvPr id="10" name="Picture Placeholder 9">
            <a:extLst>
              <a:ext uri="{FF2B5EF4-FFF2-40B4-BE49-F238E27FC236}">
                <a16:creationId xmlns:a16="http://schemas.microsoft.com/office/drawing/2014/main" id="{4752A16A-668D-F6F1-2DDE-858684D5CCEA}"/>
              </a:ext>
            </a:extLst>
          </p:cNvPr>
          <p:cNvSpPr>
            <a:spLocks noGrp="1"/>
          </p:cNvSpPr>
          <p:nvPr>
            <p:ph type="pic" sz="quarter" idx="21" hasCustomPrompt="1"/>
          </p:nvPr>
        </p:nvSpPr>
        <p:spPr>
          <a:xfrm>
            <a:off x="304800" y="5359664"/>
            <a:ext cx="549636" cy="549636"/>
          </a:xfrm>
        </p:spPr>
        <p:txBody>
          <a:bodyPr/>
          <a:lstStyle>
            <a:lvl1pPr>
              <a:defRPr sz="720"/>
            </a:lvl1pPr>
          </a:lstStyle>
          <a:p>
            <a:r>
              <a:rPr lang="en-US"/>
              <a:t>Icon</a:t>
            </a:r>
          </a:p>
        </p:txBody>
      </p:sp>
      <p:sp>
        <p:nvSpPr>
          <p:cNvPr id="14" name="Picture Placeholder 9">
            <a:extLst>
              <a:ext uri="{FF2B5EF4-FFF2-40B4-BE49-F238E27FC236}">
                <a16:creationId xmlns:a16="http://schemas.microsoft.com/office/drawing/2014/main" id="{716C78C4-8677-733A-B226-6EF0A2D85977}"/>
              </a:ext>
            </a:extLst>
          </p:cNvPr>
          <p:cNvSpPr>
            <a:spLocks noGrp="1"/>
          </p:cNvSpPr>
          <p:nvPr>
            <p:ph type="pic" sz="quarter" idx="22" hasCustomPrompt="1"/>
          </p:nvPr>
        </p:nvSpPr>
        <p:spPr>
          <a:xfrm>
            <a:off x="3331780" y="5359664"/>
            <a:ext cx="549636" cy="549636"/>
          </a:xfrm>
        </p:spPr>
        <p:txBody>
          <a:bodyPr/>
          <a:lstStyle>
            <a:lvl1pPr>
              <a:defRPr sz="720"/>
            </a:lvl1pPr>
          </a:lstStyle>
          <a:p>
            <a:r>
              <a:rPr lang="en-US"/>
              <a:t>Icon</a:t>
            </a:r>
          </a:p>
        </p:txBody>
      </p:sp>
      <p:sp>
        <p:nvSpPr>
          <p:cNvPr id="19" name="Picture Placeholder 9">
            <a:extLst>
              <a:ext uri="{FF2B5EF4-FFF2-40B4-BE49-F238E27FC236}">
                <a16:creationId xmlns:a16="http://schemas.microsoft.com/office/drawing/2014/main" id="{FF63A33B-3537-64D7-F5CE-A98F2E94D47E}"/>
              </a:ext>
            </a:extLst>
          </p:cNvPr>
          <p:cNvSpPr>
            <a:spLocks noGrp="1"/>
          </p:cNvSpPr>
          <p:nvPr>
            <p:ph type="pic" sz="quarter" idx="23" hasCustomPrompt="1"/>
          </p:nvPr>
        </p:nvSpPr>
        <p:spPr>
          <a:xfrm>
            <a:off x="6327227" y="5359664"/>
            <a:ext cx="549636" cy="549636"/>
          </a:xfrm>
        </p:spPr>
        <p:txBody>
          <a:bodyPr/>
          <a:lstStyle>
            <a:lvl1pPr>
              <a:defRPr sz="720"/>
            </a:lvl1pPr>
          </a:lstStyle>
          <a:p>
            <a:r>
              <a:rPr lang="en-US"/>
              <a:t>Icon</a:t>
            </a:r>
          </a:p>
        </p:txBody>
      </p:sp>
      <p:sp>
        <p:nvSpPr>
          <p:cNvPr id="20" name="Picture Placeholder 9">
            <a:extLst>
              <a:ext uri="{FF2B5EF4-FFF2-40B4-BE49-F238E27FC236}">
                <a16:creationId xmlns:a16="http://schemas.microsoft.com/office/drawing/2014/main" id="{85FFDEAA-C980-E888-9C9B-EF879BF7DE9F}"/>
              </a:ext>
            </a:extLst>
          </p:cNvPr>
          <p:cNvSpPr>
            <a:spLocks noGrp="1"/>
          </p:cNvSpPr>
          <p:nvPr>
            <p:ph type="pic" sz="quarter" idx="24" hasCustomPrompt="1"/>
          </p:nvPr>
        </p:nvSpPr>
        <p:spPr>
          <a:xfrm>
            <a:off x="9337446" y="5359664"/>
            <a:ext cx="549636" cy="549636"/>
          </a:xfrm>
        </p:spPr>
        <p:txBody>
          <a:bodyPr/>
          <a:lstStyle>
            <a:lvl1pPr>
              <a:defRPr sz="720"/>
            </a:lvl1pPr>
          </a:lstStyle>
          <a:p>
            <a:r>
              <a:rPr lang="en-US"/>
              <a:t>Icon</a:t>
            </a:r>
          </a:p>
        </p:txBody>
      </p:sp>
      <p:sp>
        <p:nvSpPr>
          <p:cNvPr id="3" name="Text Placeholder 3">
            <a:extLst>
              <a:ext uri="{FF2B5EF4-FFF2-40B4-BE49-F238E27FC236}">
                <a16:creationId xmlns:a16="http://schemas.microsoft.com/office/drawing/2014/main" id="{17675E47-7492-3EC4-F337-4BAB2D9E7C31}"/>
              </a:ext>
            </a:extLst>
          </p:cNvPr>
          <p:cNvSpPr>
            <a:spLocks noGrp="1"/>
          </p:cNvSpPr>
          <p:nvPr>
            <p:ph type="body" sz="half" idx="11" hasCustomPrompt="1"/>
          </p:nvPr>
        </p:nvSpPr>
        <p:spPr>
          <a:xfrm>
            <a:off x="152399" y="2768599"/>
            <a:ext cx="2862072" cy="2286000"/>
          </a:xfrm>
        </p:spPr>
        <p:txBody>
          <a:bodyPr lIns="155448" tIns="155448" rIns="155448" bIns="155448" anchor="t" anchorCtr="0"/>
          <a:lstStyle>
            <a:lvl1pPr marL="0" indent="0">
              <a:buNone/>
              <a:defRPr sz="1080">
                <a:solidFill>
                  <a:schemeClr val="tx1"/>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add body copy</a:t>
            </a:r>
          </a:p>
        </p:txBody>
      </p:sp>
      <p:sp>
        <p:nvSpPr>
          <p:cNvPr id="4" name="Text Placeholder 3">
            <a:extLst>
              <a:ext uri="{FF2B5EF4-FFF2-40B4-BE49-F238E27FC236}">
                <a16:creationId xmlns:a16="http://schemas.microsoft.com/office/drawing/2014/main" id="{5AD0054A-883B-C37D-CDB2-83C19EC78DC5}"/>
              </a:ext>
            </a:extLst>
          </p:cNvPr>
          <p:cNvSpPr>
            <a:spLocks noGrp="1"/>
          </p:cNvSpPr>
          <p:nvPr>
            <p:ph type="body" sz="half" idx="15" hasCustomPrompt="1"/>
          </p:nvPr>
        </p:nvSpPr>
        <p:spPr>
          <a:xfrm>
            <a:off x="3163823" y="2768599"/>
            <a:ext cx="2862072" cy="2286000"/>
          </a:xfrm>
        </p:spPr>
        <p:txBody>
          <a:bodyPr lIns="155448" tIns="155448" rIns="155448" bIns="155448" anchor="t" anchorCtr="0"/>
          <a:lstStyle>
            <a:lvl1pPr marL="0" indent="0">
              <a:buNone/>
              <a:defRPr sz="1080">
                <a:solidFill>
                  <a:schemeClr val="tx1"/>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add body copy</a:t>
            </a:r>
          </a:p>
        </p:txBody>
      </p:sp>
      <p:sp>
        <p:nvSpPr>
          <p:cNvPr id="6" name="Text Placeholder 3">
            <a:extLst>
              <a:ext uri="{FF2B5EF4-FFF2-40B4-BE49-F238E27FC236}">
                <a16:creationId xmlns:a16="http://schemas.microsoft.com/office/drawing/2014/main" id="{1423D412-FF8B-8DE5-233C-0BA9302BFCA2}"/>
              </a:ext>
            </a:extLst>
          </p:cNvPr>
          <p:cNvSpPr>
            <a:spLocks noGrp="1"/>
          </p:cNvSpPr>
          <p:nvPr>
            <p:ph type="body" sz="half" idx="17" hasCustomPrompt="1"/>
          </p:nvPr>
        </p:nvSpPr>
        <p:spPr>
          <a:xfrm>
            <a:off x="6172199" y="2768599"/>
            <a:ext cx="2862072" cy="2286000"/>
          </a:xfrm>
        </p:spPr>
        <p:txBody>
          <a:bodyPr lIns="155448" tIns="155448" rIns="155448" bIns="155448" anchor="t" anchorCtr="0"/>
          <a:lstStyle>
            <a:lvl1pPr marL="0" indent="0">
              <a:buNone/>
              <a:defRPr sz="1080">
                <a:solidFill>
                  <a:schemeClr val="tx1"/>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add body copy</a:t>
            </a:r>
          </a:p>
        </p:txBody>
      </p:sp>
      <p:sp>
        <p:nvSpPr>
          <p:cNvPr id="21" name="Text Placeholder 3">
            <a:extLst>
              <a:ext uri="{FF2B5EF4-FFF2-40B4-BE49-F238E27FC236}">
                <a16:creationId xmlns:a16="http://schemas.microsoft.com/office/drawing/2014/main" id="{B8EF6BF6-F889-8E3A-77DC-68C1E1E34B58}"/>
              </a:ext>
            </a:extLst>
          </p:cNvPr>
          <p:cNvSpPr>
            <a:spLocks noGrp="1"/>
          </p:cNvSpPr>
          <p:nvPr>
            <p:ph type="body" sz="half" idx="19" hasCustomPrompt="1"/>
          </p:nvPr>
        </p:nvSpPr>
        <p:spPr>
          <a:xfrm>
            <a:off x="9177528" y="2768599"/>
            <a:ext cx="2862072" cy="2286000"/>
          </a:xfrm>
        </p:spPr>
        <p:txBody>
          <a:bodyPr lIns="155448" tIns="155448" rIns="155448" bIns="155448" anchor="t" anchorCtr="0"/>
          <a:lstStyle>
            <a:lvl1pPr marL="0" indent="0">
              <a:buNone/>
              <a:defRPr sz="1080">
                <a:solidFill>
                  <a:schemeClr val="tx1"/>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add body copy</a:t>
            </a:r>
          </a:p>
        </p:txBody>
      </p:sp>
    </p:spTree>
    <p:extLst>
      <p:ext uri="{BB962C8B-B14F-4D97-AF65-F5344CB8AC3E}">
        <p14:creationId xmlns:p14="http://schemas.microsoft.com/office/powerpoint/2010/main" val="7422609"/>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Key points, 6, icons">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14AC3EE7-F3BB-0D0E-7752-84307ED4800C}"/>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9" name="think-cell data - do not delete" hidden="1">
                        <a:extLst>
                          <a:ext uri="{FF2B5EF4-FFF2-40B4-BE49-F238E27FC236}">
                            <a16:creationId xmlns:a16="http://schemas.microsoft.com/office/drawing/2014/main" id="{14AC3EE7-F3BB-0D0E-7752-84307ED4800C}"/>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24" name="Text Placeholder 3">
            <a:extLst>
              <a:ext uri="{FF2B5EF4-FFF2-40B4-BE49-F238E27FC236}">
                <a16:creationId xmlns:a16="http://schemas.microsoft.com/office/drawing/2014/main" id="{FF7CE52E-0C79-CD75-4977-3D34D94A3EE9}"/>
              </a:ext>
            </a:extLst>
          </p:cNvPr>
          <p:cNvSpPr>
            <a:spLocks noGrp="1"/>
          </p:cNvSpPr>
          <p:nvPr>
            <p:ph type="body" sz="half" idx="27" hasCustomPrompt="1"/>
          </p:nvPr>
        </p:nvSpPr>
        <p:spPr>
          <a:xfrm>
            <a:off x="148039" y="3802192"/>
            <a:ext cx="3913632" cy="2249424"/>
          </a:xfrm>
          <a:prstGeom prst="roundRect">
            <a:avLst>
              <a:gd name="adj" fmla="val 3215"/>
            </a:avLst>
          </a:prstGeom>
          <a:solidFill>
            <a:srgbClr val="E0E5ED"/>
          </a:solidFill>
        </p:spPr>
        <p:txBody>
          <a:bodyPr lIns="155448" tIns="155448" rIns="155448" bIns="155448" anchor="t" anchorCtr="0"/>
          <a:lstStyle>
            <a:lvl1pPr marL="0" indent="0">
              <a:lnSpc>
                <a:spcPct val="100000"/>
              </a:lnSpc>
              <a:buNone/>
              <a:defRPr sz="2160" spc="-18" baseline="0">
                <a:solidFill>
                  <a:schemeClr val="tx1"/>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Add headline</a:t>
            </a:r>
          </a:p>
        </p:txBody>
      </p:sp>
      <p:sp>
        <p:nvSpPr>
          <p:cNvPr id="25" name="Text Placeholder 3">
            <a:extLst>
              <a:ext uri="{FF2B5EF4-FFF2-40B4-BE49-F238E27FC236}">
                <a16:creationId xmlns:a16="http://schemas.microsoft.com/office/drawing/2014/main" id="{A56482EE-D336-0F9D-3E68-D8D061F24625}"/>
              </a:ext>
            </a:extLst>
          </p:cNvPr>
          <p:cNvSpPr>
            <a:spLocks noGrp="1"/>
          </p:cNvSpPr>
          <p:nvPr>
            <p:ph type="body" sz="half" idx="28" hasCustomPrompt="1"/>
          </p:nvPr>
        </p:nvSpPr>
        <p:spPr>
          <a:xfrm>
            <a:off x="4139184" y="3802192"/>
            <a:ext cx="3913632" cy="2249424"/>
          </a:xfrm>
          <a:prstGeom prst="roundRect">
            <a:avLst>
              <a:gd name="adj" fmla="val 3215"/>
            </a:avLst>
          </a:prstGeom>
          <a:solidFill>
            <a:srgbClr val="E0E5ED"/>
          </a:solidFill>
        </p:spPr>
        <p:txBody>
          <a:bodyPr vert="horz" lIns="155448" tIns="155448" rIns="155448" bIns="155448" rtlCol="0" anchor="t" anchorCtr="0">
            <a:noAutofit/>
          </a:bodyPr>
          <a:lstStyle>
            <a:lvl1pPr>
              <a:defRPr lang="en-US" sz="2160" spc="-18"/>
            </a:lvl1pPr>
          </a:lstStyle>
          <a:p>
            <a:pPr lvl="0"/>
            <a:r>
              <a:rPr lang="en-US"/>
              <a:t>Add headline</a:t>
            </a:r>
          </a:p>
        </p:txBody>
      </p:sp>
      <p:sp>
        <p:nvSpPr>
          <p:cNvPr id="26" name="Text Placeholder 3">
            <a:extLst>
              <a:ext uri="{FF2B5EF4-FFF2-40B4-BE49-F238E27FC236}">
                <a16:creationId xmlns:a16="http://schemas.microsoft.com/office/drawing/2014/main" id="{5922F3F4-5AE9-91CE-95D8-A0BCADE702D8}"/>
              </a:ext>
            </a:extLst>
          </p:cNvPr>
          <p:cNvSpPr>
            <a:spLocks noGrp="1"/>
          </p:cNvSpPr>
          <p:nvPr>
            <p:ph type="body" sz="half" idx="29" hasCustomPrompt="1"/>
          </p:nvPr>
        </p:nvSpPr>
        <p:spPr>
          <a:xfrm>
            <a:off x="8126260" y="3803738"/>
            <a:ext cx="3913340" cy="2247879"/>
          </a:xfrm>
          <a:prstGeom prst="roundRect">
            <a:avLst>
              <a:gd name="adj" fmla="val 3215"/>
            </a:avLst>
          </a:prstGeom>
          <a:solidFill>
            <a:srgbClr val="E0E5ED"/>
          </a:solidFill>
        </p:spPr>
        <p:txBody>
          <a:bodyPr vert="horz" lIns="155448" tIns="155448" rIns="155448" bIns="155448" rtlCol="0" anchor="t" anchorCtr="0">
            <a:noAutofit/>
          </a:bodyPr>
          <a:lstStyle>
            <a:lvl1pPr>
              <a:defRPr lang="en-US" sz="2160" spc="-18"/>
            </a:lvl1pPr>
          </a:lstStyle>
          <a:p>
            <a:pPr lvl="0"/>
            <a:r>
              <a:rPr lang="en-US"/>
              <a:t>Add headline</a:t>
            </a:r>
          </a:p>
        </p:txBody>
      </p:sp>
      <p:sp>
        <p:nvSpPr>
          <p:cNvPr id="2" name="Text Placeholder 3">
            <a:extLst>
              <a:ext uri="{FF2B5EF4-FFF2-40B4-BE49-F238E27FC236}">
                <a16:creationId xmlns:a16="http://schemas.microsoft.com/office/drawing/2014/main" id="{D16ED8F1-494D-4C92-CE01-0B1C66DB224C}"/>
              </a:ext>
            </a:extLst>
          </p:cNvPr>
          <p:cNvSpPr>
            <a:spLocks noGrp="1"/>
          </p:cNvSpPr>
          <p:nvPr>
            <p:ph type="body" sz="half" idx="2" hasCustomPrompt="1"/>
          </p:nvPr>
        </p:nvSpPr>
        <p:spPr>
          <a:xfrm>
            <a:off x="6248400" y="6187669"/>
            <a:ext cx="4648200" cy="365531"/>
          </a:xfrm>
        </p:spPr>
        <p:txBody>
          <a:bodyPr vert="horz" lIns="0" tIns="0" rIns="0" bIns="0" rtlCol="0" anchor="b">
            <a:noAutofit/>
          </a:bodyPr>
          <a:lstStyle>
            <a:lvl1pPr>
              <a:defRPr lang="en-US" sz="720" spc="0">
                <a:solidFill>
                  <a:srgbClr val="6D6D6D"/>
                </a:solidFill>
              </a:defRPr>
            </a:lvl1pPr>
          </a:lstStyle>
          <a:p>
            <a:pPr lvl="0"/>
            <a:r>
              <a:rPr lang="en-US"/>
              <a:t>Click to add footnote/source</a:t>
            </a:r>
          </a:p>
        </p:txBody>
      </p:sp>
      <p:sp>
        <p:nvSpPr>
          <p:cNvPr id="8" name="Text Placeholder 3">
            <a:extLst>
              <a:ext uri="{FF2B5EF4-FFF2-40B4-BE49-F238E27FC236}">
                <a16:creationId xmlns:a16="http://schemas.microsoft.com/office/drawing/2014/main" id="{FD92ED38-35F8-C48B-2DDD-3475F1A2F69C}"/>
              </a:ext>
            </a:extLst>
          </p:cNvPr>
          <p:cNvSpPr>
            <a:spLocks noGrp="1"/>
          </p:cNvSpPr>
          <p:nvPr>
            <p:ph type="body" sz="half" idx="13" hasCustomPrompt="1"/>
          </p:nvPr>
        </p:nvSpPr>
        <p:spPr>
          <a:xfrm>
            <a:off x="148039" y="1472351"/>
            <a:ext cx="3913632" cy="2249424"/>
          </a:xfrm>
          <a:prstGeom prst="roundRect">
            <a:avLst>
              <a:gd name="adj" fmla="val 3215"/>
            </a:avLst>
          </a:prstGeom>
          <a:solidFill>
            <a:srgbClr val="E0E5ED"/>
          </a:solidFill>
        </p:spPr>
        <p:txBody>
          <a:bodyPr vert="horz" lIns="155448" tIns="155448" rIns="155448" bIns="155448" rtlCol="0" anchor="t" anchorCtr="0">
            <a:noAutofit/>
          </a:bodyPr>
          <a:lstStyle>
            <a:lvl1pPr>
              <a:defRPr lang="en-US" sz="2160" spc="-18"/>
            </a:lvl1pPr>
          </a:lstStyle>
          <a:p>
            <a:pPr lvl="0"/>
            <a:r>
              <a:rPr lang="en-US"/>
              <a:t>Add headline</a:t>
            </a:r>
          </a:p>
        </p:txBody>
      </p:sp>
      <p:sp>
        <p:nvSpPr>
          <p:cNvPr id="7" name="Title 6">
            <a:extLst>
              <a:ext uri="{FF2B5EF4-FFF2-40B4-BE49-F238E27FC236}">
                <a16:creationId xmlns:a16="http://schemas.microsoft.com/office/drawing/2014/main" id="{F99ED278-141D-F9A5-8865-8BCA129522DA}"/>
              </a:ext>
            </a:extLst>
          </p:cNvPr>
          <p:cNvSpPr>
            <a:spLocks noGrp="1"/>
          </p:cNvSpPr>
          <p:nvPr>
            <p:ph type="title" hasCustomPrompt="1"/>
          </p:nvPr>
        </p:nvSpPr>
        <p:spPr>
          <a:xfrm>
            <a:off x="304800" y="304802"/>
            <a:ext cx="5638800" cy="1003299"/>
          </a:xfrm>
        </p:spPr>
        <p:txBody>
          <a:bodyPr vert="horz"/>
          <a:lstStyle/>
          <a:p>
            <a:r>
              <a:rPr lang="en-US"/>
              <a:t>Click to add title</a:t>
            </a:r>
          </a:p>
        </p:txBody>
      </p:sp>
      <p:sp>
        <p:nvSpPr>
          <p:cNvPr id="11" name="Text Placeholder 3">
            <a:extLst>
              <a:ext uri="{FF2B5EF4-FFF2-40B4-BE49-F238E27FC236}">
                <a16:creationId xmlns:a16="http://schemas.microsoft.com/office/drawing/2014/main" id="{7906E277-C632-7FA9-5313-66252E871525}"/>
              </a:ext>
            </a:extLst>
          </p:cNvPr>
          <p:cNvSpPr>
            <a:spLocks noGrp="1"/>
          </p:cNvSpPr>
          <p:nvPr>
            <p:ph type="body" sz="half" idx="14" hasCustomPrompt="1"/>
          </p:nvPr>
        </p:nvSpPr>
        <p:spPr>
          <a:xfrm>
            <a:off x="4139184" y="1472351"/>
            <a:ext cx="3913632" cy="2249424"/>
          </a:xfrm>
          <a:prstGeom prst="roundRect">
            <a:avLst>
              <a:gd name="adj" fmla="val 3215"/>
            </a:avLst>
          </a:prstGeom>
          <a:solidFill>
            <a:srgbClr val="E0E5ED"/>
          </a:solidFill>
        </p:spPr>
        <p:txBody>
          <a:bodyPr vert="horz" lIns="155448" tIns="155448" rIns="155448" bIns="155448" rtlCol="0" anchor="t" anchorCtr="0">
            <a:noAutofit/>
          </a:bodyPr>
          <a:lstStyle>
            <a:lvl1pPr>
              <a:defRPr lang="en-US" sz="2160" spc="-18"/>
            </a:lvl1pPr>
          </a:lstStyle>
          <a:p>
            <a:pPr lvl="0"/>
            <a:r>
              <a:rPr lang="en-US"/>
              <a:t>Add headline</a:t>
            </a:r>
          </a:p>
        </p:txBody>
      </p:sp>
      <p:sp>
        <p:nvSpPr>
          <p:cNvPr id="15" name="Text Placeholder 3">
            <a:extLst>
              <a:ext uri="{FF2B5EF4-FFF2-40B4-BE49-F238E27FC236}">
                <a16:creationId xmlns:a16="http://schemas.microsoft.com/office/drawing/2014/main" id="{BF360A43-5408-6EC1-7369-048651C3E0AD}"/>
              </a:ext>
            </a:extLst>
          </p:cNvPr>
          <p:cNvSpPr>
            <a:spLocks noGrp="1"/>
          </p:cNvSpPr>
          <p:nvPr>
            <p:ph type="body" sz="half" idx="16" hasCustomPrompt="1"/>
          </p:nvPr>
        </p:nvSpPr>
        <p:spPr>
          <a:xfrm>
            <a:off x="8126260" y="1473896"/>
            <a:ext cx="3913340" cy="2247879"/>
          </a:xfrm>
          <a:prstGeom prst="roundRect">
            <a:avLst>
              <a:gd name="adj" fmla="val 3215"/>
            </a:avLst>
          </a:prstGeom>
          <a:solidFill>
            <a:srgbClr val="E0E5ED"/>
          </a:solidFill>
        </p:spPr>
        <p:txBody>
          <a:bodyPr vert="horz" lIns="155448" tIns="155448" rIns="155448" bIns="155448" rtlCol="0" anchor="t" anchorCtr="0">
            <a:noAutofit/>
          </a:bodyPr>
          <a:lstStyle>
            <a:lvl1pPr>
              <a:defRPr lang="en-US" sz="2160" spc="-18"/>
            </a:lvl1pPr>
          </a:lstStyle>
          <a:p>
            <a:pPr lvl="0"/>
            <a:r>
              <a:rPr lang="en-US"/>
              <a:t>Add headline</a:t>
            </a:r>
          </a:p>
        </p:txBody>
      </p:sp>
      <p:sp>
        <p:nvSpPr>
          <p:cNvPr id="10" name="Picture Placeholder 9">
            <a:extLst>
              <a:ext uri="{FF2B5EF4-FFF2-40B4-BE49-F238E27FC236}">
                <a16:creationId xmlns:a16="http://schemas.microsoft.com/office/drawing/2014/main" id="{4752A16A-668D-F6F1-2DDE-858684D5CCEA}"/>
              </a:ext>
            </a:extLst>
          </p:cNvPr>
          <p:cNvSpPr>
            <a:spLocks noGrp="1"/>
          </p:cNvSpPr>
          <p:nvPr>
            <p:ph type="pic" sz="quarter" idx="21" hasCustomPrompt="1"/>
          </p:nvPr>
        </p:nvSpPr>
        <p:spPr>
          <a:xfrm>
            <a:off x="304800" y="5359664"/>
            <a:ext cx="549636" cy="549636"/>
          </a:xfrm>
        </p:spPr>
        <p:txBody>
          <a:bodyPr/>
          <a:lstStyle>
            <a:lvl1pPr>
              <a:defRPr sz="720"/>
            </a:lvl1pPr>
          </a:lstStyle>
          <a:p>
            <a:r>
              <a:rPr lang="en-US"/>
              <a:t>Icon</a:t>
            </a:r>
          </a:p>
        </p:txBody>
      </p:sp>
      <p:sp>
        <p:nvSpPr>
          <p:cNvPr id="14" name="Picture Placeholder 9">
            <a:extLst>
              <a:ext uri="{FF2B5EF4-FFF2-40B4-BE49-F238E27FC236}">
                <a16:creationId xmlns:a16="http://schemas.microsoft.com/office/drawing/2014/main" id="{716C78C4-8677-733A-B226-6EF0A2D85977}"/>
              </a:ext>
            </a:extLst>
          </p:cNvPr>
          <p:cNvSpPr>
            <a:spLocks noGrp="1"/>
          </p:cNvSpPr>
          <p:nvPr>
            <p:ph type="pic" sz="quarter" idx="22" hasCustomPrompt="1"/>
          </p:nvPr>
        </p:nvSpPr>
        <p:spPr>
          <a:xfrm>
            <a:off x="4327599" y="5359664"/>
            <a:ext cx="549636" cy="549636"/>
          </a:xfrm>
        </p:spPr>
        <p:txBody>
          <a:bodyPr/>
          <a:lstStyle>
            <a:lvl1pPr>
              <a:defRPr sz="720">
                <a:solidFill>
                  <a:schemeClr val="bg1"/>
                </a:solidFill>
              </a:defRPr>
            </a:lvl1pPr>
          </a:lstStyle>
          <a:p>
            <a:r>
              <a:rPr lang="en-US"/>
              <a:t>Icon</a:t>
            </a:r>
          </a:p>
        </p:txBody>
      </p:sp>
      <p:sp>
        <p:nvSpPr>
          <p:cNvPr id="19" name="Picture Placeholder 9">
            <a:extLst>
              <a:ext uri="{FF2B5EF4-FFF2-40B4-BE49-F238E27FC236}">
                <a16:creationId xmlns:a16="http://schemas.microsoft.com/office/drawing/2014/main" id="{FF63A33B-3537-64D7-F5CE-A98F2E94D47E}"/>
              </a:ext>
            </a:extLst>
          </p:cNvPr>
          <p:cNvSpPr>
            <a:spLocks noGrp="1"/>
          </p:cNvSpPr>
          <p:nvPr>
            <p:ph type="pic" sz="quarter" idx="23" hasCustomPrompt="1"/>
          </p:nvPr>
        </p:nvSpPr>
        <p:spPr>
          <a:xfrm>
            <a:off x="8281288" y="5359664"/>
            <a:ext cx="549636" cy="549636"/>
          </a:xfrm>
        </p:spPr>
        <p:txBody>
          <a:bodyPr/>
          <a:lstStyle>
            <a:lvl1pPr>
              <a:defRPr sz="720">
                <a:solidFill>
                  <a:schemeClr val="bg1"/>
                </a:solidFill>
              </a:defRPr>
            </a:lvl1pPr>
          </a:lstStyle>
          <a:p>
            <a:r>
              <a:rPr lang="en-US"/>
              <a:t>Icon</a:t>
            </a:r>
          </a:p>
        </p:txBody>
      </p:sp>
      <p:sp>
        <p:nvSpPr>
          <p:cNvPr id="21" name="Picture Placeholder 9">
            <a:extLst>
              <a:ext uri="{FF2B5EF4-FFF2-40B4-BE49-F238E27FC236}">
                <a16:creationId xmlns:a16="http://schemas.microsoft.com/office/drawing/2014/main" id="{A5434D6E-E999-2549-E556-55966A842016}"/>
              </a:ext>
            </a:extLst>
          </p:cNvPr>
          <p:cNvSpPr>
            <a:spLocks noGrp="1"/>
          </p:cNvSpPr>
          <p:nvPr>
            <p:ph type="pic" sz="quarter" idx="24" hasCustomPrompt="1"/>
          </p:nvPr>
        </p:nvSpPr>
        <p:spPr>
          <a:xfrm>
            <a:off x="304800" y="3017296"/>
            <a:ext cx="549636" cy="549636"/>
          </a:xfrm>
        </p:spPr>
        <p:txBody>
          <a:bodyPr/>
          <a:lstStyle>
            <a:lvl1pPr>
              <a:defRPr sz="720">
                <a:solidFill>
                  <a:schemeClr val="bg1"/>
                </a:solidFill>
              </a:defRPr>
            </a:lvl1pPr>
          </a:lstStyle>
          <a:p>
            <a:r>
              <a:rPr lang="en-US"/>
              <a:t>Icon</a:t>
            </a:r>
          </a:p>
        </p:txBody>
      </p:sp>
      <p:sp>
        <p:nvSpPr>
          <p:cNvPr id="22" name="Picture Placeholder 9">
            <a:extLst>
              <a:ext uri="{FF2B5EF4-FFF2-40B4-BE49-F238E27FC236}">
                <a16:creationId xmlns:a16="http://schemas.microsoft.com/office/drawing/2014/main" id="{F98D5D8F-5F69-1C41-A6DD-831D10B2F138}"/>
              </a:ext>
            </a:extLst>
          </p:cNvPr>
          <p:cNvSpPr>
            <a:spLocks noGrp="1"/>
          </p:cNvSpPr>
          <p:nvPr>
            <p:ph type="pic" sz="quarter" idx="25" hasCustomPrompt="1"/>
          </p:nvPr>
        </p:nvSpPr>
        <p:spPr>
          <a:xfrm>
            <a:off x="4327599" y="3017296"/>
            <a:ext cx="549636" cy="549636"/>
          </a:xfrm>
        </p:spPr>
        <p:txBody>
          <a:bodyPr/>
          <a:lstStyle>
            <a:lvl1pPr>
              <a:defRPr sz="720">
                <a:solidFill>
                  <a:schemeClr val="bg1"/>
                </a:solidFill>
              </a:defRPr>
            </a:lvl1pPr>
          </a:lstStyle>
          <a:p>
            <a:r>
              <a:rPr lang="en-US"/>
              <a:t>Icon</a:t>
            </a:r>
          </a:p>
        </p:txBody>
      </p:sp>
      <p:sp>
        <p:nvSpPr>
          <p:cNvPr id="23" name="Picture Placeholder 9">
            <a:extLst>
              <a:ext uri="{FF2B5EF4-FFF2-40B4-BE49-F238E27FC236}">
                <a16:creationId xmlns:a16="http://schemas.microsoft.com/office/drawing/2014/main" id="{89536E40-387E-D148-547F-45EF67B1D35B}"/>
              </a:ext>
            </a:extLst>
          </p:cNvPr>
          <p:cNvSpPr>
            <a:spLocks noGrp="1"/>
          </p:cNvSpPr>
          <p:nvPr>
            <p:ph type="pic" sz="quarter" idx="26" hasCustomPrompt="1"/>
          </p:nvPr>
        </p:nvSpPr>
        <p:spPr>
          <a:xfrm>
            <a:off x="8281288" y="3017296"/>
            <a:ext cx="549636" cy="549636"/>
          </a:xfrm>
        </p:spPr>
        <p:txBody>
          <a:bodyPr/>
          <a:lstStyle>
            <a:lvl1pPr>
              <a:defRPr sz="720">
                <a:solidFill>
                  <a:schemeClr val="bg1"/>
                </a:solidFill>
              </a:defRPr>
            </a:lvl1pPr>
          </a:lstStyle>
          <a:p>
            <a:r>
              <a:rPr lang="en-US"/>
              <a:t>Icon</a:t>
            </a:r>
          </a:p>
        </p:txBody>
      </p:sp>
    </p:spTree>
    <p:extLst>
      <p:ext uri="{BB962C8B-B14F-4D97-AF65-F5344CB8AC3E}">
        <p14:creationId xmlns:p14="http://schemas.microsoft.com/office/powerpoint/2010/main" val="3687393169"/>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showMasterSp="0" preserve="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14AD8AB1-1ED9-07D1-3AB9-13A04A61F7A8}"/>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think-cell data - do not delete" hidden="1">
                        <a:extLst>
                          <a:ext uri="{FF2B5EF4-FFF2-40B4-BE49-F238E27FC236}">
                            <a16:creationId xmlns:a16="http://schemas.microsoft.com/office/drawing/2014/main" id="{14AD8AB1-1ED9-07D1-3AB9-13A04A61F7A8}"/>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4" name="TextBox 3">
            <a:extLst>
              <a:ext uri="{FF2B5EF4-FFF2-40B4-BE49-F238E27FC236}">
                <a16:creationId xmlns:a16="http://schemas.microsoft.com/office/drawing/2014/main" id="{F7F02411-7076-3EE8-C3B7-03C743B58E4A}"/>
              </a:ext>
            </a:extLst>
          </p:cNvPr>
          <p:cNvSpPr txBox="1"/>
          <p:nvPr/>
        </p:nvSpPr>
        <p:spPr>
          <a:xfrm>
            <a:off x="304800" y="1612900"/>
            <a:ext cx="11582400" cy="4480560"/>
          </a:xfrm>
          <a:prstGeom prst="rect">
            <a:avLst/>
          </a:prstGeom>
          <a:noFill/>
        </p:spPr>
        <p:txBody>
          <a:bodyPr wrap="square" lIns="0" tIns="0" rIns="0" bIns="0" rtlCol="0" anchor="t">
            <a:noAutofit/>
          </a:bodyPr>
          <a:lstStyle/>
          <a:p>
            <a:pPr algn="l">
              <a:lnSpc>
                <a:spcPct val="75000"/>
              </a:lnSpc>
            </a:pPr>
            <a:r>
              <a:rPr lang="en-US" sz="12960" b="0" i="0" spc="-270" baseline="0">
                <a:solidFill>
                  <a:schemeClr val="tx1"/>
                </a:solidFill>
                <a:latin typeface="Overpass Medium" pitchFamily="2" charset="77"/>
              </a:rPr>
              <a:t>Large text</a:t>
            </a:r>
          </a:p>
        </p:txBody>
      </p:sp>
    </p:spTree>
    <p:extLst>
      <p:ext uri="{BB962C8B-B14F-4D97-AF65-F5344CB8AC3E}">
        <p14:creationId xmlns:p14="http://schemas.microsoft.com/office/powerpoint/2010/main" val="254179389"/>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p:cSld name="Large text, gray">
    <p:bg>
      <p:bgPr>
        <a:solidFill>
          <a:srgbClr val="0D152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FD1A6F8A-296B-8260-39F5-39A7022E62CC}"/>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8" name="think-cell data - do not delete" hidden="1">
                        <a:extLst>
                          <a:ext uri="{FF2B5EF4-FFF2-40B4-BE49-F238E27FC236}">
                            <a16:creationId xmlns:a16="http://schemas.microsoft.com/office/drawing/2014/main" id="{FD1A6F8A-296B-8260-39F5-39A7022E62CC}"/>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9" name="Text Placeholder 3">
            <a:extLst>
              <a:ext uri="{FF2B5EF4-FFF2-40B4-BE49-F238E27FC236}">
                <a16:creationId xmlns:a16="http://schemas.microsoft.com/office/drawing/2014/main" id="{3AD2CAC8-CF8B-8AA8-CEAB-724555554DD7}"/>
              </a:ext>
            </a:extLst>
          </p:cNvPr>
          <p:cNvSpPr>
            <a:spLocks noGrp="1"/>
          </p:cNvSpPr>
          <p:nvPr>
            <p:ph type="body" sz="half" idx="2" hasCustomPrompt="1"/>
          </p:nvPr>
        </p:nvSpPr>
        <p:spPr>
          <a:xfrm>
            <a:off x="304800" y="304800"/>
            <a:ext cx="9601200" cy="5789068"/>
          </a:xfrm>
        </p:spPr>
        <p:txBody>
          <a:bodyPr/>
          <a:lstStyle>
            <a:lvl1pPr marL="0" indent="0">
              <a:lnSpc>
                <a:spcPct val="90000"/>
              </a:lnSpc>
              <a:buNone/>
              <a:defRPr sz="4320" spc="-135" baseline="0">
                <a:solidFill>
                  <a:schemeClr val="tx1"/>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add large statement</a:t>
            </a:r>
          </a:p>
        </p:txBody>
      </p:sp>
      <p:sp>
        <p:nvSpPr>
          <p:cNvPr id="6" name="Text Placeholder 3">
            <a:extLst>
              <a:ext uri="{FF2B5EF4-FFF2-40B4-BE49-F238E27FC236}">
                <a16:creationId xmlns:a16="http://schemas.microsoft.com/office/drawing/2014/main" id="{79909D6B-2BCF-007C-4BE7-6E0D59D8FAC7}"/>
              </a:ext>
            </a:extLst>
          </p:cNvPr>
          <p:cNvSpPr>
            <a:spLocks noGrp="1"/>
          </p:cNvSpPr>
          <p:nvPr>
            <p:ph type="body" sz="half" idx="15" hasCustomPrompt="1"/>
          </p:nvPr>
        </p:nvSpPr>
        <p:spPr>
          <a:xfrm>
            <a:off x="6248400" y="6187669"/>
            <a:ext cx="4648200" cy="365531"/>
          </a:xfrm>
        </p:spPr>
        <p:txBody>
          <a:bodyPr vert="horz" lIns="0" tIns="0" rIns="0" bIns="0" rtlCol="0" anchor="b">
            <a:noAutofit/>
          </a:bodyPr>
          <a:lstStyle>
            <a:lvl1pPr>
              <a:defRPr lang="en-US" sz="720" spc="0">
                <a:solidFill>
                  <a:srgbClr val="868F9D"/>
                </a:solidFill>
              </a:defRPr>
            </a:lvl1pPr>
          </a:lstStyle>
          <a:p>
            <a:pPr lvl="0"/>
            <a:r>
              <a:rPr lang="en-US"/>
              <a:t>Click to add footnote/source</a:t>
            </a:r>
          </a:p>
        </p:txBody>
      </p:sp>
    </p:spTree>
    <p:extLst>
      <p:ext uri="{BB962C8B-B14F-4D97-AF65-F5344CB8AC3E}">
        <p14:creationId xmlns:p14="http://schemas.microsoft.com/office/powerpoint/2010/main" val="4221068422"/>
      </p:ext>
    </p:extLst>
  </p:cSld>
  <p:clrMapOvr>
    <a:overrideClrMapping bg1="dk1" tx1="lt1" bg2="dk2" tx2="lt2" accent1="accent1" accent2="accent2" accent3="accent3" accent4="accent4" accent5="accent5" accent6="accent6" hlink="hlink" folHlink="folHlink"/>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p:cSld name="Large text, gray, brow">
    <p:bg>
      <p:bgPr>
        <a:solidFill>
          <a:srgbClr val="0D152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FD1A6F8A-296B-8260-39F5-39A7022E62CC}"/>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8" name="think-cell data - do not delete" hidden="1">
                        <a:extLst>
                          <a:ext uri="{FF2B5EF4-FFF2-40B4-BE49-F238E27FC236}">
                            <a16:creationId xmlns:a16="http://schemas.microsoft.com/office/drawing/2014/main" id="{FD1A6F8A-296B-8260-39F5-39A7022E62CC}"/>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9" name="Text Placeholder 3">
            <a:extLst>
              <a:ext uri="{FF2B5EF4-FFF2-40B4-BE49-F238E27FC236}">
                <a16:creationId xmlns:a16="http://schemas.microsoft.com/office/drawing/2014/main" id="{3AD2CAC8-CF8B-8AA8-CEAB-724555554DD7}"/>
              </a:ext>
            </a:extLst>
          </p:cNvPr>
          <p:cNvSpPr>
            <a:spLocks noGrp="1"/>
          </p:cNvSpPr>
          <p:nvPr>
            <p:ph type="body" sz="half" idx="2" hasCustomPrompt="1"/>
          </p:nvPr>
        </p:nvSpPr>
        <p:spPr>
          <a:xfrm>
            <a:off x="304800" y="1612900"/>
            <a:ext cx="9601200" cy="4480968"/>
          </a:xfrm>
        </p:spPr>
        <p:txBody>
          <a:bodyPr/>
          <a:lstStyle>
            <a:lvl1pPr marL="0" indent="0">
              <a:lnSpc>
                <a:spcPct val="90000"/>
              </a:lnSpc>
              <a:buNone/>
              <a:defRPr sz="4320" spc="-135" baseline="0">
                <a:solidFill>
                  <a:schemeClr val="tx1"/>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add large statement</a:t>
            </a:r>
          </a:p>
        </p:txBody>
      </p:sp>
      <p:sp>
        <p:nvSpPr>
          <p:cNvPr id="6" name="Text Placeholder 3">
            <a:extLst>
              <a:ext uri="{FF2B5EF4-FFF2-40B4-BE49-F238E27FC236}">
                <a16:creationId xmlns:a16="http://schemas.microsoft.com/office/drawing/2014/main" id="{79909D6B-2BCF-007C-4BE7-6E0D59D8FAC7}"/>
              </a:ext>
            </a:extLst>
          </p:cNvPr>
          <p:cNvSpPr>
            <a:spLocks noGrp="1"/>
          </p:cNvSpPr>
          <p:nvPr>
            <p:ph type="body" sz="half" idx="15" hasCustomPrompt="1"/>
          </p:nvPr>
        </p:nvSpPr>
        <p:spPr>
          <a:xfrm>
            <a:off x="6248400" y="6187669"/>
            <a:ext cx="4648200" cy="365531"/>
          </a:xfrm>
        </p:spPr>
        <p:txBody>
          <a:bodyPr vert="horz" lIns="0" tIns="0" rIns="0" bIns="0" rtlCol="0" anchor="b">
            <a:noAutofit/>
          </a:bodyPr>
          <a:lstStyle>
            <a:lvl1pPr>
              <a:defRPr lang="en-US" sz="720" spc="0">
                <a:solidFill>
                  <a:srgbClr val="868F9D"/>
                </a:solidFill>
              </a:defRPr>
            </a:lvl1pPr>
          </a:lstStyle>
          <a:p>
            <a:pPr lvl="0"/>
            <a:r>
              <a:rPr lang="en-US"/>
              <a:t>Click to add footnote/source</a:t>
            </a:r>
          </a:p>
        </p:txBody>
      </p:sp>
      <p:sp>
        <p:nvSpPr>
          <p:cNvPr id="2" name="Text Placeholder 3">
            <a:extLst>
              <a:ext uri="{FF2B5EF4-FFF2-40B4-BE49-F238E27FC236}">
                <a16:creationId xmlns:a16="http://schemas.microsoft.com/office/drawing/2014/main" id="{0BEEDA1A-F78C-9F3C-2184-CD9ACE39223A}"/>
              </a:ext>
            </a:extLst>
          </p:cNvPr>
          <p:cNvSpPr>
            <a:spLocks noGrp="1"/>
          </p:cNvSpPr>
          <p:nvPr>
            <p:ph type="body" sz="half" idx="10" hasCustomPrompt="1"/>
          </p:nvPr>
        </p:nvSpPr>
        <p:spPr>
          <a:xfrm>
            <a:off x="304800" y="304800"/>
            <a:ext cx="5638800" cy="173736"/>
          </a:xfrm>
        </p:spPr>
        <p:txBody>
          <a:bodyPr/>
          <a:lstStyle>
            <a:lvl1pPr marL="0" indent="0">
              <a:buNone/>
              <a:defRPr sz="900" spc="0">
                <a:solidFill>
                  <a:srgbClr val="868F9D"/>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dirty="0"/>
              <a:t>Brow</a:t>
            </a:r>
          </a:p>
        </p:txBody>
      </p:sp>
    </p:spTree>
    <p:extLst>
      <p:ext uri="{BB962C8B-B14F-4D97-AF65-F5344CB8AC3E}">
        <p14:creationId xmlns:p14="http://schemas.microsoft.com/office/powerpoint/2010/main" val="1261258161"/>
      </p:ext>
    </p:extLst>
  </p:cSld>
  <p:clrMapOvr>
    <a:overrideClrMapping bg1="dk1" tx1="lt1" bg2="dk2" tx2="lt2" accent1="accent1" accent2="accent2" accent3="accent3" accent4="accent4" accent5="accent5" accent6="accent6" hlink="hlink" folHlink="folHlink"/>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Large text, image">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FD1A6F8A-296B-8260-39F5-39A7022E62CC}"/>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8" name="think-cell data - do not delete" hidden="1">
                        <a:extLst>
                          <a:ext uri="{FF2B5EF4-FFF2-40B4-BE49-F238E27FC236}">
                            <a16:creationId xmlns:a16="http://schemas.microsoft.com/office/drawing/2014/main" id="{FD1A6F8A-296B-8260-39F5-39A7022E62CC}"/>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5" name="Picture Placeholder 10">
            <a:extLst>
              <a:ext uri="{FF2B5EF4-FFF2-40B4-BE49-F238E27FC236}">
                <a16:creationId xmlns:a16="http://schemas.microsoft.com/office/drawing/2014/main" id="{23AC40D3-F557-7B66-9980-29B570D0F088}"/>
              </a:ext>
            </a:extLst>
          </p:cNvPr>
          <p:cNvSpPr>
            <a:spLocks noGrp="1"/>
          </p:cNvSpPr>
          <p:nvPr>
            <p:ph type="pic" sz="quarter" idx="14"/>
          </p:nvPr>
        </p:nvSpPr>
        <p:spPr>
          <a:xfrm>
            <a:off x="0" y="0"/>
            <a:ext cx="12198096" cy="6867144"/>
          </a:xfrm>
          <a:solidFill>
            <a:srgbClr val="E8E6E3"/>
          </a:solidFill>
        </p:spPr>
        <p:txBody>
          <a:bodyPr vert="horz" lIns="0" tIns="0" rIns="0" bIns="0" rtlCol="0">
            <a:noAutofit/>
          </a:bodyPr>
          <a:lstStyle>
            <a:lvl1pPr>
              <a:defRPr lang="en-US">
                <a:solidFill>
                  <a:schemeClr val="bg1"/>
                </a:solidFill>
              </a:defRPr>
            </a:lvl1pPr>
          </a:lstStyle>
          <a:p>
            <a:pPr lvl="0"/>
            <a:r>
              <a:rPr lang="en-US"/>
              <a:t>Click icon to add picture</a:t>
            </a:r>
          </a:p>
        </p:txBody>
      </p:sp>
      <p:sp>
        <p:nvSpPr>
          <p:cNvPr id="9" name="Text Placeholder 3">
            <a:extLst>
              <a:ext uri="{FF2B5EF4-FFF2-40B4-BE49-F238E27FC236}">
                <a16:creationId xmlns:a16="http://schemas.microsoft.com/office/drawing/2014/main" id="{3AD2CAC8-CF8B-8AA8-CEAB-724555554DD7}"/>
              </a:ext>
            </a:extLst>
          </p:cNvPr>
          <p:cNvSpPr>
            <a:spLocks noGrp="1"/>
          </p:cNvSpPr>
          <p:nvPr>
            <p:ph type="body" sz="half" idx="2" hasCustomPrompt="1"/>
          </p:nvPr>
        </p:nvSpPr>
        <p:spPr>
          <a:xfrm>
            <a:off x="304800" y="304798"/>
            <a:ext cx="9601200" cy="5788152"/>
          </a:xfrm>
        </p:spPr>
        <p:txBody>
          <a:bodyPr/>
          <a:lstStyle>
            <a:lvl1pPr marL="0" indent="0">
              <a:lnSpc>
                <a:spcPct val="95000"/>
              </a:lnSpc>
              <a:spcBef>
                <a:spcPts val="1620"/>
              </a:spcBef>
              <a:buNone/>
              <a:defRPr sz="2700" spc="-36" baseline="0">
                <a:solidFill>
                  <a:schemeClr val="tx1"/>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add large statement</a:t>
            </a:r>
          </a:p>
        </p:txBody>
      </p:sp>
      <p:sp>
        <p:nvSpPr>
          <p:cNvPr id="7" name="Slide Number Placeholder 6">
            <a:extLst>
              <a:ext uri="{FF2B5EF4-FFF2-40B4-BE49-F238E27FC236}">
                <a16:creationId xmlns:a16="http://schemas.microsoft.com/office/drawing/2014/main" id="{BC8E4DD8-3F53-3F6E-D477-FA795B39C1BB}"/>
              </a:ext>
            </a:extLst>
          </p:cNvPr>
          <p:cNvSpPr>
            <a:spLocks noGrp="1"/>
          </p:cNvSpPr>
          <p:nvPr>
            <p:ph type="sldNum" sz="quarter" idx="16"/>
          </p:nvPr>
        </p:nvSpPr>
        <p:spPr>
          <a:xfrm>
            <a:off x="11201400" y="6370322"/>
            <a:ext cx="685800" cy="182879"/>
          </a:xfrm>
          <a:prstGeom prst="rect">
            <a:avLst/>
          </a:prstGeom>
        </p:spPr>
        <p:txBody>
          <a:bodyPr/>
          <a:lstStyle/>
          <a:p>
            <a:fld id="{48F63A3B-78C7-47BE-AE5E-E10140E04643}" type="slidenum">
              <a:rPr lang="en-US" smtClean="0"/>
              <a:t>‹#›</a:t>
            </a:fld>
            <a:endParaRPr lang="en-US"/>
          </a:p>
        </p:txBody>
      </p:sp>
      <p:sp>
        <p:nvSpPr>
          <p:cNvPr id="2" name="Text Placeholder 3">
            <a:extLst>
              <a:ext uri="{FF2B5EF4-FFF2-40B4-BE49-F238E27FC236}">
                <a16:creationId xmlns:a16="http://schemas.microsoft.com/office/drawing/2014/main" id="{0216850F-DFDB-7D63-9229-3A6B6DB10D27}"/>
              </a:ext>
            </a:extLst>
          </p:cNvPr>
          <p:cNvSpPr>
            <a:spLocks noGrp="1"/>
          </p:cNvSpPr>
          <p:nvPr>
            <p:ph type="body" sz="half" idx="17" hasCustomPrompt="1"/>
          </p:nvPr>
        </p:nvSpPr>
        <p:spPr>
          <a:xfrm>
            <a:off x="6248401" y="6187669"/>
            <a:ext cx="4642104" cy="365531"/>
          </a:xfrm>
        </p:spPr>
        <p:txBody>
          <a:bodyPr vert="horz" lIns="0" tIns="0" rIns="0" bIns="0" rtlCol="0" anchor="b">
            <a:noAutofit/>
          </a:bodyPr>
          <a:lstStyle>
            <a:lvl1pPr>
              <a:defRPr lang="en-US" sz="720" spc="0">
                <a:solidFill>
                  <a:schemeClr val="tx1"/>
                </a:solidFill>
              </a:defRPr>
            </a:lvl1pPr>
          </a:lstStyle>
          <a:p>
            <a:pPr lvl="0"/>
            <a:r>
              <a:rPr lang="en-US"/>
              <a:t>Click to add footnote/source</a:t>
            </a:r>
          </a:p>
        </p:txBody>
      </p:sp>
      <p:sp>
        <p:nvSpPr>
          <p:cNvPr id="3" name="Footer Placeholder 2">
            <a:extLst>
              <a:ext uri="{FF2B5EF4-FFF2-40B4-BE49-F238E27FC236}">
                <a16:creationId xmlns:a16="http://schemas.microsoft.com/office/drawing/2014/main" id="{0404C3D9-04B1-FED0-B107-406BE3685718}"/>
              </a:ext>
            </a:extLst>
          </p:cNvPr>
          <p:cNvSpPr>
            <a:spLocks noGrp="1"/>
          </p:cNvSpPr>
          <p:nvPr>
            <p:ph type="ftr" sz="quarter" idx="18"/>
          </p:nvPr>
        </p:nvSpPr>
        <p:spPr/>
        <p:txBody>
          <a:bodyPr/>
          <a:lstStyle/>
          <a:p>
            <a:r>
              <a:rPr lang="en-US"/>
              <a:t>General Motors</a:t>
            </a:r>
          </a:p>
        </p:txBody>
      </p:sp>
    </p:spTree>
    <p:extLst>
      <p:ext uri="{BB962C8B-B14F-4D97-AF65-F5344CB8AC3E}">
        <p14:creationId xmlns:p14="http://schemas.microsoft.com/office/powerpoint/2010/main" val="3402478743"/>
      </p:ext>
    </p:extLst>
  </p:cSld>
  <p:clrMapOvr>
    <a:overrideClrMapping bg1="dk1" tx1="lt1" bg2="dk2" tx2="lt2" accent1="accent1" accent2="accent2" accent3="accent3" accent4="accent4" accent5="accent5" accent6="accent6" hlink="hlink" folHlink="folHlink"/>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Large text, image, 2 columns">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FD1A6F8A-296B-8260-39F5-39A7022E62CC}"/>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8" name="think-cell data - do not delete" hidden="1">
                        <a:extLst>
                          <a:ext uri="{FF2B5EF4-FFF2-40B4-BE49-F238E27FC236}">
                            <a16:creationId xmlns:a16="http://schemas.microsoft.com/office/drawing/2014/main" id="{FD1A6F8A-296B-8260-39F5-39A7022E62CC}"/>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11" name="Picture Placeholder 10">
            <a:extLst>
              <a:ext uri="{FF2B5EF4-FFF2-40B4-BE49-F238E27FC236}">
                <a16:creationId xmlns:a16="http://schemas.microsoft.com/office/drawing/2014/main" id="{99AEDFDE-09A7-00D6-770F-3517B106E6E4}"/>
              </a:ext>
            </a:extLst>
          </p:cNvPr>
          <p:cNvSpPr>
            <a:spLocks noGrp="1"/>
          </p:cNvSpPr>
          <p:nvPr>
            <p:ph type="pic" sz="quarter" idx="14"/>
          </p:nvPr>
        </p:nvSpPr>
        <p:spPr>
          <a:xfrm>
            <a:off x="-3048" y="-4572"/>
            <a:ext cx="12198096" cy="6867144"/>
          </a:xfrm>
          <a:solidFill>
            <a:srgbClr val="E8E6E3"/>
          </a:solidFill>
        </p:spPr>
        <p:txBody>
          <a:bodyPr vert="horz" lIns="0" tIns="0" rIns="0" bIns="0" rtlCol="0">
            <a:noAutofit/>
          </a:bodyPr>
          <a:lstStyle>
            <a:lvl1pPr>
              <a:defRPr lang="en-US">
                <a:solidFill>
                  <a:schemeClr val="bg1"/>
                </a:solidFill>
              </a:defRPr>
            </a:lvl1pPr>
          </a:lstStyle>
          <a:p>
            <a:pPr lvl="0"/>
            <a:r>
              <a:rPr lang="en-US"/>
              <a:t>Click icon to add picture</a:t>
            </a:r>
          </a:p>
        </p:txBody>
      </p:sp>
      <p:sp>
        <p:nvSpPr>
          <p:cNvPr id="9" name="Text Placeholder 3">
            <a:extLst>
              <a:ext uri="{FF2B5EF4-FFF2-40B4-BE49-F238E27FC236}">
                <a16:creationId xmlns:a16="http://schemas.microsoft.com/office/drawing/2014/main" id="{3AD2CAC8-CF8B-8AA8-CEAB-724555554DD7}"/>
              </a:ext>
            </a:extLst>
          </p:cNvPr>
          <p:cNvSpPr>
            <a:spLocks noGrp="1"/>
          </p:cNvSpPr>
          <p:nvPr>
            <p:ph type="body" sz="half" idx="2" hasCustomPrompt="1"/>
          </p:nvPr>
        </p:nvSpPr>
        <p:spPr>
          <a:xfrm>
            <a:off x="304800" y="304801"/>
            <a:ext cx="5629209" cy="4940300"/>
          </a:xfrm>
        </p:spPr>
        <p:txBody>
          <a:bodyPr/>
          <a:lstStyle>
            <a:lvl1pPr marL="0" indent="0">
              <a:lnSpc>
                <a:spcPct val="90000"/>
              </a:lnSpc>
              <a:buNone/>
              <a:defRPr sz="4320" spc="-135" baseline="0">
                <a:solidFill>
                  <a:schemeClr val="tx1"/>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add large statement</a:t>
            </a:r>
          </a:p>
        </p:txBody>
      </p:sp>
      <p:sp>
        <p:nvSpPr>
          <p:cNvPr id="6" name="Slide Number Placeholder 5">
            <a:extLst>
              <a:ext uri="{FF2B5EF4-FFF2-40B4-BE49-F238E27FC236}">
                <a16:creationId xmlns:a16="http://schemas.microsoft.com/office/drawing/2014/main" id="{1DAB214D-BEBC-4F6A-987C-D9FD6AB6E2FD}"/>
              </a:ext>
            </a:extLst>
          </p:cNvPr>
          <p:cNvSpPr>
            <a:spLocks noGrp="1"/>
          </p:cNvSpPr>
          <p:nvPr>
            <p:ph type="sldNum" sz="quarter" idx="12"/>
          </p:nvPr>
        </p:nvSpPr>
        <p:spPr>
          <a:xfrm>
            <a:off x="11201400" y="6370322"/>
            <a:ext cx="685800" cy="182879"/>
          </a:xfrm>
          <a:prstGeom prst="rect">
            <a:avLst/>
          </a:prstGeom>
        </p:spPr>
        <p:txBody>
          <a:bodyPr/>
          <a:lstStyle/>
          <a:p>
            <a:fld id="{48F63A3B-78C7-47BE-AE5E-E10140E04643}" type="slidenum">
              <a:rPr lang="en-US" smtClean="0"/>
              <a:t>‹#›</a:t>
            </a:fld>
            <a:endParaRPr lang="en-US"/>
          </a:p>
        </p:txBody>
      </p:sp>
      <p:sp>
        <p:nvSpPr>
          <p:cNvPr id="7" name="Text Placeholder 3">
            <a:extLst>
              <a:ext uri="{FF2B5EF4-FFF2-40B4-BE49-F238E27FC236}">
                <a16:creationId xmlns:a16="http://schemas.microsoft.com/office/drawing/2014/main" id="{45444C6A-D5F6-0B57-97A9-1F4905C9ACAF}"/>
              </a:ext>
            </a:extLst>
          </p:cNvPr>
          <p:cNvSpPr>
            <a:spLocks noGrp="1"/>
          </p:cNvSpPr>
          <p:nvPr>
            <p:ph type="body" sz="half" idx="13" hasCustomPrompt="1"/>
          </p:nvPr>
        </p:nvSpPr>
        <p:spPr>
          <a:xfrm>
            <a:off x="6257992" y="304801"/>
            <a:ext cx="5629208" cy="4940300"/>
          </a:xfrm>
        </p:spPr>
        <p:txBody>
          <a:bodyPr/>
          <a:lstStyle>
            <a:lvl1pPr marL="0" indent="0">
              <a:lnSpc>
                <a:spcPct val="90000"/>
              </a:lnSpc>
              <a:buNone/>
              <a:defRPr sz="4320" spc="-135" baseline="0">
                <a:solidFill>
                  <a:schemeClr val="tx1"/>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add large statement</a:t>
            </a:r>
          </a:p>
        </p:txBody>
      </p:sp>
      <p:sp>
        <p:nvSpPr>
          <p:cNvPr id="2" name="Text Placeholder 3">
            <a:extLst>
              <a:ext uri="{FF2B5EF4-FFF2-40B4-BE49-F238E27FC236}">
                <a16:creationId xmlns:a16="http://schemas.microsoft.com/office/drawing/2014/main" id="{6BE9412B-4D8C-DF9E-6E26-52AC91158DEC}"/>
              </a:ext>
            </a:extLst>
          </p:cNvPr>
          <p:cNvSpPr>
            <a:spLocks noGrp="1"/>
          </p:cNvSpPr>
          <p:nvPr>
            <p:ph type="body" sz="half" idx="15" hasCustomPrompt="1"/>
          </p:nvPr>
        </p:nvSpPr>
        <p:spPr>
          <a:xfrm>
            <a:off x="6248400" y="6187669"/>
            <a:ext cx="4645152" cy="365531"/>
          </a:xfrm>
        </p:spPr>
        <p:txBody>
          <a:bodyPr vert="horz" lIns="0" tIns="0" rIns="0" bIns="0" rtlCol="0" anchor="b">
            <a:noAutofit/>
          </a:bodyPr>
          <a:lstStyle>
            <a:lvl1pPr>
              <a:defRPr lang="en-US" sz="720" spc="0">
                <a:solidFill>
                  <a:schemeClr val="tx1"/>
                </a:solidFill>
              </a:defRPr>
            </a:lvl1pPr>
          </a:lstStyle>
          <a:p>
            <a:pPr lvl="0"/>
            <a:r>
              <a:rPr lang="en-US"/>
              <a:t>Click to add footnote/source</a:t>
            </a:r>
          </a:p>
        </p:txBody>
      </p:sp>
      <p:sp>
        <p:nvSpPr>
          <p:cNvPr id="4" name="Footer Placeholder 3">
            <a:extLst>
              <a:ext uri="{FF2B5EF4-FFF2-40B4-BE49-F238E27FC236}">
                <a16:creationId xmlns:a16="http://schemas.microsoft.com/office/drawing/2014/main" id="{64A285F0-4049-B3B5-8C9E-FB031793A035}"/>
              </a:ext>
            </a:extLst>
          </p:cNvPr>
          <p:cNvSpPr>
            <a:spLocks noGrp="1"/>
          </p:cNvSpPr>
          <p:nvPr>
            <p:ph type="ftr" sz="quarter" idx="16"/>
          </p:nvPr>
        </p:nvSpPr>
        <p:spPr/>
        <p:txBody>
          <a:bodyPr/>
          <a:lstStyle/>
          <a:p>
            <a:r>
              <a:rPr lang="en-US"/>
              <a:t>General Motors</a:t>
            </a:r>
          </a:p>
        </p:txBody>
      </p:sp>
    </p:spTree>
    <p:extLst>
      <p:ext uri="{BB962C8B-B14F-4D97-AF65-F5344CB8AC3E}">
        <p14:creationId xmlns:p14="http://schemas.microsoft.com/office/powerpoint/2010/main" val="2815797520"/>
      </p:ext>
    </p:extLst>
  </p:cSld>
  <p:clrMapOvr>
    <a:overrideClrMapping bg1="dk1" tx1="lt1" bg2="dk2" tx2="lt2" accent1="accent1" accent2="accent2" accent3="accent3" accent4="accent4" accent5="accent5" accent6="accent6" hlink="hlink" folHlink="folHlink"/>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p:cSld name="Large text, list">
    <p:bg>
      <p:bgPr>
        <a:solidFill>
          <a:srgbClr val="0D152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0FDCA115-6876-8EAF-3946-24CFA6F84540}"/>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8" name="think-cell data - do not delete" hidden="1">
                        <a:extLst>
                          <a:ext uri="{FF2B5EF4-FFF2-40B4-BE49-F238E27FC236}">
                            <a16:creationId xmlns:a16="http://schemas.microsoft.com/office/drawing/2014/main" id="{0FDCA115-6876-8EAF-3946-24CFA6F84540}"/>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E156C17F-AAD0-A9BE-A740-8973FF165DB8}"/>
              </a:ext>
            </a:extLst>
          </p:cNvPr>
          <p:cNvSpPr>
            <a:spLocks noGrp="1"/>
          </p:cNvSpPr>
          <p:nvPr>
            <p:ph type="title" hasCustomPrompt="1"/>
          </p:nvPr>
        </p:nvSpPr>
        <p:spPr>
          <a:xfrm>
            <a:off x="304800" y="304802"/>
            <a:ext cx="7620000" cy="1003300"/>
          </a:xfrm>
        </p:spPr>
        <p:txBody>
          <a:bodyPr vert="horz"/>
          <a:lstStyle/>
          <a:p>
            <a:r>
              <a:rPr lang="en-US"/>
              <a:t>Click to add title</a:t>
            </a:r>
          </a:p>
        </p:txBody>
      </p:sp>
      <p:sp>
        <p:nvSpPr>
          <p:cNvPr id="9" name="Text Placeholder 3">
            <a:extLst>
              <a:ext uri="{FF2B5EF4-FFF2-40B4-BE49-F238E27FC236}">
                <a16:creationId xmlns:a16="http://schemas.microsoft.com/office/drawing/2014/main" id="{B2E5F97A-4A31-714C-B7F3-C1A305CB33AD}"/>
              </a:ext>
            </a:extLst>
          </p:cNvPr>
          <p:cNvSpPr>
            <a:spLocks noGrp="1"/>
          </p:cNvSpPr>
          <p:nvPr>
            <p:ph type="body" sz="half" idx="2" hasCustomPrompt="1"/>
          </p:nvPr>
        </p:nvSpPr>
        <p:spPr>
          <a:xfrm>
            <a:off x="304800" y="1612901"/>
            <a:ext cx="5641848" cy="1014984"/>
          </a:xfrm>
        </p:spPr>
        <p:txBody>
          <a:bodyPr/>
          <a:lstStyle>
            <a:lvl1pPr marL="0" indent="0">
              <a:lnSpc>
                <a:spcPct val="95000"/>
              </a:lnSpc>
              <a:buNone/>
              <a:defRPr sz="2700" spc="-36" baseline="0">
                <a:solidFill>
                  <a:schemeClr val="tx1"/>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add text</a:t>
            </a:r>
          </a:p>
        </p:txBody>
      </p:sp>
      <p:sp>
        <p:nvSpPr>
          <p:cNvPr id="12" name="Graphic 10">
            <a:extLst>
              <a:ext uri="{FF2B5EF4-FFF2-40B4-BE49-F238E27FC236}">
                <a16:creationId xmlns:a16="http://schemas.microsoft.com/office/drawing/2014/main" id="{8FBCECA4-77A3-0F52-FCC7-18B09D3EC610}"/>
              </a:ext>
            </a:extLst>
          </p:cNvPr>
          <p:cNvSpPr/>
          <p:nvPr/>
        </p:nvSpPr>
        <p:spPr>
          <a:xfrm>
            <a:off x="301752" y="1444753"/>
            <a:ext cx="381000" cy="63499"/>
          </a:xfrm>
          <a:custGeom>
            <a:avLst/>
            <a:gdLst>
              <a:gd name="connsiteX0" fmla="*/ 0 w 685800"/>
              <a:gd name="connsiteY0" fmla="*/ 0 h 114299"/>
              <a:gd name="connsiteX1" fmla="*/ 685800 w 685800"/>
              <a:gd name="connsiteY1" fmla="*/ 0 h 114299"/>
              <a:gd name="connsiteX2" fmla="*/ 685800 w 685800"/>
              <a:gd name="connsiteY2" fmla="*/ 114300 h 114299"/>
              <a:gd name="connsiteX3" fmla="*/ 0 w 685800"/>
              <a:gd name="connsiteY3" fmla="*/ 114300 h 114299"/>
            </a:gdLst>
            <a:ahLst/>
            <a:cxnLst>
              <a:cxn ang="0">
                <a:pos x="connsiteX0" y="connsiteY0"/>
              </a:cxn>
              <a:cxn ang="0">
                <a:pos x="connsiteX1" y="connsiteY1"/>
              </a:cxn>
              <a:cxn ang="0">
                <a:pos x="connsiteX2" y="connsiteY2"/>
              </a:cxn>
              <a:cxn ang="0">
                <a:pos x="connsiteX3" y="connsiteY3"/>
              </a:cxn>
            </a:cxnLst>
            <a:rect l="l" t="t" r="r" b="b"/>
            <a:pathLst>
              <a:path w="685800" h="114299">
                <a:moveTo>
                  <a:pt x="0" y="0"/>
                </a:moveTo>
                <a:lnTo>
                  <a:pt x="685800" y="0"/>
                </a:lnTo>
                <a:lnTo>
                  <a:pt x="685800" y="114300"/>
                </a:lnTo>
                <a:lnTo>
                  <a:pt x="0" y="114300"/>
                </a:lnTo>
                <a:close/>
              </a:path>
            </a:pathLst>
          </a:custGeom>
          <a:solidFill>
            <a:schemeClr val="bg2"/>
          </a:solidFill>
          <a:ln w="9525" cap="flat">
            <a:solidFill>
              <a:schemeClr val="bg2"/>
            </a:solidFill>
            <a:prstDash val="solid"/>
            <a:miter/>
          </a:ln>
        </p:spPr>
        <p:txBody>
          <a:bodyPr rtlCol="0" anchor="ctr"/>
          <a:lstStyle/>
          <a:p>
            <a:endParaRPr lang="en-US" sz="1620"/>
          </a:p>
        </p:txBody>
      </p:sp>
      <p:sp>
        <p:nvSpPr>
          <p:cNvPr id="13" name="Text Placeholder 3">
            <a:extLst>
              <a:ext uri="{FF2B5EF4-FFF2-40B4-BE49-F238E27FC236}">
                <a16:creationId xmlns:a16="http://schemas.microsoft.com/office/drawing/2014/main" id="{ACD01F0F-0019-3165-49A1-F086298EADC4}"/>
              </a:ext>
            </a:extLst>
          </p:cNvPr>
          <p:cNvSpPr>
            <a:spLocks noGrp="1"/>
          </p:cNvSpPr>
          <p:nvPr>
            <p:ph type="body" sz="half" idx="10" hasCustomPrompt="1"/>
          </p:nvPr>
        </p:nvSpPr>
        <p:spPr>
          <a:xfrm>
            <a:off x="304800" y="2926080"/>
            <a:ext cx="5641848" cy="1014984"/>
          </a:xfrm>
        </p:spPr>
        <p:txBody>
          <a:bodyPr/>
          <a:lstStyle>
            <a:lvl1pPr marL="0" indent="0">
              <a:lnSpc>
                <a:spcPct val="95000"/>
              </a:lnSpc>
              <a:buNone/>
              <a:defRPr sz="2700" spc="-36" baseline="0">
                <a:solidFill>
                  <a:schemeClr val="tx1"/>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add text</a:t>
            </a:r>
          </a:p>
        </p:txBody>
      </p:sp>
      <p:sp>
        <p:nvSpPr>
          <p:cNvPr id="14" name="Graphic 10">
            <a:extLst>
              <a:ext uri="{FF2B5EF4-FFF2-40B4-BE49-F238E27FC236}">
                <a16:creationId xmlns:a16="http://schemas.microsoft.com/office/drawing/2014/main" id="{24599CE0-D273-E5F5-C6F1-CAA3FDDC78D5}"/>
              </a:ext>
            </a:extLst>
          </p:cNvPr>
          <p:cNvSpPr/>
          <p:nvPr/>
        </p:nvSpPr>
        <p:spPr>
          <a:xfrm>
            <a:off x="304801" y="2743201"/>
            <a:ext cx="381000" cy="63499"/>
          </a:xfrm>
          <a:custGeom>
            <a:avLst/>
            <a:gdLst>
              <a:gd name="connsiteX0" fmla="*/ 0 w 685800"/>
              <a:gd name="connsiteY0" fmla="*/ 0 h 114299"/>
              <a:gd name="connsiteX1" fmla="*/ 685800 w 685800"/>
              <a:gd name="connsiteY1" fmla="*/ 0 h 114299"/>
              <a:gd name="connsiteX2" fmla="*/ 685800 w 685800"/>
              <a:gd name="connsiteY2" fmla="*/ 114300 h 114299"/>
              <a:gd name="connsiteX3" fmla="*/ 0 w 685800"/>
              <a:gd name="connsiteY3" fmla="*/ 114300 h 114299"/>
            </a:gdLst>
            <a:ahLst/>
            <a:cxnLst>
              <a:cxn ang="0">
                <a:pos x="connsiteX0" y="connsiteY0"/>
              </a:cxn>
              <a:cxn ang="0">
                <a:pos x="connsiteX1" y="connsiteY1"/>
              </a:cxn>
              <a:cxn ang="0">
                <a:pos x="connsiteX2" y="connsiteY2"/>
              </a:cxn>
              <a:cxn ang="0">
                <a:pos x="connsiteX3" y="connsiteY3"/>
              </a:cxn>
            </a:cxnLst>
            <a:rect l="l" t="t" r="r" b="b"/>
            <a:pathLst>
              <a:path w="685800" h="114299">
                <a:moveTo>
                  <a:pt x="0" y="0"/>
                </a:moveTo>
                <a:lnTo>
                  <a:pt x="685800" y="0"/>
                </a:lnTo>
                <a:lnTo>
                  <a:pt x="685800" y="114300"/>
                </a:lnTo>
                <a:lnTo>
                  <a:pt x="0" y="114300"/>
                </a:lnTo>
                <a:close/>
              </a:path>
            </a:pathLst>
          </a:custGeom>
          <a:solidFill>
            <a:schemeClr val="bg2"/>
          </a:solidFill>
          <a:ln w="9525" cap="flat">
            <a:solidFill>
              <a:schemeClr val="bg2"/>
            </a:solidFill>
            <a:prstDash val="solid"/>
            <a:miter/>
          </a:ln>
        </p:spPr>
        <p:txBody>
          <a:bodyPr rtlCol="0" anchor="ctr"/>
          <a:lstStyle/>
          <a:p>
            <a:endParaRPr lang="en-US" sz="1620"/>
          </a:p>
        </p:txBody>
      </p:sp>
      <p:sp>
        <p:nvSpPr>
          <p:cNvPr id="15" name="Text Placeholder 3">
            <a:extLst>
              <a:ext uri="{FF2B5EF4-FFF2-40B4-BE49-F238E27FC236}">
                <a16:creationId xmlns:a16="http://schemas.microsoft.com/office/drawing/2014/main" id="{5F1FAC03-F07C-FB8E-662C-F08BAD7416B1}"/>
              </a:ext>
            </a:extLst>
          </p:cNvPr>
          <p:cNvSpPr>
            <a:spLocks noGrp="1"/>
          </p:cNvSpPr>
          <p:nvPr>
            <p:ph type="body" sz="half" idx="11" hasCustomPrompt="1"/>
          </p:nvPr>
        </p:nvSpPr>
        <p:spPr>
          <a:xfrm>
            <a:off x="304800" y="4242816"/>
            <a:ext cx="5641848" cy="1014984"/>
          </a:xfrm>
        </p:spPr>
        <p:txBody>
          <a:bodyPr/>
          <a:lstStyle>
            <a:lvl1pPr marL="0" indent="0">
              <a:lnSpc>
                <a:spcPct val="95000"/>
              </a:lnSpc>
              <a:buNone/>
              <a:defRPr sz="2700" spc="-36" baseline="0">
                <a:solidFill>
                  <a:schemeClr val="tx1"/>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add text</a:t>
            </a:r>
          </a:p>
        </p:txBody>
      </p:sp>
      <p:sp>
        <p:nvSpPr>
          <p:cNvPr id="16" name="Graphic 10">
            <a:extLst>
              <a:ext uri="{FF2B5EF4-FFF2-40B4-BE49-F238E27FC236}">
                <a16:creationId xmlns:a16="http://schemas.microsoft.com/office/drawing/2014/main" id="{419A0D2D-F39E-DB24-1A28-932668BC0630}"/>
              </a:ext>
            </a:extLst>
          </p:cNvPr>
          <p:cNvSpPr/>
          <p:nvPr/>
        </p:nvSpPr>
        <p:spPr>
          <a:xfrm>
            <a:off x="304801" y="4059937"/>
            <a:ext cx="381000" cy="63499"/>
          </a:xfrm>
          <a:custGeom>
            <a:avLst/>
            <a:gdLst>
              <a:gd name="connsiteX0" fmla="*/ 0 w 685800"/>
              <a:gd name="connsiteY0" fmla="*/ 0 h 114299"/>
              <a:gd name="connsiteX1" fmla="*/ 685800 w 685800"/>
              <a:gd name="connsiteY1" fmla="*/ 0 h 114299"/>
              <a:gd name="connsiteX2" fmla="*/ 685800 w 685800"/>
              <a:gd name="connsiteY2" fmla="*/ 114300 h 114299"/>
              <a:gd name="connsiteX3" fmla="*/ 0 w 685800"/>
              <a:gd name="connsiteY3" fmla="*/ 114300 h 114299"/>
            </a:gdLst>
            <a:ahLst/>
            <a:cxnLst>
              <a:cxn ang="0">
                <a:pos x="connsiteX0" y="connsiteY0"/>
              </a:cxn>
              <a:cxn ang="0">
                <a:pos x="connsiteX1" y="connsiteY1"/>
              </a:cxn>
              <a:cxn ang="0">
                <a:pos x="connsiteX2" y="connsiteY2"/>
              </a:cxn>
              <a:cxn ang="0">
                <a:pos x="connsiteX3" y="connsiteY3"/>
              </a:cxn>
            </a:cxnLst>
            <a:rect l="l" t="t" r="r" b="b"/>
            <a:pathLst>
              <a:path w="685800" h="114299">
                <a:moveTo>
                  <a:pt x="0" y="0"/>
                </a:moveTo>
                <a:lnTo>
                  <a:pt x="685800" y="0"/>
                </a:lnTo>
                <a:lnTo>
                  <a:pt x="685800" y="114300"/>
                </a:lnTo>
                <a:lnTo>
                  <a:pt x="0" y="114300"/>
                </a:lnTo>
                <a:close/>
              </a:path>
            </a:pathLst>
          </a:custGeom>
          <a:solidFill>
            <a:schemeClr val="bg2"/>
          </a:solidFill>
          <a:ln w="9525" cap="flat">
            <a:solidFill>
              <a:schemeClr val="bg2"/>
            </a:solidFill>
            <a:prstDash val="solid"/>
            <a:miter/>
          </a:ln>
        </p:spPr>
        <p:txBody>
          <a:bodyPr rtlCol="0" anchor="ctr"/>
          <a:lstStyle/>
          <a:p>
            <a:endParaRPr lang="en-US" sz="1620"/>
          </a:p>
        </p:txBody>
      </p:sp>
      <p:sp>
        <p:nvSpPr>
          <p:cNvPr id="17" name="Text Placeholder 3">
            <a:extLst>
              <a:ext uri="{FF2B5EF4-FFF2-40B4-BE49-F238E27FC236}">
                <a16:creationId xmlns:a16="http://schemas.microsoft.com/office/drawing/2014/main" id="{BF7587E7-B8D2-CB01-9162-FF6D0C6B6FEF}"/>
              </a:ext>
            </a:extLst>
          </p:cNvPr>
          <p:cNvSpPr>
            <a:spLocks noGrp="1"/>
          </p:cNvSpPr>
          <p:nvPr>
            <p:ph type="body" sz="half" idx="12" hasCustomPrompt="1"/>
          </p:nvPr>
        </p:nvSpPr>
        <p:spPr>
          <a:xfrm>
            <a:off x="6248401" y="1612901"/>
            <a:ext cx="5638799" cy="1014984"/>
          </a:xfrm>
        </p:spPr>
        <p:txBody>
          <a:bodyPr/>
          <a:lstStyle>
            <a:lvl1pPr marL="0" indent="0">
              <a:lnSpc>
                <a:spcPct val="95000"/>
              </a:lnSpc>
              <a:buNone/>
              <a:defRPr sz="2700" spc="-36" baseline="0">
                <a:solidFill>
                  <a:schemeClr val="tx1"/>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add text</a:t>
            </a:r>
          </a:p>
        </p:txBody>
      </p:sp>
      <p:sp>
        <p:nvSpPr>
          <p:cNvPr id="18" name="Graphic 10">
            <a:extLst>
              <a:ext uri="{FF2B5EF4-FFF2-40B4-BE49-F238E27FC236}">
                <a16:creationId xmlns:a16="http://schemas.microsoft.com/office/drawing/2014/main" id="{229A8981-DD42-D07B-CE11-BF5B6F90A029}"/>
              </a:ext>
            </a:extLst>
          </p:cNvPr>
          <p:cNvSpPr/>
          <p:nvPr/>
        </p:nvSpPr>
        <p:spPr>
          <a:xfrm>
            <a:off x="6248400" y="1444753"/>
            <a:ext cx="381000" cy="63499"/>
          </a:xfrm>
          <a:custGeom>
            <a:avLst/>
            <a:gdLst>
              <a:gd name="connsiteX0" fmla="*/ 0 w 685800"/>
              <a:gd name="connsiteY0" fmla="*/ 0 h 114299"/>
              <a:gd name="connsiteX1" fmla="*/ 685800 w 685800"/>
              <a:gd name="connsiteY1" fmla="*/ 0 h 114299"/>
              <a:gd name="connsiteX2" fmla="*/ 685800 w 685800"/>
              <a:gd name="connsiteY2" fmla="*/ 114300 h 114299"/>
              <a:gd name="connsiteX3" fmla="*/ 0 w 685800"/>
              <a:gd name="connsiteY3" fmla="*/ 114300 h 114299"/>
            </a:gdLst>
            <a:ahLst/>
            <a:cxnLst>
              <a:cxn ang="0">
                <a:pos x="connsiteX0" y="connsiteY0"/>
              </a:cxn>
              <a:cxn ang="0">
                <a:pos x="connsiteX1" y="connsiteY1"/>
              </a:cxn>
              <a:cxn ang="0">
                <a:pos x="connsiteX2" y="connsiteY2"/>
              </a:cxn>
              <a:cxn ang="0">
                <a:pos x="connsiteX3" y="connsiteY3"/>
              </a:cxn>
            </a:cxnLst>
            <a:rect l="l" t="t" r="r" b="b"/>
            <a:pathLst>
              <a:path w="685800" h="114299">
                <a:moveTo>
                  <a:pt x="0" y="0"/>
                </a:moveTo>
                <a:lnTo>
                  <a:pt x="685800" y="0"/>
                </a:lnTo>
                <a:lnTo>
                  <a:pt x="685800" y="114300"/>
                </a:lnTo>
                <a:lnTo>
                  <a:pt x="0" y="114300"/>
                </a:lnTo>
                <a:close/>
              </a:path>
            </a:pathLst>
          </a:custGeom>
          <a:solidFill>
            <a:schemeClr val="bg2"/>
          </a:solidFill>
          <a:ln w="9525" cap="flat">
            <a:solidFill>
              <a:schemeClr val="bg2"/>
            </a:solidFill>
            <a:prstDash val="solid"/>
            <a:miter/>
          </a:ln>
        </p:spPr>
        <p:txBody>
          <a:bodyPr rtlCol="0" anchor="ctr"/>
          <a:lstStyle/>
          <a:p>
            <a:endParaRPr lang="en-US" sz="1620"/>
          </a:p>
        </p:txBody>
      </p:sp>
      <p:sp>
        <p:nvSpPr>
          <p:cNvPr id="19" name="Text Placeholder 3">
            <a:extLst>
              <a:ext uri="{FF2B5EF4-FFF2-40B4-BE49-F238E27FC236}">
                <a16:creationId xmlns:a16="http://schemas.microsoft.com/office/drawing/2014/main" id="{E967A463-BC52-396E-D894-96D854CCCD2D}"/>
              </a:ext>
            </a:extLst>
          </p:cNvPr>
          <p:cNvSpPr>
            <a:spLocks noGrp="1"/>
          </p:cNvSpPr>
          <p:nvPr>
            <p:ph type="body" sz="half" idx="13" hasCustomPrompt="1"/>
          </p:nvPr>
        </p:nvSpPr>
        <p:spPr>
          <a:xfrm>
            <a:off x="6245351" y="2926080"/>
            <a:ext cx="5641848" cy="1010920"/>
          </a:xfrm>
        </p:spPr>
        <p:txBody>
          <a:bodyPr/>
          <a:lstStyle>
            <a:lvl1pPr marL="0" indent="0">
              <a:lnSpc>
                <a:spcPct val="95000"/>
              </a:lnSpc>
              <a:buNone/>
              <a:defRPr sz="2700" spc="-36" baseline="0">
                <a:solidFill>
                  <a:schemeClr val="tx1"/>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add text</a:t>
            </a:r>
          </a:p>
        </p:txBody>
      </p:sp>
      <p:sp>
        <p:nvSpPr>
          <p:cNvPr id="20" name="Graphic 10">
            <a:extLst>
              <a:ext uri="{FF2B5EF4-FFF2-40B4-BE49-F238E27FC236}">
                <a16:creationId xmlns:a16="http://schemas.microsoft.com/office/drawing/2014/main" id="{03D4E3E6-7119-F59D-391E-2E8C6095A597}"/>
              </a:ext>
            </a:extLst>
          </p:cNvPr>
          <p:cNvSpPr/>
          <p:nvPr/>
        </p:nvSpPr>
        <p:spPr>
          <a:xfrm>
            <a:off x="6245352" y="2743201"/>
            <a:ext cx="381000" cy="63499"/>
          </a:xfrm>
          <a:custGeom>
            <a:avLst/>
            <a:gdLst>
              <a:gd name="connsiteX0" fmla="*/ 0 w 685800"/>
              <a:gd name="connsiteY0" fmla="*/ 0 h 114299"/>
              <a:gd name="connsiteX1" fmla="*/ 685800 w 685800"/>
              <a:gd name="connsiteY1" fmla="*/ 0 h 114299"/>
              <a:gd name="connsiteX2" fmla="*/ 685800 w 685800"/>
              <a:gd name="connsiteY2" fmla="*/ 114300 h 114299"/>
              <a:gd name="connsiteX3" fmla="*/ 0 w 685800"/>
              <a:gd name="connsiteY3" fmla="*/ 114300 h 114299"/>
            </a:gdLst>
            <a:ahLst/>
            <a:cxnLst>
              <a:cxn ang="0">
                <a:pos x="connsiteX0" y="connsiteY0"/>
              </a:cxn>
              <a:cxn ang="0">
                <a:pos x="connsiteX1" y="connsiteY1"/>
              </a:cxn>
              <a:cxn ang="0">
                <a:pos x="connsiteX2" y="connsiteY2"/>
              </a:cxn>
              <a:cxn ang="0">
                <a:pos x="connsiteX3" y="connsiteY3"/>
              </a:cxn>
            </a:cxnLst>
            <a:rect l="l" t="t" r="r" b="b"/>
            <a:pathLst>
              <a:path w="685800" h="114299">
                <a:moveTo>
                  <a:pt x="0" y="0"/>
                </a:moveTo>
                <a:lnTo>
                  <a:pt x="685800" y="0"/>
                </a:lnTo>
                <a:lnTo>
                  <a:pt x="685800" y="114300"/>
                </a:lnTo>
                <a:lnTo>
                  <a:pt x="0" y="114300"/>
                </a:lnTo>
                <a:close/>
              </a:path>
            </a:pathLst>
          </a:custGeom>
          <a:solidFill>
            <a:schemeClr val="bg2"/>
          </a:solidFill>
          <a:ln w="9525" cap="flat">
            <a:solidFill>
              <a:schemeClr val="bg2"/>
            </a:solidFill>
            <a:prstDash val="solid"/>
            <a:miter/>
          </a:ln>
        </p:spPr>
        <p:txBody>
          <a:bodyPr rtlCol="0" anchor="ctr"/>
          <a:lstStyle/>
          <a:p>
            <a:endParaRPr lang="en-US" sz="1620"/>
          </a:p>
        </p:txBody>
      </p:sp>
      <p:sp>
        <p:nvSpPr>
          <p:cNvPr id="21" name="Text Placeholder 3">
            <a:extLst>
              <a:ext uri="{FF2B5EF4-FFF2-40B4-BE49-F238E27FC236}">
                <a16:creationId xmlns:a16="http://schemas.microsoft.com/office/drawing/2014/main" id="{032CA69B-9FF1-FAE9-DBC2-8B7D0F601A46}"/>
              </a:ext>
            </a:extLst>
          </p:cNvPr>
          <p:cNvSpPr>
            <a:spLocks noGrp="1"/>
          </p:cNvSpPr>
          <p:nvPr>
            <p:ph type="body" sz="half" idx="14" hasCustomPrompt="1"/>
          </p:nvPr>
        </p:nvSpPr>
        <p:spPr>
          <a:xfrm>
            <a:off x="6245351" y="4232276"/>
            <a:ext cx="5641848" cy="1016381"/>
          </a:xfrm>
        </p:spPr>
        <p:txBody>
          <a:bodyPr/>
          <a:lstStyle>
            <a:lvl1pPr marL="0" indent="0">
              <a:lnSpc>
                <a:spcPct val="95000"/>
              </a:lnSpc>
              <a:buNone/>
              <a:defRPr sz="2700" spc="-36" baseline="0">
                <a:solidFill>
                  <a:schemeClr val="tx1"/>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add text</a:t>
            </a:r>
          </a:p>
        </p:txBody>
      </p:sp>
      <p:sp>
        <p:nvSpPr>
          <p:cNvPr id="22" name="Graphic 10">
            <a:extLst>
              <a:ext uri="{FF2B5EF4-FFF2-40B4-BE49-F238E27FC236}">
                <a16:creationId xmlns:a16="http://schemas.microsoft.com/office/drawing/2014/main" id="{1ACA1BDC-A680-9984-D6BA-00E9663B313A}"/>
              </a:ext>
            </a:extLst>
          </p:cNvPr>
          <p:cNvSpPr/>
          <p:nvPr/>
        </p:nvSpPr>
        <p:spPr>
          <a:xfrm>
            <a:off x="6245352" y="4059937"/>
            <a:ext cx="381000" cy="63499"/>
          </a:xfrm>
          <a:custGeom>
            <a:avLst/>
            <a:gdLst>
              <a:gd name="connsiteX0" fmla="*/ 0 w 685800"/>
              <a:gd name="connsiteY0" fmla="*/ 0 h 114299"/>
              <a:gd name="connsiteX1" fmla="*/ 685800 w 685800"/>
              <a:gd name="connsiteY1" fmla="*/ 0 h 114299"/>
              <a:gd name="connsiteX2" fmla="*/ 685800 w 685800"/>
              <a:gd name="connsiteY2" fmla="*/ 114300 h 114299"/>
              <a:gd name="connsiteX3" fmla="*/ 0 w 685800"/>
              <a:gd name="connsiteY3" fmla="*/ 114300 h 114299"/>
            </a:gdLst>
            <a:ahLst/>
            <a:cxnLst>
              <a:cxn ang="0">
                <a:pos x="connsiteX0" y="connsiteY0"/>
              </a:cxn>
              <a:cxn ang="0">
                <a:pos x="connsiteX1" y="connsiteY1"/>
              </a:cxn>
              <a:cxn ang="0">
                <a:pos x="connsiteX2" y="connsiteY2"/>
              </a:cxn>
              <a:cxn ang="0">
                <a:pos x="connsiteX3" y="connsiteY3"/>
              </a:cxn>
            </a:cxnLst>
            <a:rect l="l" t="t" r="r" b="b"/>
            <a:pathLst>
              <a:path w="685800" h="114299">
                <a:moveTo>
                  <a:pt x="0" y="0"/>
                </a:moveTo>
                <a:lnTo>
                  <a:pt x="685800" y="0"/>
                </a:lnTo>
                <a:lnTo>
                  <a:pt x="685800" y="114300"/>
                </a:lnTo>
                <a:lnTo>
                  <a:pt x="0" y="114300"/>
                </a:lnTo>
                <a:close/>
              </a:path>
            </a:pathLst>
          </a:custGeom>
          <a:solidFill>
            <a:schemeClr val="bg2"/>
          </a:solidFill>
          <a:ln w="9525" cap="flat">
            <a:solidFill>
              <a:schemeClr val="bg2"/>
            </a:solidFill>
            <a:prstDash val="solid"/>
            <a:miter/>
          </a:ln>
        </p:spPr>
        <p:txBody>
          <a:bodyPr rtlCol="0" anchor="ctr"/>
          <a:lstStyle/>
          <a:p>
            <a:endParaRPr lang="en-US" sz="1620"/>
          </a:p>
        </p:txBody>
      </p:sp>
      <p:sp>
        <p:nvSpPr>
          <p:cNvPr id="3" name="Text Placeholder 3">
            <a:extLst>
              <a:ext uri="{FF2B5EF4-FFF2-40B4-BE49-F238E27FC236}">
                <a16:creationId xmlns:a16="http://schemas.microsoft.com/office/drawing/2014/main" id="{392E1F38-3E0A-8E38-DDDF-B3D653FFB3BE}"/>
              </a:ext>
            </a:extLst>
          </p:cNvPr>
          <p:cNvSpPr>
            <a:spLocks noGrp="1"/>
          </p:cNvSpPr>
          <p:nvPr>
            <p:ph type="body" sz="half" idx="15" hasCustomPrompt="1"/>
          </p:nvPr>
        </p:nvSpPr>
        <p:spPr>
          <a:xfrm>
            <a:off x="6248400" y="6187669"/>
            <a:ext cx="4648200" cy="365531"/>
          </a:xfrm>
        </p:spPr>
        <p:txBody>
          <a:bodyPr vert="horz" lIns="0" tIns="0" rIns="0" bIns="0" rtlCol="0" anchor="b">
            <a:noAutofit/>
          </a:bodyPr>
          <a:lstStyle>
            <a:lvl1pPr>
              <a:defRPr lang="en-US" sz="720" spc="0">
                <a:solidFill>
                  <a:srgbClr val="868F9D"/>
                </a:solidFill>
              </a:defRPr>
            </a:lvl1pPr>
          </a:lstStyle>
          <a:p>
            <a:pPr lvl="0"/>
            <a:r>
              <a:rPr lang="en-US"/>
              <a:t>Click to add footnote/source</a:t>
            </a:r>
          </a:p>
        </p:txBody>
      </p:sp>
    </p:spTree>
    <p:extLst>
      <p:ext uri="{BB962C8B-B14F-4D97-AF65-F5344CB8AC3E}">
        <p14:creationId xmlns:p14="http://schemas.microsoft.com/office/powerpoint/2010/main" val="96433862"/>
      </p:ext>
    </p:extLst>
  </p:cSld>
  <p:clrMapOvr>
    <a:overrideClrMapping bg1="dk1" tx1="lt1" bg2="dk2" tx2="lt2" accent1="accent1" accent2="accent2" accent3="accent3" accent4="accent4" accent5="accent5" accent6="accent6" hlink="hlink" folHlink="folHlink"/>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p:cSld name="Large text, white, body">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FD1A6F8A-296B-8260-39F5-39A7022E62CC}"/>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8" name="think-cell data - do not delete" hidden="1">
                        <a:extLst>
                          <a:ext uri="{FF2B5EF4-FFF2-40B4-BE49-F238E27FC236}">
                            <a16:creationId xmlns:a16="http://schemas.microsoft.com/office/drawing/2014/main" id="{FD1A6F8A-296B-8260-39F5-39A7022E62CC}"/>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cxnSp>
        <p:nvCxnSpPr>
          <p:cNvPr id="11" name="Straight Connector 10">
            <a:extLst>
              <a:ext uri="{FF2B5EF4-FFF2-40B4-BE49-F238E27FC236}">
                <a16:creationId xmlns:a16="http://schemas.microsoft.com/office/drawing/2014/main" id="{D532F4C8-1BCF-4EAE-F98E-029C3E4B1CB8}"/>
              </a:ext>
            </a:extLst>
          </p:cNvPr>
          <p:cNvCxnSpPr>
            <a:cxnSpLocks/>
          </p:cNvCxnSpPr>
          <p:nvPr/>
        </p:nvCxnSpPr>
        <p:spPr>
          <a:xfrm>
            <a:off x="9063004" y="304801"/>
            <a:ext cx="0" cy="5789069"/>
          </a:xfrm>
          <a:prstGeom prst="line">
            <a:avLst/>
          </a:prstGeom>
          <a:ln w="12700">
            <a:solidFill>
              <a:srgbClr val="D2CFCA"/>
            </a:solidFill>
          </a:ln>
        </p:spPr>
        <p:style>
          <a:lnRef idx="2">
            <a:schemeClr val="accent1"/>
          </a:lnRef>
          <a:fillRef idx="0">
            <a:schemeClr val="accent1"/>
          </a:fillRef>
          <a:effectRef idx="1">
            <a:schemeClr val="accent1"/>
          </a:effectRef>
          <a:fontRef idx="minor">
            <a:schemeClr val="tx1"/>
          </a:fontRef>
        </p:style>
      </p:cxnSp>
      <p:sp>
        <p:nvSpPr>
          <p:cNvPr id="9" name="Text Placeholder 3">
            <a:extLst>
              <a:ext uri="{FF2B5EF4-FFF2-40B4-BE49-F238E27FC236}">
                <a16:creationId xmlns:a16="http://schemas.microsoft.com/office/drawing/2014/main" id="{3AD2CAC8-CF8B-8AA8-CEAB-724555554DD7}"/>
              </a:ext>
            </a:extLst>
          </p:cNvPr>
          <p:cNvSpPr>
            <a:spLocks noGrp="1"/>
          </p:cNvSpPr>
          <p:nvPr>
            <p:ph type="body" sz="half" idx="2" hasCustomPrompt="1"/>
          </p:nvPr>
        </p:nvSpPr>
        <p:spPr>
          <a:xfrm>
            <a:off x="304800" y="304800"/>
            <a:ext cx="7620000" cy="5789068"/>
          </a:xfrm>
        </p:spPr>
        <p:txBody>
          <a:bodyPr/>
          <a:lstStyle>
            <a:lvl1pPr marL="0" indent="0">
              <a:lnSpc>
                <a:spcPct val="95000"/>
              </a:lnSpc>
              <a:spcBef>
                <a:spcPts val="1620"/>
              </a:spcBef>
              <a:buNone/>
              <a:defRPr sz="2700" spc="-36" baseline="0">
                <a:solidFill>
                  <a:schemeClr val="tx1"/>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add large statement</a:t>
            </a:r>
          </a:p>
        </p:txBody>
      </p:sp>
      <p:sp>
        <p:nvSpPr>
          <p:cNvPr id="10" name="Text Placeholder 3">
            <a:extLst>
              <a:ext uri="{FF2B5EF4-FFF2-40B4-BE49-F238E27FC236}">
                <a16:creationId xmlns:a16="http://schemas.microsoft.com/office/drawing/2014/main" id="{74CAB362-D3AF-C740-3E9B-0759EB9C6E5A}"/>
              </a:ext>
            </a:extLst>
          </p:cNvPr>
          <p:cNvSpPr>
            <a:spLocks noGrp="1"/>
          </p:cNvSpPr>
          <p:nvPr>
            <p:ph type="body" sz="half" idx="11"/>
          </p:nvPr>
        </p:nvSpPr>
        <p:spPr>
          <a:xfrm>
            <a:off x="9223398" y="304799"/>
            <a:ext cx="2663803" cy="5789067"/>
          </a:xfrm>
        </p:spPr>
        <p:txBody>
          <a:bodyPr/>
          <a:lstStyle>
            <a:lvl1pPr marL="0" indent="0">
              <a:buNone/>
              <a:defRPr sz="108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edit Master text styles</a:t>
            </a:r>
          </a:p>
        </p:txBody>
      </p:sp>
      <p:sp>
        <p:nvSpPr>
          <p:cNvPr id="2" name="Text Placeholder 3">
            <a:extLst>
              <a:ext uri="{FF2B5EF4-FFF2-40B4-BE49-F238E27FC236}">
                <a16:creationId xmlns:a16="http://schemas.microsoft.com/office/drawing/2014/main" id="{B1095289-33A0-473E-BB1F-E1ADB87BA0E6}"/>
              </a:ext>
            </a:extLst>
          </p:cNvPr>
          <p:cNvSpPr>
            <a:spLocks noGrp="1"/>
          </p:cNvSpPr>
          <p:nvPr>
            <p:ph type="body" sz="half" idx="15" hasCustomPrompt="1"/>
          </p:nvPr>
        </p:nvSpPr>
        <p:spPr>
          <a:xfrm>
            <a:off x="6248399" y="6187669"/>
            <a:ext cx="4648195" cy="365531"/>
          </a:xfrm>
        </p:spPr>
        <p:txBody>
          <a:bodyPr vert="horz" lIns="0" tIns="0" rIns="0" bIns="0" rtlCol="0" anchor="b">
            <a:noAutofit/>
          </a:bodyPr>
          <a:lstStyle>
            <a:lvl1pPr>
              <a:defRPr lang="en-US" sz="720" spc="0">
                <a:solidFill>
                  <a:srgbClr val="6D6D6D"/>
                </a:solidFill>
              </a:defRPr>
            </a:lvl1pPr>
          </a:lstStyle>
          <a:p>
            <a:pPr lvl="0"/>
            <a:r>
              <a:rPr lang="en-US"/>
              <a:t>Click to add footnote/source</a:t>
            </a:r>
          </a:p>
        </p:txBody>
      </p:sp>
    </p:spTree>
    <p:extLst>
      <p:ext uri="{BB962C8B-B14F-4D97-AF65-F5344CB8AC3E}">
        <p14:creationId xmlns:p14="http://schemas.microsoft.com/office/powerpoint/2010/main" val="2920274369"/>
      </p:ext>
    </p:extLst>
  </p:cSld>
  <p:clrMapOvr>
    <a:overrideClrMapping bg1="lt1" tx1="dk1" bg2="lt2" tx2="dk2" accent1="accent1" accent2="accent2" accent3="accent3" accent4="accent4" accent5="accent5" accent6="accent6" hlink="hlink" folHlink="folHlink"/>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Large text, 1 column, small">
    <p:bg>
      <p:bgRef idx="1001">
        <a:schemeClr val="bg1"/>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7E82033C-59C1-3122-B476-E7811CBB5A78}"/>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think-cell data - do not delete" hidden="1">
                        <a:extLst>
                          <a:ext uri="{FF2B5EF4-FFF2-40B4-BE49-F238E27FC236}">
                            <a16:creationId xmlns:a16="http://schemas.microsoft.com/office/drawing/2014/main" id="{7E82033C-59C1-3122-B476-E7811CBB5A78}"/>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6" name="Text Placeholder 3">
            <a:extLst>
              <a:ext uri="{FF2B5EF4-FFF2-40B4-BE49-F238E27FC236}">
                <a16:creationId xmlns:a16="http://schemas.microsoft.com/office/drawing/2014/main" id="{04784D3C-36E8-39B5-4EB7-01D852D31F5C}"/>
              </a:ext>
            </a:extLst>
          </p:cNvPr>
          <p:cNvSpPr>
            <a:spLocks noGrp="1"/>
          </p:cNvSpPr>
          <p:nvPr>
            <p:ph type="body" sz="half" idx="2" hasCustomPrompt="1"/>
          </p:nvPr>
        </p:nvSpPr>
        <p:spPr>
          <a:xfrm>
            <a:off x="304799" y="304800"/>
            <a:ext cx="7620000" cy="1003300"/>
          </a:xfrm>
        </p:spPr>
        <p:txBody>
          <a:bodyPr/>
          <a:lstStyle>
            <a:lvl1pPr marL="0" indent="0">
              <a:lnSpc>
                <a:spcPct val="100000"/>
              </a:lnSpc>
              <a:buNone/>
              <a:defRPr sz="2160">
                <a:solidFill>
                  <a:schemeClr val="tx1"/>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add title</a:t>
            </a:r>
          </a:p>
        </p:txBody>
      </p:sp>
      <p:sp>
        <p:nvSpPr>
          <p:cNvPr id="8" name="Text Placeholder 3">
            <a:extLst>
              <a:ext uri="{FF2B5EF4-FFF2-40B4-BE49-F238E27FC236}">
                <a16:creationId xmlns:a16="http://schemas.microsoft.com/office/drawing/2014/main" id="{DA862363-3DE7-F5E0-650A-216C4B09D536}"/>
              </a:ext>
            </a:extLst>
          </p:cNvPr>
          <p:cNvSpPr>
            <a:spLocks noGrp="1"/>
          </p:cNvSpPr>
          <p:nvPr>
            <p:ph type="body" sz="half" idx="13" hasCustomPrompt="1"/>
          </p:nvPr>
        </p:nvSpPr>
        <p:spPr>
          <a:xfrm>
            <a:off x="304800" y="1612900"/>
            <a:ext cx="7620000" cy="4480560"/>
          </a:xfrm>
        </p:spPr>
        <p:txBody>
          <a:bodyPr/>
          <a:lstStyle>
            <a:lvl1pPr marL="0" indent="0">
              <a:lnSpc>
                <a:spcPct val="100000"/>
              </a:lnSpc>
              <a:buNone/>
              <a:defRPr sz="2160" spc="-18" baseline="0">
                <a:solidFill>
                  <a:srgbClr val="716C67"/>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add text</a:t>
            </a:r>
          </a:p>
        </p:txBody>
      </p:sp>
    </p:spTree>
    <p:extLst>
      <p:ext uri="{BB962C8B-B14F-4D97-AF65-F5344CB8AC3E}">
        <p14:creationId xmlns:p14="http://schemas.microsoft.com/office/powerpoint/2010/main" val="4279881394"/>
      </p:ext>
    </p:extLst>
  </p:cSld>
  <p:clrMapOvr>
    <a:overrideClrMapping bg1="lt1" tx1="dk1" bg2="lt2" tx2="dk2" accent1="accent1" accent2="accent2" accent3="accent3" accent4="accent4" accent5="accent5" accent6="accent6" hlink="hlink" folHlink="folHlink"/>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Large text, 2 columns, small">
    <p:bg>
      <p:bgRef idx="1001">
        <a:schemeClr val="bg1"/>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7E82033C-59C1-3122-B476-E7811CBB5A78}"/>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think-cell data - do not delete" hidden="1">
                        <a:extLst>
                          <a:ext uri="{FF2B5EF4-FFF2-40B4-BE49-F238E27FC236}">
                            <a16:creationId xmlns:a16="http://schemas.microsoft.com/office/drawing/2014/main" id="{7E82033C-59C1-3122-B476-E7811CBB5A78}"/>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6" name="Text Placeholder 3">
            <a:extLst>
              <a:ext uri="{FF2B5EF4-FFF2-40B4-BE49-F238E27FC236}">
                <a16:creationId xmlns:a16="http://schemas.microsoft.com/office/drawing/2014/main" id="{04784D3C-36E8-39B5-4EB7-01D852D31F5C}"/>
              </a:ext>
            </a:extLst>
          </p:cNvPr>
          <p:cNvSpPr>
            <a:spLocks noGrp="1"/>
          </p:cNvSpPr>
          <p:nvPr>
            <p:ph type="body" sz="half" idx="2" hasCustomPrompt="1"/>
          </p:nvPr>
        </p:nvSpPr>
        <p:spPr>
          <a:xfrm>
            <a:off x="304799" y="304800"/>
            <a:ext cx="9601200" cy="1003300"/>
          </a:xfrm>
        </p:spPr>
        <p:txBody>
          <a:bodyPr/>
          <a:lstStyle>
            <a:lvl1pPr marL="0" indent="0">
              <a:lnSpc>
                <a:spcPct val="100000"/>
              </a:lnSpc>
              <a:buNone/>
              <a:defRPr sz="2160">
                <a:solidFill>
                  <a:schemeClr val="tx1"/>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add title</a:t>
            </a:r>
          </a:p>
        </p:txBody>
      </p:sp>
      <p:sp>
        <p:nvSpPr>
          <p:cNvPr id="8" name="Text Placeholder 3">
            <a:extLst>
              <a:ext uri="{FF2B5EF4-FFF2-40B4-BE49-F238E27FC236}">
                <a16:creationId xmlns:a16="http://schemas.microsoft.com/office/drawing/2014/main" id="{DA862363-3DE7-F5E0-650A-216C4B09D536}"/>
              </a:ext>
            </a:extLst>
          </p:cNvPr>
          <p:cNvSpPr>
            <a:spLocks noGrp="1"/>
          </p:cNvSpPr>
          <p:nvPr>
            <p:ph type="body" sz="half" idx="13" hasCustomPrompt="1"/>
          </p:nvPr>
        </p:nvSpPr>
        <p:spPr>
          <a:xfrm>
            <a:off x="304800" y="1612900"/>
            <a:ext cx="5638800" cy="4480560"/>
          </a:xfrm>
        </p:spPr>
        <p:txBody>
          <a:bodyPr/>
          <a:lstStyle>
            <a:lvl1pPr marL="0" indent="0">
              <a:lnSpc>
                <a:spcPct val="100000"/>
              </a:lnSpc>
              <a:buNone/>
              <a:defRPr sz="2160" spc="-18" baseline="0">
                <a:solidFill>
                  <a:srgbClr val="716C67"/>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dirty="0"/>
              <a:t>Click to add text</a:t>
            </a:r>
          </a:p>
        </p:txBody>
      </p:sp>
      <p:sp>
        <p:nvSpPr>
          <p:cNvPr id="2" name="Text Placeholder 3">
            <a:extLst>
              <a:ext uri="{FF2B5EF4-FFF2-40B4-BE49-F238E27FC236}">
                <a16:creationId xmlns:a16="http://schemas.microsoft.com/office/drawing/2014/main" id="{6C2745F6-A79D-6837-B53F-E00A39DE7655}"/>
              </a:ext>
            </a:extLst>
          </p:cNvPr>
          <p:cNvSpPr>
            <a:spLocks noGrp="1"/>
          </p:cNvSpPr>
          <p:nvPr>
            <p:ph type="body" sz="half" idx="14" hasCustomPrompt="1"/>
          </p:nvPr>
        </p:nvSpPr>
        <p:spPr>
          <a:xfrm>
            <a:off x="6248400" y="1612900"/>
            <a:ext cx="5638800" cy="4480560"/>
          </a:xfrm>
        </p:spPr>
        <p:txBody>
          <a:bodyPr/>
          <a:lstStyle>
            <a:lvl1pPr marL="0" indent="0">
              <a:lnSpc>
                <a:spcPct val="100000"/>
              </a:lnSpc>
              <a:buNone/>
              <a:defRPr sz="2160" spc="-18" baseline="0">
                <a:solidFill>
                  <a:srgbClr val="716C67"/>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add text</a:t>
            </a:r>
          </a:p>
        </p:txBody>
      </p:sp>
    </p:spTree>
    <p:extLst>
      <p:ext uri="{BB962C8B-B14F-4D97-AF65-F5344CB8AC3E}">
        <p14:creationId xmlns:p14="http://schemas.microsoft.com/office/powerpoint/2010/main" val="3276703962"/>
      </p:ext>
    </p:extLst>
  </p:cSld>
  <p:clrMapOvr>
    <a:overrideClrMapping bg1="lt1" tx1="dk1" bg2="lt2" tx2="dk2" accent1="accent1" accent2="accent2" accent3="accent3" accent4="accent4" accent5="accent5" accent6="accent6" hlink="hlink" folHlink="folHlink"/>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Large text, 1 column, medium">
    <p:bg>
      <p:bgRef idx="1001">
        <a:schemeClr val="bg1"/>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7E82033C-59C1-3122-B476-E7811CBB5A78}"/>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think-cell data - do not delete" hidden="1">
                        <a:extLst>
                          <a:ext uri="{FF2B5EF4-FFF2-40B4-BE49-F238E27FC236}">
                            <a16:creationId xmlns:a16="http://schemas.microsoft.com/office/drawing/2014/main" id="{7E82033C-59C1-3122-B476-E7811CBB5A78}"/>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6" name="Text Placeholder 3">
            <a:extLst>
              <a:ext uri="{FF2B5EF4-FFF2-40B4-BE49-F238E27FC236}">
                <a16:creationId xmlns:a16="http://schemas.microsoft.com/office/drawing/2014/main" id="{04784D3C-36E8-39B5-4EB7-01D852D31F5C}"/>
              </a:ext>
            </a:extLst>
          </p:cNvPr>
          <p:cNvSpPr>
            <a:spLocks noGrp="1"/>
          </p:cNvSpPr>
          <p:nvPr>
            <p:ph type="body" sz="half" idx="2" hasCustomPrompt="1"/>
          </p:nvPr>
        </p:nvSpPr>
        <p:spPr>
          <a:xfrm>
            <a:off x="304799" y="304800"/>
            <a:ext cx="9601200" cy="1003300"/>
          </a:xfrm>
        </p:spPr>
        <p:txBody>
          <a:bodyPr/>
          <a:lstStyle>
            <a:lvl1pPr marL="0" indent="0">
              <a:lnSpc>
                <a:spcPct val="100000"/>
              </a:lnSpc>
              <a:buNone/>
              <a:defRPr sz="2700">
                <a:solidFill>
                  <a:schemeClr val="tx1"/>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add title</a:t>
            </a:r>
          </a:p>
        </p:txBody>
      </p:sp>
      <p:sp>
        <p:nvSpPr>
          <p:cNvPr id="8" name="Text Placeholder 3">
            <a:extLst>
              <a:ext uri="{FF2B5EF4-FFF2-40B4-BE49-F238E27FC236}">
                <a16:creationId xmlns:a16="http://schemas.microsoft.com/office/drawing/2014/main" id="{DA862363-3DE7-F5E0-650A-216C4B09D536}"/>
              </a:ext>
            </a:extLst>
          </p:cNvPr>
          <p:cNvSpPr>
            <a:spLocks noGrp="1"/>
          </p:cNvSpPr>
          <p:nvPr>
            <p:ph type="body" sz="half" idx="13" hasCustomPrompt="1"/>
          </p:nvPr>
        </p:nvSpPr>
        <p:spPr>
          <a:xfrm>
            <a:off x="304800" y="1612900"/>
            <a:ext cx="9601200" cy="4480560"/>
          </a:xfrm>
        </p:spPr>
        <p:txBody>
          <a:bodyPr/>
          <a:lstStyle>
            <a:lvl1pPr marL="0" indent="0">
              <a:lnSpc>
                <a:spcPct val="95000"/>
              </a:lnSpc>
              <a:buNone/>
              <a:defRPr sz="2700" spc="-36" baseline="0">
                <a:solidFill>
                  <a:srgbClr val="716C67"/>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dirty="0"/>
              <a:t>Click to add text</a:t>
            </a:r>
          </a:p>
        </p:txBody>
      </p:sp>
    </p:spTree>
    <p:extLst>
      <p:ext uri="{BB962C8B-B14F-4D97-AF65-F5344CB8AC3E}">
        <p14:creationId xmlns:p14="http://schemas.microsoft.com/office/powerpoint/2010/main" val="3366887988"/>
      </p:ext>
    </p:extLst>
  </p:cSld>
  <p:clrMapOvr>
    <a:overrideClrMapping bg1="lt1" tx1="dk1" bg2="lt2" tx2="dk2" accent1="accent1" accent2="accent2" accent3="accent3" accent4="accent4" accent5="accent5" accent6="accent6" hlink="hlink" folHlink="folHlink"/>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Large text, 2 columns, medium">
    <p:bg>
      <p:bgRef idx="1001">
        <a:schemeClr val="bg1"/>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7E82033C-59C1-3122-B476-E7811CBB5A78}"/>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think-cell data - do not delete" hidden="1">
                        <a:extLst>
                          <a:ext uri="{FF2B5EF4-FFF2-40B4-BE49-F238E27FC236}">
                            <a16:creationId xmlns:a16="http://schemas.microsoft.com/office/drawing/2014/main" id="{7E82033C-59C1-3122-B476-E7811CBB5A78}"/>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6" name="Text Placeholder 3">
            <a:extLst>
              <a:ext uri="{FF2B5EF4-FFF2-40B4-BE49-F238E27FC236}">
                <a16:creationId xmlns:a16="http://schemas.microsoft.com/office/drawing/2014/main" id="{04784D3C-36E8-39B5-4EB7-01D852D31F5C}"/>
              </a:ext>
            </a:extLst>
          </p:cNvPr>
          <p:cNvSpPr>
            <a:spLocks noGrp="1"/>
          </p:cNvSpPr>
          <p:nvPr>
            <p:ph type="body" sz="half" idx="2" hasCustomPrompt="1"/>
          </p:nvPr>
        </p:nvSpPr>
        <p:spPr>
          <a:xfrm>
            <a:off x="304799" y="304800"/>
            <a:ext cx="9601200" cy="1003300"/>
          </a:xfrm>
        </p:spPr>
        <p:txBody>
          <a:bodyPr/>
          <a:lstStyle>
            <a:lvl1pPr marL="0" indent="0">
              <a:lnSpc>
                <a:spcPct val="100000"/>
              </a:lnSpc>
              <a:buNone/>
              <a:defRPr sz="2700">
                <a:solidFill>
                  <a:schemeClr val="tx1"/>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add title</a:t>
            </a:r>
          </a:p>
        </p:txBody>
      </p:sp>
      <p:sp>
        <p:nvSpPr>
          <p:cNvPr id="8" name="Text Placeholder 3">
            <a:extLst>
              <a:ext uri="{FF2B5EF4-FFF2-40B4-BE49-F238E27FC236}">
                <a16:creationId xmlns:a16="http://schemas.microsoft.com/office/drawing/2014/main" id="{DA862363-3DE7-F5E0-650A-216C4B09D536}"/>
              </a:ext>
            </a:extLst>
          </p:cNvPr>
          <p:cNvSpPr>
            <a:spLocks noGrp="1"/>
          </p:cNvSpPr>
          <p:nvPr>
            <p:ph type="body" sz="half" idx="13" hasCustomPrompt="1"/>
          </p:nvPr>
        </p:nvSpPr>
        <p:spPr>
          <a:xfrm>
            <a:off x="304800" y="1612900"/>
            <a:ext cx="5638800" cy="4480560"/>
          </a:xfrm>
        </p:spPr>
        <p:txBody>
          <a:bodyPr/>
          <a:lstStyle>
            <a:lvl1pPr marL="0" indent="0">
              <a:lnSpc>
                <a:spcPct val="95000"/>
              </a:lnSpc>
              <a:buNone/>
              <a:defRPr sz="2700" spc="-36" baseline="0">
                <a:solidFill>
                  <a:srgbClr val="716C67"/>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dirty="0"/>
              <a:t>Click to add text</a:t>
            </a:r>
          </a:p>
        </p:txBody>
      </p:sp>
      <p:sp>
        <p:nvSpPr>
          <p:cNvPr id="2" name="Text Placeholder 3">
            <a:extLst>
              <a:ext uri="{FF2B5EF4-FFF2-40B4-BE49-F238E27FC236}">
                <a16:creationId xmlns:a16="http://schemas.microsoft.com/office/drawing/2014/main" id="{6C2745F6-A79D-6837-B53F-E00A39DE7655}"/>
              </a:ext>
            </a:extLst>
          </p:cNvPr>
          <p:cNvSpPr>
            <a:spLocks noGrp="1"/>
          </p:cNvSpPr>
          <p:nvPr>
            <p:ph type="body" sz="half" idx="14" hasCustomPrompt="1"/>
          </p:nvPr>
        </p:nvSpPr>
        <p:spPr>
          <a:xfrm>
            <a:off x="6248400" y="1612900"/>
            <a:ext cx="5638800" cy="4480560"/>
          </a:xfrm>
        </p:spPr>
        <p:txBody>
          <a:bodyPr/>
          <a:lstStyle>
            <a:lvl1pPr marL="0" indent="0">
              <a:lnSpc>
                <a:spcPct val="95000"/>
              </a:lnSpc>
              <a:buNone/>
              <a:defRPr sz="2700" spc="-36" baseline="0">
                <a:solidFill>
                  <a:srgbClr val="716C67"/>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add text</a:t>
            </a:r>
          </a:p>
        </p:txBody>
      </p:sp>
    </p:spTree>
    <p:extLst>
      <p:ext uri="{BB962C8B-B14F-4D97-AF65-F5344CB8AC3E}">
        <p14:creationId xmlns:p14="http://schemas.microsoft.com/office/powerpoint/2010/main" val="1770692408"/>
      </p:ext>
    </p:extLst>
  </p:cSld>
  <p:clrMapOvr>
    <a:overrideClrMapping bg1="lt1" tx1="dk1" bg2="lt2" tx2="dk2" accent1="accent1" accent2="accent2" accent3="accent3" accent4="accent4" accent5="accent5" accent6="accent6" hlink="hlink" folHlink="folHlink"/>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Large text, 1 column, large">
    <p:bg>
      <p:bgRef idx="1001">
        <a:schemeClr val="bg1"/>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7E82033C-59C1-3122-B476-E7811CBB5A78}"/>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think-cell data - do not delete" hidden="1">
                        <a:extLst>
                          <a:ext uri="{FF2B5EF4-FFF2-40B4-BE49-F238E27FC236}">
                            <a16:creationId xmlns:a16="http://schemas.microsoft.com/office/drawing/2014/main" id="{7E82033C-59C1-3122-B476-E7811CBB5A78}"/>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6" name="Text Placeholder 3">
            <a:extLst>
              <a:ext uri="{FF2B5EF4-FFF2-40B4-BE49-F238E27FC236}">
                <a16:creationId xmlns:a16="http://schemas.microsoft.com/office/drawing/2014/main" id="{04784D3C-36E8-39B5-4EB7-01D852D31F5C}"/>
              </a:ext>
            </a:extLst>
          </p:cNvPr>
          <p:cNvSpPr>
            <a:spLocks noGrp="1"/>
          </p:cNvSpPr>
          <p:nvPr>
            <p:ph type="body" sz="half" idx="2" hasCustomPrompt="1"/>
          </p:nvPr>
        </p:nvSpPr>
        <p:spPr>
          <a:xfrm>
            <a:off x="304799" y="304800"/>
            <a:ext cx="9601200" cy="1003300"/>
          </a:xfrm>
        </p:spPr>
        <p:txBody>
          <a:bodyPr/>
          <a:lstStyle>
            <a:lvl1pPr marL="0" indent="0">
              <a:lnSpc>
                <a:spcPct val="90000"/>
              </a:lnSpc>
              <a:buNone/>
              <a:defRPr sz="4320" spc="-135" baseline="0">
                <a:solidFill>
                  <a:schemeClr val="tx1"/>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add title</a:t>
            </a:r>
          </a:p>
        </p:txBody>
      </p:sp>
      <p:sp>
        <p:nvSpPr>
          <p:cNvPr id="8" name="Text Placeholder 3">
            <a:extLst>
              <a:ext uri="{FF2B5EF4-FFF2-40B4-BE49-F238E27FC236}">
                <a16:creationId xmlns:a16="http://schemas.microsoft.com/office/drawing/2014/main" id="{DA862363-3DE7-F5E0-650A-216C4B09D536}"/>
              </a:ext>
            </a:extLst>
          </p:cNvPr>
          <p:cNvSpPr>
            <a:spLocks noGrp="1"/>
          </p:cNvSpPr>
          <p:nvPr>
            <p:ph type="body" sz="half" idx="13" hasCustomPrompt="1"/>
          </p:nvPr>
        </p:nvSpPr>
        <p:spPr>
          <a:xfrm>
            <a:off x="304800" y="1612900"/>
            <a:ext cx="9601200" cy="4480560"/>
          </a:xfrm>
        </p:spPr>
        <p:txBody>
          <a:bodyPr/>
          <a:lstStyle>
            <a:lvl1pPr marL="0" indent="0">
              <a:lnSpc>
                <a:spcPct val="90000"/>
              </a:lnSpc>
              <a:buNone/>
              <a:defRPr sz="4320" spc="-135" baseline="0">
                <a:solidFill>
                  <a:srgbClr val="716C67"/>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dirty="0"/>
              <a:t>Click to add text</a:t>
            </a:r>
          </a:p>
        </p:txBody>
      </p:sp>
    </p:spTree>
    <p:extLst>
      <p:ext uri="{BB962C8B-B14F-4D97-AF65-F5344CB8AC3E}">
        <p14:creationId xmlns:p14="http://schemas.microsoft.com/office/powerpoint/2010/main" val="2335102105"/>
      </p:ext>
    </p:extLst>
  </p:cSld>
  <p:clrMapOvr>
    <a:overrideClrMapping bg1="lt1" tx1="dk1" bg2="lt2" tx2="dk2" accent1="accent1" accent2="accent2" accent3="accent3" accent4="accent4" accent5="accent5" accent6="accent6" hlink="hlink" folHlink="folHlink"/>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Large text, 2 columns, large">
    <p:bg>
      <p:bgRef idx="1001">
        <a:schemeClr val="bg1"/>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7E82033C-59C1-3122-B476-E7811CBB5A78}"/>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think-cell data - do not delete" hidden="1">
                        <a:extLst>
                          <a:ext uri="{FF2B5EF4-FFF2-40B4-BE49-F238E27FC236}">
                            <a16:creationId xmlns:a16="http://schemas.microsoft.com/office/drawing/2014/main" id="{7E82033C-59C1-3122-B476-E7811CBB5A78}"/>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6" name="Text Placeholder 3">
            <a:extLst>
              <a:ext uri="{FF2B5EF4-FFF2-40B4-BE49-F238E27FC236}">
                <a16:creationId xmlns:a16="http://schemas.microsoft.com/office/drawing/2014/main" id="{04784D3C-36E8-39B5-4EB7-01D852D31F5C}"/>
              </a:ext>
            </a:extLst>
          </p:cNvPr>
          <p:cNvSpPr>
            <a:spLocks noGrp="1"/>
          </p:cNvSpPr>
          <p:nvPr>
            <p:ph type="body" sz="half" idx="2" hasCustomPrompt="1"/>
          </p:nvPr>
        </p:nvSpPr>
        <p:spPr>
          <a:xfrm>
            <a:off x="304799" y="304800"/>
            <a:ext cx="9601200" cy="1003300"/>
          </a:xfrm>
        </p:spPr>
        <p:txBody>
          <a:bodyPr/>
          <a:lstStyle>
            <a:lvl1pPr marL="0" indent="0">
              <a:lnSpc>
                <a:spcPct val="90000"/>
              </a:lnSpc>
              <a:buNone/>
              <a:defRPr sz="4320" spc="-135" baseline="0">
                <a:solidFill>
                  <a:schemeClr val="tx1"/>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add title</a:t>
            </a:r>
          </a:p>
        </p:txBody>
      </p:sp>
      <p:sp>
        <p:nvSpPr>
          <p:cNvPr id="8" name="Text Placeholder 3">
            <a:extLst>
              <a:ext uri="{FF2B5EF4-FFF2-40B4-BE49-F238E27FC236}">
                <a16:creationId xmlns:a16="http://schemas.microsoft.com/office/drawing/2014/main" id="{DA862363-3DE7-F5E0-650A-216C4B09D536}"/>
              </a:ext>
            </a:extLst>
          </p:cNvPr>
          <p:cNvSpPr>
            <a:spLocks noGrp="1"/>
          </p:cNvSpPr>
          <p:nvPr>
            <p:ph type="body" sz="half" idx="13" hasCustomPrompt="1"/>
          </p:nvPr>
        </p:nvSpPr>
        <p:spPr>
          <a:xfrm>
            <a:off x="304800" y="1612900"/>
            <a:ext cx="5638800" cy="4480560"/>
          </a:xfrm>
        </p:spPr>
        <p:txBody>
          <a:bodyPr/>
          <a:lstStyle>
            <a:lvl1pPr marL="0" indent="0">
              <a:lnSpc>
                <a:spcPct val="90000"/>
              </a:lnSpc>
              <a:buNone/>
              <a:defRPr sz="4320" spc="-135" baseline="0">
                <a:solidFill>
                  <a:srgbClr val="716C67"/>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dirty="0"/>
              <a:t>Click to add text</a:t>
            </a:r>
          </a:p>
        </p:txBody>
      </p:sp>
      <p:sp>
        <p:nvSpPr>
          <p:cNvPr id="2" name="Text Placeholder 3">
            <a:extLst>
              <a:ext uri="{FF2B5EF4-FFF2-40B4-BE49-F238E27FC236}">
                <a16:creationId xmlns:a16="http://schemas.microsoft.com/office/drawing/2014/main" id="{6C2745F6-A79D-6837-B53F-E00A39DE7655}"/>
              </a:ext>
            </a:extLst>
          </p:cNvPr>
          <p:cNvSpPr>
            <a:spLocks noGrp="1"/>
          </p:cNvSpPr>
          <p:nvPr>
            <p:ph type="body" sz="half" idx="14" hasCustomPrompt="1"/>
          </p:nvPr>
        </p:nvSpPr>
        <p:spPr>
          <a:xfrm>
            <a:off x="6248400" y="1612900"/>
            <a:ext cx="5638800" cy="4480560"/>
          </a:xfrm>
        </p:spPr>
        <p:txBody>
          <a:bodyPr/>
          <a:lstStyle>
            <a:lvl1pPr marL="0" indent="0">
              <a:lnSpc>
                <a:spcPct val="90000"/>
              </a:lnSpc>
              <a:buNone/>
              <a:defRPr sz="4320" spc="-135" baseline="0">
                <a:solidFill>
                  <a:srgbClr val="716C67"/>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add text</a:t>
            </a:r>
          </a:p>
        </p:txBody>
      </p:sp>
    </p:spTree>
    <p:extLst>
      <p:ext uri="{BB962C8B-B14F-4D97-AF65-F5344CB8AC3E}">
        <p14:creationId xmlns:p14="http://schemas.microsoft.com/office/powerpoint/2010/main" val="1913038420"/>
      </p:ext>
    </p:extLst>
  </p:cSld>
  <p:clrMapOvr>
    <a:overrideClrMapping bg1="lt1" tx1="dk1" bg2="lt2" tx2="dk2" accent1="accent1" accent2="accent2" accent3="accent3" accent4="accent4" accent5="accent5" accent6="accent6" hlink="hlink" folHlink="folHlink"/>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showMasterSp="0" preserve="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14AD8AB1-1ED9-07D1-3AB9-13A04A61F7A8}"/>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think-cell data - do not delete" hidden="1">
                        <a:extLst>
                          <a:ext uri="{FF2B5EF4-FFF2-40B4-BE49-F238E27FC236}">
                            <a16:creationId xmlns:a16="http://schemas.microsoft.com/office/drawing/2014/main" id="{14AD8AB1-1ED9-07D1-3AB9-13A04A61F7A8}"/>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4" name="TextBox 3">
            <a:extLst>
              <a:ext uri="{FF2B5EF4-FFF2-40B4-BE49-F238E27FC236}">
                <a16:creationId xmlns:a16="http://schemas.microsoft.com/office/drawing/2014/main" id="{0D9EE468-D1C8-E837-1D00-72E5BB846121}"/>
              </a:ext>
            </a:extLst>
          </p:cNvPr>
          <p:cNvSpPr txBox="1"/>
          <p:nvPr/>
        </p:nvSpPr>
        <p:spPr>
          <a:xfrm>
            <a:off x="304800" y="1612900"/>
            <a:ext cx="11582400" cy="4480560"/>
          </a:xfrm>
          <a:prstGeom prst="rect">
            <a:avLst/>
          </a:prstGeom>
          <a:noFill/>
        </p:spPr>
        <p:txBody>
          <a:bodyPr wrap="square" lIns="0" tIns="0" rIns="0" bIns="0" rtlCol="0" anchor="t">
            <a:noAutofit/>
          </a:bodyPr>
          <a:lstStyle/>
          <a:p>
            <a:pPr algn="l">
              <a:lnSpc>
                <a:spcPct val="75000"/>
              </a:lnSpc>
            </a:pPr>
            <a:r>
              <a:rPr lang="en-US" sz="12960" b="0" i="0" spc="-450" baseline="0">
                <a:solidFill>
                  <a:schemeClr val="tx1"/>
                </a:solidFill>
                <a:latin typeface="Overpass Medium" pitchFamily="2" charset="77"/>
              </a:rPr>
              <a:t>Divider</a:t>
            </a:r>
          </a:p>
        </p:txBody>
      </p:sp>
    </p:spTree>
    <p:extLst>
      <p:ext uri="{BB962C8B-B14F-4D97-AF65-F5344CB8AC3E}">
        <p14:creationId xmlns:p14="http://schemas.microsoft.com/office/powerpoint/2010/main" val="2039131104"/>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type="secHead" preserve="1">
  <p:cSld name="Divider, gray">
    <p:bg>
      <p:bgPr>
        <a:solidFill>
          <a:srgbClr val="040A10"/>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7E82033C-59C1-3122-B476-E7811CBB5A78}"/>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think-cell data - do not delete" hidden="1">
                        <a:extLst>
                          <a:ext uri="{FF2B5EF4-FFF2-40B4-BE49-F238E27FC236}">
                            <a16:creationId xmlns:a16="http://schemas.microsoft.com/office/drawing/2014/main" id="{7E82033C-59C1-3122-B476-E7811CBB5A78}"/>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304800" y="304801"/>
            <a:ext cx="7620000" cy="4940299"/>
          </a:xfrm>
        </p:spPr>
        <p:txBody>
          <a:bodyPr vert="horz" anchor="t"/>
          <a:lstStyle>
            <a:lvl1pPr>
              <a:lnSpc>
                <a:spcPct val="90000"/>
              </a:lnSpc>
              <a:defRPr sz="4320" spc="-135" baseline="0">
                <a:solidFill>
                  <a:schemeClr val="tx1"/>
                </a:solidFill>
              </a:defRPr>
            </a:lvl1pPr>
          </a:lstStyle>
          <a:p>
            <a:r>
              <a:rPr lang="en-US"/>
              <a:t>Click to edit title for divider</a:t>
            </a:r>
          </a:p>
        </p:txBody>
      </p:sp>
      <p:sp>
        <p:nvSpPr>
          <p:cNvPr id="3" name="Text Placeholder 2"/>
          <p:cNvSpPr>
            <a:spLocks noGrp="1"/>
          </p:cNvSpPr>
          <p:nvPr>
            <p:ph type="body" idx="1" hasCustomPrompt="1"/>
          </p:nvPr>
        </p:nvSpPr>
        <p:spPr>
          <a:xfrm>
            <a:off x="8229600" y="304801"/>
            <a:ext cx="3657600" cy="4940299"/>
          </a:xfrm>
        </p:spPr>
        <p:txBody>
          <a:bodyPr/>
          <a:lstStyle>
            <a:lvl1pPr marL="0" indent="0">
              <a:buNone/>
              <a:defRPr sz="1440">
                <a:solidFill>
                  <a:schemeClr val="tx1"/>
                </a:solidFill>
              </a:defRPr>
            </a:lvl1pPr>
            <a:lvl2pPr marL="411480" indent="0">
              <a:buNone/>
              <a:defRPr sz="1800">
                <a:solidFill>
                  <a:schemeClr val="tx1">
                    <a:tint val="82000"/>
                  </a:schemeClr>
                </a:solidFill>
              </a:defRPr>
            </a:lvl2pPr>
            <a:lvl3pPr marL="822960" indent="0">
              <a:buNone/>
              <a:defRPr sz="1620">
                <a:solidFill>
                  <a:schemeClr val="tx1">
                    <a:tint val="82000"/>
                  </a:schemeClr>
                </a:solidFill>
              </a:defRPr>
            </a:lvl3pPr>
            <a:lvl4pPr marL="1234440" indent="0">
              <a:buNone/>
              <a:defRPr sz="1440">
                <a:solidFill>
                  <a:schemeClr val="tx1">
                    <a:tint val="82000"/>
                  </a:schemeClr>
                </a:solidFill>
              </a:defRPr>
            </a:lvl4pPr>
            <a:lvl5pPr marL="1645920" indent="0">
              <a:buNone/>
              <a:defRPr sz="1440">
                <a:solidFill>
                  <a:schemeClr val="tx1">
                    <a:tint val="82000"/>
                  </a:schemeClr>
                </a:solidFill>
              </a:defRPr>
            </a:lvl5pPr>
            <a:lvl6pPr marL="2057400" indent="0">
              <a:buNone/>
              <a:defRPr sz="1440">
                <a:solidFill>
                  <a:schemeClr val="tx1">
                    <a:tint val="82000"/>
                  </a:schemeClr>
                </a:solidFill>
              </a:defRPr>
            </a:lvl6pPr>
            <a:lvl7pPr marL="2468880" indent="0">
              <a:buNone/>
              <a:defRPr sz="1440">
                <a:solidFill>
                  <a:schemeClr val="tx1">
                    <a:tint val="82000"/>
                  </a:schemeClr>
                </a:solidFill>
              </a:defRPr>
            </a:lvl7pPr>
            <a:lvl8pPr marL="2880360" indent="0">
              <a:buNone/>
              <a:defRPr sz="1440">
                <a:solidFill>
                  <a:schemeClr val="tx1">
                    <a:tint val="82000"/>
                  </a:schemeClr>
                </a:solidFill>
              </a:defRPr>
            </a:lvl8pPr>
            <a:lvl9pPr marL="3291840" indent="0">
              <a:buNone/>
              <a:defRPr sz="1440">
                <a:solidFill>
                  <a:schemeClr val="tx1">
                    <a:tint val="82000"/>
                  </a:schemeClr>
                </a:solidFill>
              </a:defRPr>
            </a:lvl9pPr>
          </a:lstStyle>
          <a:p>
            <a:pPr lvl="0"/>
            <a:r>
              <a:rPr lang="en-US"/>
              <a:t>Click to add optional content</a:t>
            </a:r>
          </a:p>
        </p:txBody>
      </p:sp>
    </p:spTree>
    <p:extLst>
      <p:ext uri="{BB962C8B-B14F-4D97-AF65-F5344CB8AC3E}">
        <p14:creationId xmlns:p14="http://schemas.microsoft.com/office/powerpoint/2010/main" val="3047341410"/>
      </p:ext>
    </p:extLst>
  </p:cSld>
  <p:clrMapOvr>
    <a:overrideClrMapping bg1="dk1" tx1="lt1" bg2="dk2" tx2="lt2" accent1="accent1" accent2="accent2" accent3="accent3" accent4="accent4" accent5="accent5" accent6="accent6" hlink="hlink" folHlink="folHlink"/>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type="secHead" preserve="1">
  <p:cSld name="Divider, blue">
    <p:bg>
      <p:bgRef idx="1001">
        <a:schemeClr val="bg2"/>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7E82033C-59C1-3122-B476-E7811CBB5A78}"/>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think-cell data - do not delete" hidden="1">
                        <a:extLst>
                          <a:ext uri="{FF2B5EF4-FFF2-40B4-BE49-F238E27FC236}">
                            <a16:creationId xmlns:a16="http://schemas.microsoft.com/office/drawing/2014/main" id="{7E82033C-59C1-3122-B476-E7811CBB5A78}"/>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304800" y="304801"/>
            <a:ext cx="7620000" cy="4940300"/>
          </a:xfrm>
        </p:spPr>
        <p:txBody>
          <a:bodyPr vert="horz" anchor="t"/>
          <a:lstStyle>
            <a:lvl1pPr>
              <a:lnSpc>
                <a:spcPct val="90000"/>
              </a:lnSpc>
              <a:defRPr sz="4320" spc="-135" baseline="0">
                <a:solidFill>
                  <a:schemeClr val="tx1"/>
                </a:solidFill>
              </a:defRPr>
            </a:lvl1pPr>
          </a:lstStyle>
          <a:p>
            <a:r>
              <a:rPr lang="en-US"/>
              <a:t>Click to edit title for divider</a:t>
            </a:r>
          </a:p>
        </p:txBody>
      </p:sp>
      <p:sp>
        <p:nvSpPr>
          <p:cNvPr id="3" name="Text Placeholder 2"/>
          <p:cNvSpPr>
            <a:spLocks noGrp="1"/>
          </p:cNvSpPr>
          <p:nvPr>
            <p:ph type="body" idx="1" hasCustomPrompt="1"/>
          </p:nvPr>
        </p:nvSpPr>
        <p:spPr>
          <a:xfrm>
            <a:off x="8229600" y="304801"/>
            <a:ext cx="3657600" cy="4940300"/>
          </a:xfrm>
        </p:spPr>
        <p:txBody>
          <a:bodyPr/>
          <a:lstStyle>
            <a:lvl1pPr marL="0" indent="0">
              <a:buNone/>
              <a:defRPr sz="1440">
                <a:solidFill>
                  <a:schemeClr val="tx1"/>
                </a:solidFill>
              </a:defRPr>
            </a:lvl1pPr>
            <a:lvl2pPr marL="411480" indent="0">
              <a:buNone/>
              <a:defRPr sz="1800">
                <a:solidFill>
                  <a:schemeClr val="tx1">
                    <a:tint val="82000"/>
                  </a:schemeClr>
                </a:solidFill>
              </a:defRPr>
            </a:lvl2pPr>
            <a:lvl3pPr marL="822960" indent="0">
              <a:buNone/>
              <a:defRPr sz="1620">
                <a:solidFill>
                  <a:schemeClr val="tx1">
                    <a:tint val="82000"/>
                  </a:schemeClr>
                </a:solidFill>
              </a:defRPr>
            </a:lvl3pPr>
            <a:lvl4pPr marL="1234440" indent="0">
              <a:buNone/>
              <a:defRPr sz="1440">
                <a:solidFill>
                  <a:schemeClr val="tx1">
                    <a:tint val="82000"/>
                  </a:schemeClr>
                </a:solidFill>
              </a:defRPr>
            </a:lvl4pPr>
            <a:lvl5pPr marL="1645920" indent="0">
              <a:buNone/>
              <a:defRPr sz="1440">
                <a:solidFill>
                  <a:schemeClr val="tx1">
                    <a:tint val="82000"/>
                  </a:schemeClr>
                </a:solidFill>
              </a:defRPr>
            </a:lvl5pPr>
            <a:lvl6pPr marL="2057400" indent="0">
              <a:buNone/>
              <a:defRPr sz="1440">
                <a:solidFill>
                  <a:schemeClr val="tx1">
                    <a:tint val="82000"/>
                  </a:schemeClr>
                </a:solidFill>
              </a:defRPr>
            </a:lvl6pPr>
            <a:lvl7pPr marL="2468880" indent="0">
              <a:buNone/>
              <a:defRPr sz="1440">
                <a:solidFill>
                  <a:schemeClr val="tx1">
                    <a:tint val="82000"/>
                  </a:schemeClr>
                </a:solidFill>
              </a:defRPr>
            </a:lvl7pPr>
            <a:lvl8pPr marL="2880360" indent="0">
              <a:buNone/>
              <a:defRPr sz="1440">
                <a:solidFill>
                  <a:schemeClr val="tx1">
                    <a:tint val="82000"/>
                  </a:schemeClr>
                </a:solidFill>
              </a:defRPr>
            </a:lvl8pPr>
            <a:lvl9pPr marL="3291840" indent="0">
              <a:buNone/>
              <a:defRPr sz="1440">
                <a:solidFill>
                  <a:schemeClr val="tx1">
                    <a:tint val="82000"/>
                  </a:schemeClr>
                </a:solidFill>
              </a:defRPr>
            </a:lvl9pPr>
          </a:lstStyle>
          <a:p>
            <a:pPr lvl="0"/>
            <a:r>
              <a:rPr lang="en-US"/>
              <a:t>Click to add optional content</a:t>
            </a:r>
          </a:p>
        </p:txBody>
      </p:sp>
    </p:spTree>
    <p:extLst>
      <p:ext uri="{BB962C8B-B14F-4D97-AF65-F5344CB8AC3E}">
        <p14:creationId xmlns:p14="http://schemas.microsoft.com/office/powerpoint/2010/main" val="2846789850"/>
      </p:ext>
    </p:extLst>
  </p:cSld>
  <p:clrMapOvr>
    <a:overrideClrMapping bg1="dk1" tx1="lt1" bg2="dk2" tx2="lt2" accent1="accent1" accent2="accent2" accent3="accent3" accent4="accent4" accent5="accent5" accent6="accent6" hlink="hlink" folHlink="folHlink"/>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type="secHead" preserve="1">
  <p:cSld name="Divider, white">
    <p:bg>
      <p:bgRef idx="1001">
        <a:schemeClr val="bg1"/>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7E82033C-59C1-3122-B476-E7811CBB5A78}"/>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think-cell data - do not delete" hidden="1">
                        <a:extLst>
                          <a:ext uri="{FF2B5EF4-FFF2-40B4-BE49-F238E27FC236}">
                            <a16:creationId xmlns:a16="http://schemas.microsoft.com/office/drawing/2014/main" id="{7E82033C-59C1-3122-B476-E7811CBB5A78}"/>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304800" y="304801"/>
            <a:ext cx="7620000" cy="4940299"/>
          </a:xfrm>
        </p:spPr>
        <p:txBody>
          <a:bodyPr vert="horz" anchor="t"/>
          <a:lstStyle>
            <a:lvl1pPr>
              <a:lnSpc>
                <a:spcPct val="90000"/>
              </a:lnSpc>
              <a:defRPr sz="4320" spc="-135" baseline="0">
                <a:solidFill>
                  <a:schemeClr val="tx1"/>
                </a:solidFill>
              </a:defRPr>
            </a:lvl1pPr>
          </a:lstStyle>
          <a:p>
            <a:r>
              <a:rPr lang="en-US"/>
              <a:t>Click to edit title for divider</a:t>
            </a:r>
          </a:p>
        </p:txBody>
      </p:sp>
      <p:sp>
        <p:nvSpPr>
          <p:cNvPr id="3" name="Text Placeholder 2"/>
          <p:cNvSpPr>
            <a:spLocks noGrp="1"/>
          </p:cNvSpPr>
          <p:nvPr>
            <p:ph type="body" idx="1" hasCustomPrompt="1"/>
          </p:nvPr>
        </p:nvSpPr>
        <p:spPr>
          <a:xfrm>
            <a:off x="8229600" y="304801"/>
            <a:ext cx="3657600" cy="4940299"/>
          </a:xfrm>
        </p:spPr>
        <p:txBody>
          <a:bodyPr/>
          <a:lstStyle>
            <a:lvl1pPr marL="0" indent="0">
              <a:buNone/>
              <a:defRPr sz="1440">
                <a:solidFill>
                  <a:schemeClr val="tx1"/>
                </a:solidFill>
              </a:defRPr>
            </a:lvl1pPr>
            <a:lvl2pPr marL="411480" indent="0">
              <a:buNone/>
              <a:defRPr sz="1800">
                <a:solidFill>
                  <a:schemeClr val="tx1">
                    <a:tint val="82000"/>
                  </a:schemeClr>
                </a:solidFill>
              </a:defRPr>
            </a:lvl2pPr>
            <a:lvl3pPr marL="822960" indent="0">
              <a:buNone/>
              <a:defRPr sz="1620">
                <a:solidFill>
                  <a:schemeClr val="tx1">
                    <a:tint val="82000"/>
                  </a:schemeClr>
                </a:solidFill>
              </a:defRPr>
            </a:lvl3pPr>
            <a:lvl4pPr marL="1234440" indent="0">
              <a:buNone/>
              <a:defRPr sz="1440">
                <a:solidFill>
                  <a:schemeClr val="tx1">
                    <a:tint val="82000"/>
                  </a:schemeClr>
                </a:solidFill>
              </a:defRPr>
            </a:lvl4pPr>
            <a:lvl5pPr marL="1645920" indent="0">
              <a:buNone/>
              <a:defRPr sz="1440">
                <a:solidFill>
                  <a:schemeClr val="tx1">
                    <a:tint val="82000"/>
                  </a:schemeClr>
                </a:solidFill>
              </a:defRPr>
            </a:lvl5pPr>
            <a:lvl6pPr marL="2057400" indent="0">
              <a:buNone/>
              <a:defRPr sz="1440">
                <a:solidFill>
                  <a:schemeClr val="tx1">
                    <a:tint val="82000"/>
                  </a:schemeClr>
                </a:solidFill>
              </a:defRPr>
            </a:lvl6pPr>
            <a:lvl7pPr marL="2468880" indent="0">
              <a:buNone/>
              <a:defRPr sz="1440">
                <a:solidFill>
                  <a:schemeClr val="tx1">
                    <a:tint val="82000"/>
                  </a:schemeClr>
                </a:solidFill>
              </a:defRPr>
            </a:lvl7pPr>
            <a:lvl8pPr marL="2880360" indent="0">
              <a:buNone/>
              <a:defRPr sz="1440">
                <a:solidFill>
                  <a:schemeClr val="tx1">
                    <a:tint val="82000"/>
                  </a:schemeClr>
                </a:solidFill>
              </a:defRPr>
            </a:lvl8pPr>
            <a:lvl9pPr marL="3291840" indent="0">
              <a:buNone/>
              <a:defRPr sz="1440">
                <a:solidFill>
                  <a:schemeClr val="tx1">
                    <a:tint val="82000"/>
                  </a:schemeClr>
                </a:solidFill>
              </a:defRPr>
            </a:lvl9pPr>
          </a:lstStyle>
          <a:p>
            <a:pPr lvl="0"/>
            <a:r>
              <a:rPr lang="en-US"/>
              <a:t>Click to add optional content</a:t>
            </a:r>
          </a:p>
        </p:txBody>
      </p:sp>
    </p:spTree>
    <p:extLst>
      <p:ext uri="{BB962C8B-B14F-4D97-AF65-F5344CB8AC3E}">
        <p14:creationId xmlns:p14="http://schemas.microsoft.com/office/powerpoint/2010/main" val="3549136903"/>
      </p:ext>
    </p:extLst>
  </p:cSld>
  <p:clrMapOvr>
    <a:overrideClrMapping bg1="lt1" tx1="dk1" bg2="lt2" tx2="dk2" accent1="accent1" accent2="accent2" accent3="accent3" accent4="accent4" accent5="accent5" accent6="accent6" hlink="hlink" folHlink="folHlink"/>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Divider, image">
    <p:bg>
      <p:bgRef idx="1001">
        <a:schemeClr val="bg1"/>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7E82033C-59C1-3122-B476-E7811CBB5A78}"/>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think-cell data - do not delete" hidden="1">
                        <a:extLst>
                          <a:ext uri="{FF2B5EF4-FFF2-40B4-BE49-F238E27FC236}">
                            <a16:creationId xmlns:a16="http://schemas.microsoft.com/office/drawing/2014/main" id="{7E82033C-59C1-3122-B476-E7811CBB5A78}"/>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4" name="Picture Placeholder 13">
            <a:extLst>
              <a:ext uri="{FF2B5EF4-FFF2-40B4-BE49-F238E27FC236}">
                <a16:creationId xmlns:a16="http://schemas.microsoft.com/office/drawing/2014/main" id="{26D52C94-A0BB-80E5-5A45-E14406E69EA5}"/>
              </a:ext>
            </a:extLst>
          </p:cNvPr>
          <p:cNvSpPr>
            <a:spLocks noGrp="1"/>
          </p:cNvSpPr>
          <p:nvPr>
            <p:ph type="pic" sz="quarter" idx="10"/>
          </p:nvPr>
        </p:nvSpPr>
        <p:spPr>
          <a:xfrm>
            <a:off x="-3048" y="-4572"/>
            <a:ext cx="12198096" cy="6867144"/>
          </a:xfrm>
          <a:solidFill>
            <a:srgbClr val="E8E6E3"/>
          </a:solidFill>
        </p:spPr>
        <p:txBody>
          <a:bodyPr vert="horz" lIns="0" tIns="0" rIns="0" bIns="0" rtlCol="0">
            <a:noAutofit/>
          </a:bodyPr>
          <a:lstStyle>
            <a:lvl1pPr>
              <a:defRPr lang="en-US"/>
            </a:lvl1pPr>
          </a:lstStyle>
          <a:p>
            <a:pPr lvl="0"/>
            <a:r>
              <a:rPr lang="en-US"/>
              <a:t>Click icon to add picture</a:t>
            </a:r>
          </a:p>
        </p:txBody>
      </p:sp>
      <p:sp>
        <p:nvSpPr>
          <p:cNvPr id="2" name="Title 1"/>
          <p:cNvSpPr>
            <a:spLocks noGrp="1"/>
          </p:cNvSpPr>
          <p:nvPr>
            <p:ph type="title" hasCustomPrompt="1"/>
          </p:nvPr>
        </p:nvSpPr>
        <p:spPr>
          <a:xfrm>
            <a:off x="304800" y="304801"/>
            <a:ext cx="7620000" cy="4940300"/>
          </a:xfrm>
        </p:spPr>
        <p:txBody>
          <a:bodyPr vert="horz" anchor="t"/>
          <a:lstStyle>
            <a:lvl1pPr>
              <a:lnSpc>
                <a:spcPct val="90000"/>
              </a:lnSpc>
              <a:defRPr sz="4320" spc="-135" baseline="0">
                <a:solidFill>
                  <a:schemeClr val="bg1"/>
                </a:solidFill>
              </a:defRPr>
            </a:lvl1pPr>
          </a:lstStyle>
          <a:p>
            <a:r>
              <a:rPr lang="en-US"/>
              <a:t>Click to edit title for divider</a:t>
            </a:r>
          </a:p>
        </p:txBody>
      </p:sp>
      <p:sp>
        <p:nvSpPr>
          <p:cNvPr id="3" name="Text Placeholder 2"/>
          <p:cNvSpPr>
            <a:spLocks noGrp="1"/>
          </p:cNvSpPr>
          <p:nvPr>
            <p:ph type="body" idx="1" hasCustomPrompt="1"/>
          </p:nvPr>
        </p:nvSpPr>
        <p:spPr>
          <a:xfrm>
            <a:off x="8229600" y="304801"/>
            <a:ext cx="3657600" cy="4940298"/>
          </a:xfrm>
        </p:spPr>
        <p:txBody>
          <a:bodyPr/>
          <a:lstStyle>
            <a:lvl1pPr marL="0" indent="0">
              <a:buNone/>
              <a:defRPr sz="1440">
                <a:solidFill>
                  <a:schemeClr val="bg1"/>
                </a:solidFill>
              </a:defRPr>
            </a:lvl1pPr>
            <a:lvl2pPr marL="411480" indent="0">
              <a:buNone/>
              <a:defRPr sz="1800">
                <a:solidFill>
                  <a:schemeClr val="tx1">
                    <a:tint val="82000"/>
                  </a:schemeClr>
                </a:solidFill>
              </a:defRPr>
            </a:lvl2pPr>
            <a:lvl3pPr marL="822960" indent="0">
              <a:buNone/>
              <a:defRPr sz="1620">
                <a:solidFill>
                  <a:schemeClr val="tx1">
                    <a:tint val="82000"/>
                  </a:schemeClr>
                </a:solidFill>
              </a:defRPr>
            </a:lvl3pPr>
            <a:lvl4pPr marL="1234440" indent="0">
              <a:buNone/>
              <a:defRPr sz="1440">
                <a:solidFill>
                  <a:schemeClr val="tx1">
                    <a:tint val="82000"/>
                  </a:schemeClr>
                </a:solidFill>
              </a:defRPr>
            </a:lvl4pPr>
            <a:lvl5pPr marL="1645920" indent="0">
              <a:buNone/>
              <a:defRPr sz="1440">
                <a:solidFill>
                  <a:schemeClr val="tx1">
                    <a:tint val="82000"/>
                  </a:schemeClr>
                </a:solidFill>
              </a:defRPr>
            </a:lvl5pPr>
            <a:lvl6pPr marL="2057400" indent="0">
              <a:buNone/>
              <a:defRPr sz="1440">
                <a:solidFill>
                  <a:schemeClr val="tx1">
                    <a:tint val="82000"/>
                  </a:schemeClr>
                </a:solidFill>
              </a:defRPr>
            </a:lvl6pPr>
            <a:lvl7pPr marL="2468880" indent="0">
              <a:buNone/>
              <a:defRPr sz="1440">
                <a:solidFill>
                  <a:schemeClr val="tx1">
                    <a:tint val="82000"/>
                  </a:schemeClr>
                </a:solidFill>
              </a:defRPr>
            </a:lvl7pPr>
            <a:lvl8pPr marL="2880360" indent="0">
              <a:buNone/>
              <a:defRPr sz="1440">
                <a:solidFill>
                  <a:schemeClr val="tx1">
                    <a:tint val="82000"/>
                  </a:schemeClr>
                </a:solidFill>
              </a:defRPr>
            </a:lvl8pPr>
            <a:lvl9pPr marL="3291840" indent="0">
              <a:buNone/>
              <a:defRPr sz="1440">
                <a:solidFill>
                  <a:schemeClr val="tx1">
                    <a:tint val="82000"/>
                  </a:schemeClr>
                </a:solidFill>
              </a:defRPr>
            </a:lvl9pPr>
          </a:lstStyle>
          <a:p>
            <a:pPr lvl="0"/>
            <a:r>
              <a:rPr lang="en-US"/>
              <a:t>Click to add optional content</a:t>
            </a:r>
          </a:p>
        </p:txBody>
      </p:sp>
      <p:sp>
        <p:nvSpPr>
          <p:cNvPr id="8" name="Slide Number Placeholder 7">
            <a:extLst>
              <a:ext uri="{FF2B5EF4-FFF2-40B4-BE49-F238E27FC236}">
                <a16:creationId xmlns:a16="http://schemas.microsoft.com/office/drawing/2014/main" id="{1F4ACAC1-FD9E-098D-648B-2E45D9462ECB}"/>
              </a:ext>
            </a:extLst>
          </p:cNvPr>
          <p:cNvSpPr>
            <a:spLocks noGrp="1"/>
          </p:cNvSpPr>
          <p:nvPr>
            <p:ph type="sldNum" sz="quarter" idx="12"/>
          </p:nvPr>
        </p:nvSpPr>
        <p:spPr>
          <a:xfrm>
            <a:off x="11201400" y="6370322"/>
            <a:ext cx="685800" cy="182879"/>
          </a:xfrm>
          <a:prstGeom prst="rect">
            <a:avLst/>
          </a:prstGeom>
        </p:spPr>
        <p:txBody>
          <a:bodyPr/>
          <a:lstStyle>
            <a:lvl1pPr>
              <a:defRPr>
                <a:solidFill>
                  <a:schemeClr val="bg1"/>
                </a:solidFill>
              </a:defRPr>
            </a:lvl1pPr>
          </a:lstStyle>
          <a:p>
            <a:fld id="{48F63A3B-78C7-47BE-AE5E-E10140E04643}" type="slidenum">
              <a:rPr lang="en-US" smtClean="0"/>
              <a:t>‹#›</a:t>
            </a:fld>
            <a:endParaRPr lang="en-US"/>
          </a:p>
        </p:txBody>
      </p:sp>
      <p:sp>
        <p:nvSpPr>
          <p:cNvPr id="6" name="Footer Placeholder 5">
            <a:extLst>
              <a:ext uri="{FF2B5EF4-FFF2-40B4-BE49-F238E27FC236}">
                <a16:creationId xmlns:a16="http://schemas.microsoft.com/office/drawing/2014/main" id="{9131E599-9AB9-DD15-AE9F-34261B94EAA9}"/>
              </a:ext>
            </a:extLst>
          </p:cNvPr>
          <p:cNvSpPr>
            <a:spLocks noGrp="1"/>
          </p:cNvSpPr>
          <p:nvPr>
            <p:ph type="ftr" sz="quarter" idx="13"/>
          </p:nvPr>
        </p:nvSpPr>
        <p:spPr/>
        <p:txBody>
          <a:bodyPr/>
          <a:lstStyle>
            <a:lvl1pPr>
              <a:defRPr>
                <a:solidFill>
                  <a:schemeClr val="bg1"/>
                </a:solidFill>
              </a:defRPr>
            </a:lvl1pPr>
          </a:lstStyle>
          <a:p>
            <a:r>
              <a:rPr lang="en-US"/>
              <a:t>General Motors</a:t>
            </a:r>
          </a:p>
        </p:txBody>
      </p:sp>
    </p:spTree>
    <p:extLst>
      <p:ext uri="{BB962C8B-B14F-4D97-AF65-F5344CB8AC3E}">
        <p14:creationId xmlns:p14="http://schemas.microsoft.com/office/powerpoint/2010/main" val="2337272919"/>
      </p:ext>
    </p:extLst>
  </p:cSld>
  <p:clrMapOvr>
    <a:overrideClrMapping bg1="lt1" tx1="dk1" bg2="lt2" tx2="dk2" accent1="accent1" accent2="accent2" accent3="accent3" accent4="accent4" accent5="accent5" accent6="accent6" hlink="hlink" folHlink="folHlink"/>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Divider, 2 columns, large">
    <p:bg>
      <p:bgRef idx="1001">
        <a:schemeClr val="bg1"/>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7E82033C-59C1-3122-B476-E7811CBB5A78}"/>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think-cell data - do not delete" hidden="1">
                        <a:extLst>
                          <a:ext uri="{FF2B5EF4-FFF2-40B4-BE49-F238E27FC236}">
                            <a16:creationId xmlns:a16="http://schemas.microsoft.com/office/drawing/2014/main" id="{7E82033C-59C1-3122-B476-E7811CBB5A78}"/>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6" name="Text Placeholder 3">
            <a:extLst>
              <a:ext uri="{FF2B5EF4-FFF2-40B4-BE49-F238E27FC236}">
                <a16:creationId xmlns:a16="http://schemas.microsoft.com/office/drawing/2014/main" id="{04784D3C-36E8-39B5-4EB7-01D852D31F5C}"/>
              </a:ext>
            </a:extLst>
          </p:cNvPr>
          <p:cNvSpPr>
            <a:spLocks noGrp="1"/>
          </p:cNvSpPr>
          <p:nvPr>
            <p:ph type="body" sz="half" idx="2" hasCustomPrompt="1"/>
          </p:nvPr>
        </p:nvSpPr>
        <p:spPr>
          <a:xfrm>
            <a:off x="304800" y="304801"/>
            <a:ext cx="5629209" cy="4940300"/>
          </a:xfrm>
        </p:spPr>
        <p:txBody>
          <a:bodyPr/>
          <a:lstStyle>
            <a:lvl1pPr marL="0" indent="0">
              <a:lnSpc>
                <a:spcPct val="90000"/>
              </a:lnSpc>
              <a:buNone/>
              <a:defRPr sz="4320" spc="-135" baseline="0">
                <a:solidFill>
                  <a:schemeClr val="tx1"/>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edit title for divider</a:t>
            </a:r>
          </a:p>
        </p:txBody>
      </p:sp>
      <p:sp>
        <p:nvSpPr>
          <p:cNvPr id="8" name="Text Placeholder 3">
            <a:extLst>
              <a:ext uri="{FF2B5EF4-FFF2-40B4-BE49-F238E27FC236}">
                <a16:creationId xmlns:a16="http://schemas.microsoft.com/office/drawing/2014/main" id="{DA862363-3DE7-F5E0-650A-216C4B09D536}"/>
              </a:ext>
            </a:extLst>
          </p:cNvPr>
          <p:cNvSpPr>
            <a:spLocks noGrp="1"/>
          </p:cNvSpPr>
          <p:nvPr>
            <p:ph type="body" sz="half" idx="13" hasCustomPrompt="1"/>
          </p:nvPr>
        </p:nvSpPr>
        <p:spPr>
          <a:xfrm>
            <a:off x="6257992" y="304801"/>
            <a:ext cx="5629208" cy="4940300"/>
          </a:xfrm>
        </p:spPr>
        <p:txBody>
          <a:bodyPr/>
          <a:lstStyle>
            <a:lvl1pPr marL="0" indent="0">
              <a:lnSpc>
                <a:spcPct val="90000"/>
              </a:lnSpc>
              <a:buNone/>
              <a:defRPr sz="4320" spc="-135" baseline="0">
                <a:solidFill>
                  <a:schemeClr val="tx1"/>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edit title for divider</a:t>
            </a:r>
          </a:p>
        </p:txBody>
      </p:sp>
    </p:spTree>
    <p:extLst>
      <p:ext uri="{BB962C8B-B14F-4D97-AF65-F5344CB8AC3E}">
        <p14:creationId xmlns:p14="http://schemas.microsoft.com/office/powerpoint/2010/main" val="1234114963"/>
      </p:ext>
    </p:extLst>
  </p:cSld>
  <p:clrMapOvr>
    <a:overrideClrMapping bg1="lt1" tx1="dk1" bg2="lt2" tx2="dk2" accent1="accent1" accent2="accent2" accent3="accent3" accent4="accent4" accent5="accent5" accent6="accent6" hlink="hlink" folHlink="folHlink"/>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Divider, 2 columns, large, gray">
    <p:bg>
      <p:bgPr>
        <a:solidFill>
          <a:srgbClr val="040A10"/>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7E82033C-59C1-3122-B476-E7811CBB5A78}"/>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think-cell data - do not delete" hidden="1">
                        <a:extLst>
                          <a:ext uri="{FF2B5EF4-FFF2-40B4-BE49-F238E27FC236}">
                            <a16:creationId xmlns:a16="http://schemas.microsoft.com/office/drawing/2014/main" id="{7E82033C-59C1-3122-B476-E7811CBB5A78}"/>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6" name="Text Placeholder 3">
            <a:extLst>
              <a:ext uri="{FF2B5EF4-FFF2-40B4-BE49-F238E27FC236}">
                <a16:creationId xmlns:a16="http://schemas.microsoft.com/office/drawing/2014/main" id="{04784D3C-36E8-39B5-4EB7-01D852D31F5C}"/>
              </a:ext>
            </a:extLst>
          </p:cNvPr>
          <p:cNvSpPr>
            <a:spLocks noGrp="1"/>
          </p:cNvSpPr>
          <p:nvPr>
            <p:ph type="body" sz="half" idx="2" hasCustomPrompt="1"/>
          </p:nvPr>
        </p:nvSpPr>
        <p:spPr>
          <a:xfrm>
            <a:off x="304800" y="304801"/>
            <a:ext cx="5629209" cy="4940300"/>
          </a:xfrm>
        </p:spPr>
        <p:txBody>
          <a:bodyPr/>
          <a:lstStyle>
            <a:lvl1pPr marL="0" indent="0">
              <a:lnSpc>
                <a:spcPct val="90000"/>
              </a:lnSpc>
              <a:buNone/>
              <a:defRPr sz="4320" spc="-135" baseline="0">
                <a:solidFill>
                  <a:schemeClr val="tx1"/>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edit title for divider</a:t>
            </a:r>
          </a:p>
        </p:txBody>
      </p:sp>
      <p:sp>
        <p:nvSpPr>
          <p:cNvPr id="8" name="Text Placeholder 3">
            <a:extLst>
              <a:ext uri="{FF2B5EF4-FFF2-40B4-BE49-F238E27FC236}">
                <a16:creationId xmlns:a16="http://schemas.microsoft.com/office/drawing/2014/main" id="{DA862363-3DE7-F5E0-650A-216C4B09D536}"/>
              </a:ext>
            </a:extLst>
          </p:cNvPr>
          <p:cNvSpPr>
            <a:spLocks noGrp="1"/>
          </p:cNvSpPr>
          <p:nvPr>
            <p:ph type="body" sz="half" idx="13" hasCustomPrompt="1"/>
          </p:nvPr>
        </p:nvSpPr>
        <p:spPr>
          <a:xfrm>
            <a:off x="6257992" y="304801"/>
            <a:ext cx="5629208" cy="4940300"/>
          </a:xfrm>
        </p:spPr>
        <p:txBody>
          <a:bodyPr/>
          <a:lstStyle>
            <a:lvl1pPr marL="0" indent="0">
              <a:lnSpc>
                <a:spcPct val="90000"/>
              </a:lnSpc>
              <a:buNone/>
              <a:defRPr sz="4320" spc="-135" baseline="0">
                <a:solidFill>
                  <a:schemeClr val="tx1"/>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edit title for divider</a:t>
            </a:r>
          </a:p>
        </p:txBody>
      </p:sp>
    </p:spTree>
    <p:extLst>
      <p:ext uri="{BB962C8B-B14F-4D97-AF65-F5344CB8AC3E}">
        <p14:creationId xmlns:p14="http://schemas.microsoft.com/office/powerpoint/2010/main" val="3163964154"/>
      </p:ext>
    </p:extLst>
  </p:cSld>
  <p:clrMapOvr>
    <a:overrideClrMapping bg1="dk1" tx1="lt1" bg2="dk2" tx2="lt2" accent1="accent1" accent2="accent2" accent3="accent3" accent4="accent4" accent5="accent5" accent6="accent6" hlink="hlink" folHlink="folHlink"/>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Divider, 2 columns, medium">
    <p:bg>
      <p:bgRef idx="1001">
        <a:schemeClr val="bg1"/>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7E82033C-59C1-3122-B476-E7811CBB5A78}"/>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think-cell data - do not delete" hidden="1">
                        <a:extLst>
                          <a:ext uri="{FF2B5EF4-FFF2-40B4-BE49-F238E27FC236}">
                            <a16:creationId xmlns:a16="http://schemas.microsoft.com/office/drawing/2014/main" id="{7E82033C-59C1-3122-B476-E7811CBB5A78}"/>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6" name="Text Placeholder 3">
            <a:extLst>
              <a:ext uri="{FF2B5EF4-FFF2-40B4-BE49-F238E27FC236}">
                <a16:creationId xmlns:a16="http://schemas.microsoft.com/office/drawing/2014/main" id="{04784D3C-36E8-39B5-4EB7-01D852D31F5C}"/>
              </a:ext>
            </a:extLst>
          </p:cNvPr>
          <p:cNvSpPr>
            <a:spLocks noGrp="1"/>
          </p:cNvSpPr>
          <p:nvPr>
            <p:ph type="body" sz="half" idx="2" hasCustomPrompt="1"/>
          </p:nvPr>
        </p:nvSpPr>
        <p:spPr>
          <a:xfrm>
            <a:off x="304800" y="304801"/>
            <a:ext cx="5629209" cy="4940300"/>
          </a:xfrm>
        </p:spPr>
        <p:txBody>
          <a:bodyPr/>
          <a:lstStyle>
            <a:lvl1pPr marL="0" indent="0">
              <a:lnSpc>
                <a:spcPct val="95000"/>
              </a:lnSpc>
              <a:buNone/>
              <a:defRPr sz="2700" spc="-36" baseline="0">
                <a:solidFill>
                  <a:schemeClr val="tx1"/>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edit title for divider</a:t>
            </a:r>
          </a:p>
        </p:txBody>
      </p:sp>
      <p:sp>
        <p:nvSpPr>
          <p:cNvPr id="8" name="Text Placeholder 3">
            <a:extLst>
              <a:ext uri="{FF2B5EF4-FFF2-40B4-BE49-F238E27FC236}">
                <a16:creationId xmlns:a16="http://schemas.microsoft.com/office/drawing/2014/main" id="{DA862363-3DE7-F5E0-650A-216C4B09D536}"/>
              </a:ext>
            </a:extLst>
          </p:cNvPr>
          <p:cNvSpPr>
            <a:spLocks noGrp="1"/>
          </p:cNvSpPr>
          <p:nvPr>
            <p:ph type="body" sz="half" idx="13" hasCustomPrompt="1"/>
          </p:nvPr>
        </p:nvSpPr>
        <p:spPr>
          <a:xfrm>
            <a:off x="6257992" y="304801"/>
            <a:ext cx="5629208" cy="4940300"/>
          </a:xfrm>
        </p:spPr>
        <p:txBody>
          <a:bodyPr/>
          <a:lstStyle>
            <a:lvl1pPr marL="0" indent="0">
              <a:lnSpc>
                <a:spcPct val="95000"/>
              </a:lnSpc>
              <a:buNone/>
              <a:defRPr sz="2700" spc="-36" baseline="0">
                <a:solidFill>
                  <a:schemeClr val="tx1"/>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edit title for divider</a:t>
            </a:r>
          </a:p>
        </p:txBody>
      </p:sp>
    </p:spTree>
    <p:extLst>
      <p:ext uri="{BB962C8B-B14F-4D97-AF65-F5344CB8AC3E}">
        <p14:creationId xmlns:p14="http://schemas.microsoft.com/office/powerpoint/2010/main" val="3656846652"/>
      </p:ext>
    </p:extLst>
  </p:cSld>
  <p:clrMapOvr>
    <a:overrideClrMapping bg1="lt1" tx1="dk1" bg2="lt2" tx2="dk2" accent1="accent1" accent2="accent2" accent3="accent3" accent4="accent4" accent5="accent5" accent6="accent6" hlink="hlink" folHlink="folHlink"/>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Divider, 2 columns, medium, gray">
    <p:bg>
      <p:bgPr>
        <a:solidFill>
          <a:srgbClr val="040A10"/>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7E82033C-59C1-3122-B476-E7811CBB5A78}"/>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think-cell data - do not delete" hidden="1">
                        <a:extLst>
                          <a:ext uri="{FF2B5EF4-FFF2-40B4-BE49-F238E27FC236}">
                            <a16:creationId xmlns:a16="http://schemas.microsoft.com/office/drawing/2014/main" id="{7E82033C-59C1-3122-B476-E7811CBB5A78}"/>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6" name="Text Placeholder 3">
            <a:extLst>
              <a:ext uri="{FF2B5EF4-FFF2-40B4-BE49-F238E27FC236}">
                <a16:creationId xmlns:a16="http://schemas.microsoft.com/office/drawing/2014/main" id="{04784D3C-36E8-39B5-4EB7-01D852D31F5C}"/>
              </a:ext>
            </a:extLst>
          </p:cNvPr>
          <p:cNvSpPr>
            <a:spLocks noGrp="1"/>
          </p:cNvSpPr>
          <p:nvPr>
            <p:ph type="body" sz="half" idx="2" hasCustomPrompt="1"/>
          </p:nvPr>
        </p:nvSpPr>
        <p:spPr>
          <a:xfrm>
            <a:off x="304800" y="304801"/>
            <a:ext cx="5629209" cy="4940300"/>
          </a:xfrm>
        </p:spPr>
        <p:txBody>
          <a:bodyPr/>
          <a:lstStyle>
            <a:lvl1pPr marL="0" indent="0">
              <a:lnSpc>
                <a:spcPct val="95000"/>
              </a:lnSpc>
              <a:buNone/>
              <a:defRPr sz="2700" spc="-36" baseline="0">
                <a:solidFill>
                  <a:schemeClr val="tx1"/>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edit title for divider</a:t>
            </a:r>
          </a:p>
        </p:txBody>
      </p:sp>
      <p:sp>
        <p:nvSpPr>
          <p:cNvPr id="8" name="Text Placeholder 3">
            <a:extLst>
              <a:ext uri="{FF2B5EF4-FFF2-40B4-BE49-F238E27FC236}">
                <a16:creationId xmlns:a16="http://schemas.microsoft.com/office/drawing/2014/main" id="{DA862363-3DE7-F5E0-650A-216C4B09D536}"/>
              </a:ext>
            </a:extLst>
          </p:cNvPr>
          <p:cNvSpPr>
            <a:spLocks noGrp="1"/>
          </p:cNvSpPr>
          <p:nvPr>
            <p:ph type="body" sz="half" idx="13" hasCustomPrompt="1"/>
          </p:nvPr>
        </p:nvSpPr>
        <p:spPr>
          <a:xfrm>
            <a:off x="6257992" y="304801"/>
            <a:ext cx="5629208" cy="4940300"/>
          </a:xfrm>
        </p:spPr>
        <p:txBody>
          <a:bodyPr/>
          <a:lstStyle>
            <a:lvl1pPr marL="0" indent="0">
              <a:lnSpc>
                <a:spcPct val="95000"/>
              </a:lnSpc>
              <a:buNone/>
              <a:defRPr sz="2700" spc="-36" baseline="0">
                <a:solidFill>
                  <a:schemeClr val="tx1"/>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edit title for divider</a:t>
            </a:r>
          </a:p>
        </p:txBody>
      </p:sp>
    </p:spTree>
    <p:extLst>
      <p:ext uri="{BB962C8B-B14F-4D97-AF65-F5344CB8AC3E}">
        <p14:creationId xmlns:p14="http://schemas.microsoft.com/office/powerpoint/2010/main" val="2057232266"/>
      </p:ext>
    </p:extLst>
  </p:cSld>
  <p:clrMapOvr>
    <a:overrideClrMapping bg1="dk1" tx1="lt1" bg2="dk2" tx2="lt2" accent1="accent1" accent2="accent2" accent3="accent3" accent4="accent4" accent5="accent5" accent6="accent6" hlink="hlink" folHlink="folHlink"/>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showMasterSp="0" preserve="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14AD8AB1-1ED9-07D1-3AB9-13A04A61F7A8}"/>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think-cell data - do not delete" hidden="1">
                        <a:extLst>
                          <a:ext uri="{FF2B5EF4-FFF2-40B4-BE49-F238E27FC236}">
                            <a16:creationId xmlns:a16="http://schemas.microsoft.com/office/drawing/2014/main" id="{14AD8AB1-1ED9-07D1-3AB9-13A04A61F7A8}"/>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4" name="TextBox 3">
            <a:extLst>
              <a:ext uri="{FF2B5EF4-FFF2-40B4-BE49-F238E27FC236}">
                <a16:creationId xmlns:a16="http://schemas.microsoft.com/office/drawing/2014/main" id="{CA5B7D89-C619-ADCC-BB12-81B14D1AFB35}"/>
              </a:ext>
            </a:extLst>
          </p:cNvPr>
          <p:cNvSpPr txBox="1"/>
          <p:nvPr/>
        </p:nvSpPr>
        <p:spPr>
          <a:xfrm>
            <a:off x="304800" y="1612900"/>
            <a:ext cx="11582400" cy="4480560"/>
          </a:xfrm>
          <a:prstGeom prst="rect">
            <a:avLst/>
          </a:prstGeom>
          <a:noFill/>
        </p:spPr>
        <p:txBody>
          <a:bodyPr wrap="square" lIns="0" tIns="0" rIns="0" bIns="0" rtlCol="0" anchor="t">
            <a:noAutofit/>
          </a:bodyPr>
          <a:lstStyle/>
          <a:p>
            <a:pPr algn="l">
              <a:lnSpc>
                <a:spcPct val="75000"/>
              </a:lnSpc>
            </a:pPr>
            <a:r>
              <a:rPr lang="en-US" sz="12960" b="0" i="0" spc="-450" baseline="0">
                <a:solidFill>
                  <a:schemeClr val="tx1"/>
                </a:solidFill>
                <a:latin typeface="Overpass Medium" pitchFamily="2" charset="77"/>
              </a:rPr>
              <a:t>Agenda</a:t>
            </a:r>
          </a:p>
        </p:txBody>
      </p:sp>
    </p:spTree>
    <p:extLst>
      <p:ext uri="{BB962C8B-B14F-4D97-AF65-F5344CB8AC3E}">
        <p14:creationId xmlns:p14="http://schemas.microsoft.com/office/powerpoint/2010/main" val="809476413"/>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p:cSld name="Agenda, image, numerals">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A19839E8-6DDD-5C79-ECE5-E791C083523C}"/>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think-cell data - do not delete" hidden="1">
                        <a:extLst>
                          <a:ext uri="{FF2B5EF4-FFF2-40B4-BE49-F238E27FC236}">
                            <a16:creationId xmlns:a16="http://schemas.microsoft.com/office/drawing/2014/main" id="{A19839E8-6DDD-5C79-ECE5-E791C083523C}"/>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3" name="Picture Placeholder 2"/>
          <p:cNvSpPr>
            <a:spLocks noGrp="1" noChangeAspect="1"/>
          </p:cNvSpPr>
          <p:nvPr>
            <p:ph type="pic" idx="1"/>
          </p:nvPr>
        </p:nvSpPr>
        <p:spPr>
          <a:xfrm>
            <a:off x="6248400" y="304802"/>
            <a:ext cx="5638800" cy="5638799"/>
          </a:xfrm>
          <a:solidFill>
            <a:srgbClr val="E8E6E3"/>
          </a:solidFill>
        </p:spPr>
        <p:txBody>
          <a:bodyPr vert="horz" lIns="0" tIns="0" rIns="0" bIns="0" rtlCol="0">
            <a:noAutofit/>
          </a:bodyPr>
          <a:lstStyle>
            <a:lvl1pPr>
              <a:defRPr lang="en-US" dirty="0"/>
            </a:lvl1pPr>
          </a:lstStyle>
          <a:p>
            <a:pPr lvl="0"/>
            <a:r>
              <a:rPr lang="en-US"/>
              <a:t>Click icon to add picture</a:t>
            </a:r>
          </a:p>
        </p:txBody>
      </p:sp>
      <p:sp>
        <p:nvSpPr>
          <p:cNvPr id="4" name="Text Placeholder 3"/>
          <p:cNvSpPr>
            <a:spLocks noGrp="1"/>
          </p:cNvSpPr>
          <p:nvPr>
            <p:ph type="body" sz="half" idx="2" hasCustomPrompt="1"/>
          </p:nvPr>
        </p:nvSpPr>
        <p:spPr>
          <a:xfrm>
            <a:off x="304800" y="1612902"/>
            <a:ext cx="5638800" cy="4330699"/>
          </a:xfrm>
        </p:spPr>
        <p:txBody>
          <a:bodyPr/>
          <a:lstStyle>
            <a:lvl1pPr marL="625793" indent="-625793">
              <a:lnSpc>
                <a:spcPct val="100000"/>
              </a:lnSpc>
              <a:buFont typeface="+mj-lt"/>
              <a:buNone/>
              <a:tabLst/>
              <a:defRPr sz="2160" spc="-36" baseline="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01	Agenda item</a:t>
            </a:r>
          </a:p>
        </p:txBody>
      </p:sp>
      <p:sp>
        <p:nvSpPr>
          <p:cNvPr id="5" name="Title 4">
            <a:extLst>
              <a:ext uri="{FF2B5EF4-FFF2-40B4-BE49-F238E27FC236}">
                <a16:creationId xmlns:a16="http://schemas.microsoft.com/office/drawing/2014/main" id="{9D2C84E1-7C26-6666-E5AE-3CD68D2C1818}"/>
              </a:ext>
            </a:extLst>
          </p:cNvPr>
          <p:cNvSpPr>
            <a:spLocks noGrp="1"/>
          </p:cNvSpPr>
          <p:nvPr>
            <p:ph type="title" hasCustomPrompt="1"/>
          </p:nvPr>
        </p:nvSpPr>
        <p:spPr>
          <a:xfrm>
            <a:off x="304800" y="304802"/>
            <a:ext cx="5638800" cy="1003299"/>
          </a:xfrm>
        </p:spPr>
        <p:txBody>
          <a:bodyPr vert="horz"/>
          <a:lstStyle/>
          <a:p>
            <a:r>
              <a:rPr lang="en-US"/>
              <a:t>Click to add Agenda title</a:t>
            </a:r>
          </a:p>
        </p:txBody>
      </p:sp>
    </p:spTree>
    <p:extLst>
      <p:ext uri="{BB962C8B-B14F-4D97-AF65-F5344CB8AC3E}">
        <p14:creationId xmlns:p14="http://schemas.microsoft.com/office/powerpoint/2010/main" val="2811664882"/>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Agenda, 3 columns, numerals">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A56397C2-4072-2F20-189F-0A8B528A4DD8}"/>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3" name="think-cell data - do not delete" hidden="1">
                        <a:extLst>
                          <a:ext uri="{FF2B5EF4-FFF2-40B4-BE49-F238E27FC236}">
                            <a16:creationId xmlns:a16="http://schemas.microsoft.com/office/drawing/2014/main" id="{A56397C2-4072-2F20-189F-0A8B528A4DD8}"/>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15" name="Text Placeholder 7">
            <a:extLst>
              <a:ext uri="{FF2B5EF4-FFF2-40B4-BE49-F238E27FC236}">
                <a16:creationId xmlns:a16="http://schemas.microsoft.com/office/drawing/2014/main" id="{74E5D24C-DAE2-7EF3-FA7D-D0E73797E9D4}"/>
              </a:ext>
            </a:extLst>
          </p:cNvPr>
          <p:cNvSpPr>
            <a:spLocks noGrp="1"/>
          </p:cNvSpPr>
          <p:nvPr>
            <p:ph type="body" sz="quarter" idx="17" hasCustomPrompt="1"/>
          </p:nvPr>
        </p:nvSpPr>
        <p:spPr>
          <a:xfrm>
            <a:off x="8233775" y="1433359"/>
            <a:ext cx="3657600" cy="1970588"/>
          </a:xfrm>
          <a:noFill/>
        </p:spPr>
        <p:txBody>
          <a:bodyPr anchor="t"/>
          <a:lstStyle>
            <a:lvl1pPr>
              <a:lnSpc>
                <a:spcPct val="100000"/>
              </a:lnSpc>
              <a:spcAft>
                <a:spcPts val="0"/>
              </a:spcAft>
              <a:defRPr sz="15120" b="0" i="0">
                <a:solidFill>
                  <a:schemeClr val="tx2"/>
                </a:solidFill>
                <a:latin typeface="Overpass ExtraLight" pitchFamily="2" charset="77"/>
              </a:defRPr>
            </a:lvl1pPr>
            <a:lvl2pPr marL="4287" indent="0">
              <a:buNone/>
              <a:defRPr/>
            </a:lvl2pPr>
            <a:lvl3pPr marL="207170" indent="-202883">
              <a:tabLst/>
              <a:defRPr/>
            </a:lvl3pPr>
            <a:lvl4pPr marL="414338" indent="-207170">
              <a:tabLst/>
              <a:defRPr/>
            </a:lvl4pPr>
            <a:lvl5pPr marL="621507" indent="-195740">
              <a:tabLst/>
              <a:defRPr/>
            </a:lvl5pPr>
          </a:lstStyle>
          <a:p>
            <a:pPr lvl="0"/>
            <a:r>
              <a:rPr lang="en-US"/>
              <a:t>0</a:t>
            </a:r>
          </a:p>
        </p:txBody>
      </p:sp>
      <p:sp>
        <p:nvSpPr>
          <p:cNvPr id="12" name="Text Placeholder 7">
            <a:extLst>
              <a:ext uri="{FF2B5EF4-FFF2-40B4-BE49-F238E27FC236}">
                <a16:creationId xmlns:a16="http://schemas.microsoft.com/office/drawing/2014/main" id="{BA3E7FDB-11EE-7985-54E8-E6B39F754607}"/>
              </a:ext>
            </a:extLst>
          </p:cNvPr>
          <p:cNvSpPr>
            <a:spLocks noGrp="1"/>
          </p:cNvSpPr>
          <p:nvPr>
            <p:ph type="body" sz="quarter" idx="15" hasCustomPrompt="1"/>
          </p:nvPr>
        </p:nvSpPr>
        <p:spPr>
          <a:xfrm>
            <a:off x="304800" y="1433359"/>
            <a:ext cx="3657600" cy="1970588"/>
          </a:xfrm>
          <a:noFill/>
        </p:spPr>
        <p:txBody>
          <a:bodyPr anchor="t"/>
          <a:lstStyle>
            <a:lvl1pPr>
              <a:lnSpc>
                <a:spcPct val="100000"/>
              </a:lnSpc>
              <a:spcAft>
                <a:spcPts val="0"/>
              </a:spcAft>
              <a:defRPr sz="15120" b="0" i="0">
                <a:solidFill>
                  <a:schemeClr val="tx2"/>
                </a:solidFill>
                <a:latin typeface="Overpass ExtraLight" pitchFamily="2" charset="77"/>
              </a:defRPr>
            </a:lvl1pPr>
            <a:lvl2pPr marL="4287" indent="0">
              <a:buNone/>
              <a:defRPr/>
            </a:lvl2pPr>
            <a:lvl3pPr marL="207170" indent="-202883">
              <a:tabLst/>
              <a:defRPr/>
            </a:lvl3pPr>
            <a:lvl4pPr marL="414338" indent="-207170">
              <a:tabLst/>
              <a:defRPr/>
            </a:lvl4pPr>
            <a:lvl5pPr marL="621507" indent="-195740">
              <a:tabLst/>
              <a:defRPr/>
            </a:lvl5pPr>
          </a:lstStyle>
          <a:p>
            <a:pPr lvl="0"/>
            <a:r>
              <a:rPr lang="en-US"/>
              <a:t>0</a:t>
            </a:r>
          </a:p>
        </p:txBody>
      </p:sp>
      <p:sp>
        <p:nvSpPr>
          <p:cNvPr id="14" name="Text Placeholder 7">
            <a:extLst>
              <a:ext uri="{FF2B5EF4-FFF2-40B4-BE49-F238E27FC236}">
                <a16:creationId xmlns:a16="http://schemas.microsoft.com/office/drawing/2014/main" id="{17266301-0BA5-D0F7-0B9B-5AC826892D30}"/>
              </a:ext>
            </a:extLst>
          </p:cNvPr>
          <p:cNvSpPr>
            <a:spLocks noGrp="1"/>
          </p:cNvSpPr>
          <p:nvPr>
            <p:ph type="body" sz="quarter" idx="16" hasCustomPrompt="1"/>
          </p:nvPr>
        </p:nvSpPr>
        <p:spPr>
          <a:xfrm>
            <a:off x="4263024" y="1433359"/>
            <a:ext cx="3657600" cy="1970588"/>
          </a:xfrm>
          <a:noFill/>
        </p:spPr>
        <p:txBody>
          <a:bodyPr anchor="t"/>
          <a:lstStyle>
            <a:lvl1pPr>
              <a:lnSpc>
                <a:spcPct val="100000"/>
              </a:lnSpc>
              <a:spcAft>
                <a:spcPts val="0"/>
              </a:spcAft>
              <a:defRPr sz="15120" b="0" i="0">
                <a:solidFill>
                  <a:schemeClr val="tx2"/>
                </a:solidFill>
                <a:latin typeface="Overpass ExtraLight" pitchFamily="2" charset="77"/>
              </a:defRPr>
            </a:lvl1pPr>
            <a:lvl2pPr marL="4287" indent="0">
              <a:buNone/>
              <a:defRPr/>
            </a:lvl2pPr>
            <a:lvl3pPr marL="207170" indent="-202883">
              <a:tabLst/>
              <a:defRPr/>
            </a:lvl3pPr>
            <a:lvl4pPr marL="414338" indent="-207170">
              <a:tabLst/>
              <a:defRPr/>
            </a:lvl4pPr>
            <a:lvl5pPr marL="621507" indent="-195740">
              <a:tabLst/>
              <a:defRPr/>
            </a:lvl5pPr>
          </a:lstStyle>
          <a:p>
            <a:pPr lvl="0"/>
            <a:r>
              <a:rPr lang="en-US"/>
              <a:t>0</a:t>
            </a:r>
          </a:p>
        </p:txBody>
      </p:sp>
      <p:sp>
        <p:nvSpPr>
          <p:cNvPr id="2" name="Title 1">
            <a:extLst>
              <a:ext uri="{FF2B5EF4-FFF2-40B4-BE49-F238E27FC236}">
                <a16:creationId xmlns:a16="http://schemas.microsoft.com/office/drawing/2014/main" id="{7F89CE17-C567-6326-19F3-F24A3CE5AD5C}"/>
              </a:ext>
            </a:extLst>
          </p:cNvPr>
          <p:cNvSpPr>
            <a:spLocks noGrp="1"/>
          </p:cNvSpPr>
          <p:nvPr>
            <p:ph type="title" hasCustomPrompt="1"/>
          </p:nvPr>
        </p:nvSpPr>
        <p:spPr/>
        <p:txBody>
          <a:bodyPr vert="horz"/>
          <a:lstStyle/>
          <a:p>
            <a:r>
              <a:rPr lang="en-US"/>
              <a:t>Click to add Agenda title</a:t>
            </a:r>
          </a:p>
        </p:txBody>
      </p:sp>
      <p:cxnSp>
        <p:nvCxnSpPr>
          <p:cNvPr id="9" name="Straight Connector 8">
            <a:extLst>
              <a:ext uri="{FF2B5EF4-FFF2-40B4-BE49-F238E27FC236}">
                <a16:creationId xmlns:a16="http://schemas.microsoft.com/office/drawing/2014/main" id="{0E0274DD-6B02-B6B8-AB7F-C792820B8460}"/>
              </a:ext>
            </a:extLst>
          </p:cNvPr>
          <p:cNvCxnSpPr/>
          <p:nvPr/>
        </p:nvCxnSpPr>
        <p:spPr>
          <a:xfrm>
            <a:off x="304800" y="3588707"/>
            <a:ext cx="3657600" cy="0"/>
          </a:xfrm>
          <a:prstGeom prst="line">
            <a:avLst/>
          </a:prstGeom>
          <a:ln w="12700">
            <a:solidFill>
              <a:srgbClr val="D2CFCA"/>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3B6DA6BC-0518-FCAD-805B-012EED110046}"/>
              </a:ext>
            </a:extLst>
          </p:cNvPr>
          <p:cNvCxnSpPr>
            <a:cxnSpLocks/>
          </p:cNvCxnSpPr>
          <p:nvPr/>
        </p:nvCxnSpPr>
        <p:spPr>
          <a:xfrm>
            <a:off x="4267200" y="3588707"/>
            <a:ext cx="3657600" cy="0"/>
          </a:xfrm>
          <a:prstGeom prst="line">
            <a:avLst/>
          </a:prstGeom>
          <a:ln w="12700">
            <a:solidFill>
              <a:srgbClr val="D2CFCA"/>
            </a:solidFill>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5482C122-00ED-A108-A81C-4A606869AE1A}"/>
              </a:ext>
            </a:extLst>
          </p:cNvPr>
          <p:cNvCxnSpPr>
            <a:cxnSpLocks/>
          </p:cNvCxnSpPr>
          <p:nvPr/>
        </p:nvCxnSpPr>
        <p:spPr>
          <a:xfrm>
            <a:off x="8231688" y="3588707"/>
            <a:ext cx="3657600" cy="0"/>
          </a:xfrm>
          <a:prstGeom prst="line">
            <a:avLst/>
          </a:prstGeom>
          <a:ln w="12700">
            <a:solidFill>
              <a:srgbClr val="D2CFCA"/>
            </a:solidFill>
          </a:ln>
        </p:spPr>
        <p:style>
          <a:lnRef idx="2">
            <a:schemeClr val="accent1"/>
          </a:lnRef>
          <a:fillRef idx="0">
            <a:schemeClr val="accent1"/>
          </a:fillRef>
          <a:effectRef idx="1">
            <a:schemeClr val="accent1"/>
          </a:effectRef>
          <a:fontRef idx="minor">
            <a:schemeClr val="tx1"/>
          </a:fontRef>
        </p:style>
      </p:cxnSp>
      <p:sp>
        <p:nvSpPr>
          <p:cNvPr id="3" name="Text Placeholder 7">
            <a:extLst>
              <a:ext uri="{FF2B5EF4-FFF2-40B4-BE49-F238E27FC236}">
                <a16:creationId xmlns:a16="http://schemas.microsoft.com/office/drawing/2014/main" id="{4597782A-3962-783C-0387-D757A5CFC13F}"/>
              </a:ext>
            </a:extLst>
          </p:cNvPr>
          <p:cNvSpPr>
            <a:spLocks noGrp="1"/>
          </p:cNvSpPr>
          <p:nvPr>
            <p:ph type="body" sz="quarter" idx="12"/>
          </p:nvPr>
        </p:nvSpPr>
        <p:spPr>
          <a:xfrm>
            <a:off x="304800" y="3739896"/>
            <a:ext cx="3657600" cy="1810000"/>
          </a:xfrm>
          <a:noFill/>
        </p:spPr>
        <p:txBody>
          <a:bodyPr/>
          <a:lstStyle>
            <a:lvl1pPr>
              <a:spcBef>
                <a:spcPts val="0"/>
              </a:spcBef>
              <a:spcAft>
                <a:spcPts val="0"/>
              </a:spcAft>
              <a:defRPr sz="1440" b="1" i="0">
                <a:solidFill>
                  <a:schemeClr val="tx2"/>
                </a:solidFill>
                <a:latin typeface="Overpass SemiBold" pitchFamily="2" charset="77"/>
              </a:defRPr>
            </a:lvl1pPr>
            <a:lvl2pPr marL="4287" indent="0">
              <a:buNone/>
              <a:defRPr sz="1440"/>
            </a:lvl2pPr>
            <a:lvl3pPr marL="207170" indent="-202883">
              <a:tabLst/>
              <a:defRPr sz="1440"/>
            </a:lvl3pPr>
            <a:lvl4pPr marL="414338" indent="-207170">
              <a:tabLst/>
              <a:defRPr sz="1440"/>
            </a:lvl4pPr>
            <a:lvl5pPr marL="621507" indent="-195740">
              <a:tabLst/>
              <a:defRPr sz="144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2B88A823-E23F-533D-F005-5175C3F90DE7}"/>
              </a:ext>
            </a:extLst>
          </p:cNvPr>
          <p:cNvSpPr>
            <a:spLocks noGrp="1"/>
          </p:cNvSpPr>
          <p:nvPr>
            <p:ph type="body" sz="quarter" idx="13"/>
          </p:nvPr>
        </p:nvSpPr>
        <p:spPr>
          <a:xfrm>
            <a:off x="4267200" y="3739896"/>
            <a:ext cx="3657600" cy="1810000"/>
          </a:xfrm>
          <a:noFill/>
        </p:spPr>
        <p:txBody>
          <a:bodyPr/>
          <a:lstStyle>
            <a:lvl1pPr>
              <a:spcBef>
                <a:spcPts val="0"/>
              </a:spcBef>
              <a:spcAft>
                <a:spcPts val="0"/>
              </a:spcAft>
              <a:defRPr sz="1440" b="1" i="0">
                <a:solidFill>
                  <a:schemeClr val="tx2"/>
                </a:solidFill>
                <a:latin typeface="Overpass SemiBold" pitchFamily="2" charset="77"/>
              </a:defRPr>
            </a:lvl1pPr>
            <a:lvl2pPr marL="4287" indent="0">
              <a:buNone/>
              <a:defRPr sz="1440"/>
            </a:lvl2pPr>
            <a:lvl3pPr marL="207170" indent="-202883">
              <a:tabLst/>
              <a:defRPr sz="1440"/>
            </a:lvl3pPr>
            <a:lvl4pPr marL="414338" indent="-207170">
              <a:tabLst/>
              <a:defRPr sz="1440"/>
            </a:lvl4pPr>
            <a:lvl5pPr marL="621507" indent="-195740">
              <a:tabLst/>
              <a:defRPr sz="144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7">
            <a:extLst>
              <a:ext uri="{FF2B5EF4-FFF2-40B4-BE49-F238E27FC236}">
                <a16:creationId xmlns:a16="http://schemas.microsoft.com/office/drawing/2014/main" id="{5FAEF27F-D25D-40B8-C5FB-8A7EA7A67F8E}"/>
              </a:ext>
            </a:extLst>
          </p:cNvPr>
          <p:cNvSpPr>
            <a:spLocks noGrp="1"/>
          </p:cNvSpPr>
          <p:nvPr>
            <p:ph type="body" sz="quarter" idx="14"/>
          </p:nvPr>
        </p:nvSpPr>
        <p:spPr>
          <a:xfrm>
            <a:off x="8231688" y="3739896"/>
            <a:ext cx="3657600" cy="1810000"/>
          </a:xfrm>
          <a:noFill/>
        </p:spPr>
        <p:txBody>
          <a:bodyPr/>
          <a:lstStyle>
            <a:lvl1pPr>
              <a:spcBef>
                <a:spcPts val="0"/>
              </a:spcBef>
              <a:spcAft>
                <a:spcPts val="0"/>
              </a:spcAft>
              <a:defRPr sz="1440" b="1" i="0">
                <a:solidFill>
                  <a:schemeClr val="tx2"/>
                </a:solidFill>
                <a:latin typeface="Overpass SemiBold" pitchFamily="2" charset="77"/>
              </a:defRPr>
            </a:lvl1pPr>
            <a:lvl2pPr marL="4287" indent="0">
              <a:buNone/>
              <a:defRPr sz="1440"/>
            </a:lvl2pPr>
            <a:lvl3pPr marL="207170" indent="-202883">
              <a:tabLst/>
              <a:defRPr sz="1440"/>
            </a:lvl3pPr>
            <a:lvl4pPr marL="414338" indent="-207170">
              <a:tabLst/>
              <a:defRPr sz="1440"/>
            </a:lvl4pPr>
            <a:lvl5pPr marL="621507" indent="-195740">
              <a:tabLst/>
              <a:defRPr sz="144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09895854"/>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p:cSld name="Agenda, image">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A19839E8-6DDD-5C79-ECE5-E791C083523C}"/>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think-cell data - do not delete" hidden="1">
                        <a:extLst>
                          <a:ext uri="{FF2B5EF4-FFF2-40B4-BE49-F238E27FC236}">
                            <a16:creationId xmlns:a16="http://schemas.microsoft.com/office/drawing/2014/main" id="{A19839E8-6DDD-5C79-ECE5-E791C083523C}"/>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3" name="Picture Placeholder 2"/>
          <p:cNvSpPr>
            <a:spLocks noGrp="1" noChangeAspect="1"/>
          </p:cNvSpPr>
          <p:nvPr>
            <p:ph type="pic" idx="1"/>
          </p:nvPr>
        </p:nvSpPr>
        <p:spPr>
          <a:xfrm>
            <a:off x="6248400" y="304802"/>
            <a:ext cx="5638800" cy="5638799"/>
          </a:xfrm>
          <a:solidFill>
            <a:srgbClr val="E8E6E3"/>
          </a:solidFill>
        </p:spPr>
        <p:txBody>
          <a:bodyPr vert="horz" lIns="0" tIns="0" rIns="0" bIns="0" rtlCol="0">
            <a:noAutofit/>
          </a:bodyPr>
          <a:lstStyle>
            <a:lvl1pPr>
              <a:defRPr lang="en-US" dirty="0"/>
            </a:lvl1pPr>
          </a:lstStyle>
          <a:p>
            <a:pPr lvl="0"/>
            <a:r>
              <a:rPr lang="en-US"/>
              <a:t>Click icon to add picture</a:t>
            </a:r>
          </a:p>
        </p:txBody>
      </p:sp>
      <p:sp>
        <p:nvSpPr>
          <p:cNvPr id="5" name="Title 4">
            <a:extLst>
              <a:ext uri="{FF2B5EF4-FFF2-40B4-BE49-F238E27FC236}">
                <a16:creationId xmlns:a16="http://schemas.microsoft.com/office/drawing/2014/main" id="{9D2C84E1-7C26-6666-E5AE-3CD68D2C1818}"/>
              </a:ext>
            </a:extLst>
          </p:cNvPr>
          <p:cNvSpPr>
            <a:spLocks noGrp="1"/>
          </p:cNvSpPr>
          <p:nvPr>
            <p:ph type="title" hasCustomPrompt="1"/>
          </p:nvPr>
        </p:nvSpPr>
        <p:spPr>
          <a:xfrm>
            <a:off x="304800" y="304802"/>
            <a:ext cx="5638800" cy="1003299"/>
          </a:xfrm>
        </p:spPr>
        <p:txBody>
          <a:bodyPr vert="horz"/>
          <a:lstStyle/>
          <a:p>
            <a:r>
              <a:rPr lang="en-US"/>
              <a:t>Click to add Agenda title</a:t>
            </a:r>
          </a:p>
        </p:txBody>
      </p:sp>
      <p:sp>
        <p:nvSpPr>
          <p:cNvPr id="9" name="Text Placeholder 7">
            <a:extLst>
              <a:ext uri="{FF2B5EF4-FFF2-40B4-BE49-F238E27FC236}">
                <a16:creationId xmlns:a16="http://schemas.microsoft.com/office/drawing/2014/main" id="{EB5A47B1-A8D9-C269-5FC8-BE4F048E09FB}"/>
              </a:ext>
            </a:extLst>
          </p:cNvPr>
          <p:cNvSpPr>
            <a:spLocks noGrp="1"/>
          </p:cNvSpPr>
          <p:nvPr>
            <p:ph type="body" sz="quarter" idx="12"/>
          </p:nvPr>
        </p:nvSpPr>
        <p:spPr>
          <a:xfrm>
            <a:off x="304800" y="1612900"/>
            <a:ext cx="4648200" cy="4330700"/>
          </a:xfrm>
          <a:noFill/>
        </p:spPr>
        <p:txBody>
          <a:bodyPr/>
          <a:lstStyle>
            <a:lvl1pPr>
              <a:spcBef>
                <a:spcPts val="2160"/>
              </a:spcBef>
              <a:spcAft>
                <a:spcPts val="0"/>
              </a:spcAft>
              <a:defRPr sz="1440" b="1" i="0">
                <a:solidFill>
                  <a:schemeClr val="tx2"/>
                </a:solidFill>
                <a:latin typeface="Overpass SemiBold" pitchFamily="2" charset="77"/>
              </a:defRPr>
            </a:lvl1pPr>
            <a:lvl2pPr marL="4287" indent="0">
              <a:buNone/>
              <a:defRPr sz="1440"/>
            </a:lvl2pPr>
            <a:lvl3pPr marL="207170" indent="-202883">
              <a:tabLst/>
              <a:defRPr sz="1440"/>
            </a:lvl3pPr>
            <a:lvl4pPr marL="414338" indent="-207170">
              <a:tabLst/>
              <a:defRPr sz="1440"/>
            </a:lvl4pPr>
            <a:lvl5pPr marL="621507" indent="-195740">
              <a:tabLst/>
              <a:defRPr sz="144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67461057"/>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p:cSld name="Agenda, 2 columns">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A19839E8-6DDD-5C79-ECE5-E791C083523C}"/>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think-cell data - do not delete" hidden="1">
                        <a:extLst>
                          <a:ext uri="{FF2B5EF4-FFF2-40B4-BE49-F238E27FC236}">
                            <a16:creationId xmlns:a16="http://schemas.microsoft.com/office/drawing/2014/main" id="{A19839E8-6DDD-5C79-ECE5-E791C083523C}"/>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9D2C84E1-7C26-6666-E5AE-3CD68D2C1818}"/>
              </a:ext>
            </a:extLst>
          </p:cNvPr>
          <p:cNvSpPr>
            <a:spLocks noGrp="1"/>
          </p:cNvSpPr>
          <p:nvPr>
            <p:ph type="title" hasCustomPrompt="1"/>
          </p:nvPr>
        </p:nvSpPr>
        <p:spPr>
          <a:xfrm>
            <a:off x="304800" y="304802"/>
            <a:ext cx="7620000" cy="1003299"/>
          </a:xfrm>
        </p:spPr>
        <p:txBody>
          <a:bodyPr vert="horz"/>
          <a:lstStyle/>
          <a:p>
            <a:r>
              <a:rPr lang="en-US"/>
              <a:t>Click to add Agenda title</a:t>
            </a:r>
          </a:p>
        </p:txBody>
      </p:sp>
      <p:sp>
        <p:nvSpPr>
          <p:cNvPr id="9" name="Text Placeholder 7">
            <a:extLst>
              <a:ext uri="{FF2B5EF4-FFF2-40B4-BE49-F238E27FC236}">
                <a16:creationId xmlns:a16="http://schemas.microsoft.com/office/drawing/2014/main" id="{EB5A47B1-A8D9-C269-5FC8-BE4F048E09FB}"/>
              </a:ext>
            </a:extLst>
          </p:cNvPr>
          <p:cNvSpPr>
            <a:spLocks noGrp="1"/>
          </p:cNvSpPr>
          <p:nvPr>
            <p:ph type="body" sz="quarter" idx="12"/>
          </p:nvPr>
        </p:nvSpPr>
        <p:spPr>
          <a:xfrm>
            <a:off x="304800" y="1612900"/>
            <a:ext cx="4645152" cy="4480560"/>
          </a:xfrm>
          <a:noFill/>
        </p:spPr>
        <p:txBody>
          <a:bodyPr/>
          <a:lstStyle>
            <a:lvl1pPr>
              <a:spcBef>
                <a:spcPts val="2160"/>
              </a:spcBef>
              <a:spcAft>
                <a:spcPts val="0"/>
              </a:spcAft>
              <a:defRPr sz="1440" b="1" i="0">
                <a:solidFill>
                  <a:schemeClr val="tx2"/>
                </a:solidFill>
                <a:latin typeface="Overpass SemiBold" pitchFamily="2" charset="77"/>
              </a:defRPr>
            </a:lvl1pPr>
            <a:lvl2pPr marL="4287" indent="0">
              <a:buNone/>
              <a:defRPr sz="1440"/>
            </a:lvl2pPr>
            <a:lvl3pPr marL="207170" indent="-202883">
              <a:tabLst/>
              <a:defRPr sz="1440"/>
            </a:lvl3pPr>
            <a:lvl4pPr marL="414338" indent="-207170">
              <a:tabLst/>
              <a:defRPr sz="1440"/>
            </a:lvl4pPr>
            <a:lvl5pPr marL="621507" indent="-195740">
              <a:tabLst/>
              <a:defRPr sz="144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7">
            <a:extLst>
              <a:ext uri="{FF2B5EF4-FFF2-40B4-BE49-F238E27FC236}">
                <a16:creationId xmlns:a16="http://schemas.microsoft.com/office/drawing/2014/main" id="{B7B3B1D3-A7CC-4A97-98A7-0F647046A961}"/>
              </a:ext>
            </a:extLst>
          </p:cNvPr>
          <p:cNvSpPr>
            <a:spLocks noGrp="1"/>
          </p:cNvSpPr>
          <p:nvPr>
            <p:ph type="body" sz="quarter" idx="13"/>
          </p:nvPr>
        </p:nvSpPr>
        <p:spPr>
          <a:xfrm>
            <a:off x="6254663" y="1612900"/>
            <a:ext cx="4645152" cy="4480560"/>
          </a:xfrm>
          <a:noFill/>
        </p:spPr>
        <p:txBody>
          <a:bodyPr/>
          <a:lstStyle>
            <a:lvl1pPr>
              <a:spcBef>
                <a:spcPts val="2160"/>
              </a:spcBef>
              <a:spcAft>
                <a:spcPts val="0"/>
              </a:spcAft>
              <a:defRPr sz="1440" b="1" i="0">
                <a:solidFill>
                  <a:schemeClr val="tx2"/>
                </a:solidFill>
                <a:latin typeface="Overpass SemiBold" pitchFamily="2" charset="77"/>
              </a:defRPr>
            </a:lvl1pPr>
            <a:lvl2pPr marL="4287" indent="0">
              <a:buNone/>
              <a:defRPr sz="1440"/>
            </a:lvl2pPr>
            <a:lvl3pPr marL="207170" indent="-202883">
              <a:tabLst/>
              <a:defRPr sz="1440"/>
            </a:lvl3pPr>
            <a:lvl4pPr marL="414338" indent="-207170">
              <a:tabLst/>
              <a:defRPr sz="1440"/>
            </a:lvl4pPr>
            <a:lvl5pPr marL="621507" indent="-195740">
              <a:tabLst/>
              <a:defRPr sz="144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1106312"/>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p:cSld name="Agenda, 2 columns, large">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A19839E8-6DDD-5C79-ECE5-E791C083523C}"/>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think-cell data - do not delete" hidden="1">
                        <a:extLst>
                          <a:ext uri="{FF2B5EF4-FFF2-40B4-BE49-F238E27FC236}">
                            <a16:creationId xmlns:a16="http://schemas.microsoft.com/office/drawing/2014/main" id="{A19839E8-6DDD-5C79-ECE5-E791C083523C}"/>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9D2C84E1-7C26-6666-E5AE-3CD68D2C1818}"/>
              </a:ext>
            </a:extLst>
          </p:cNvPr>
          <p:cNvSpPr>
            <a:spLocks noGrp="1"/>
          </p:cNvSpPr>
          <p:nvPr>
            <p:ph type="title" hasCustomPrompt="1"/>
          </p:nvPr>
        </p:nvSpPr>
        <p:spPr>
          <a:xfrm>
            <a:off x="304800" y="304802"/>
            <a:ext cx="7620000" cy="1003299"/>
          </a:xfrm>
        </p:spPr>
        <p:txBody>
          <a:bodyPr vert="horz"/>
          <a:lstStyle/>
          <a:p>
            <a:r>
              <a:rPr lang="en-US"/>
              <a:t>Click to add Agenda title</a:t>
            </a:r>
          </a:p>
        </p:txBody>
      </p:sp>
      <p:sp>
        <p:nvSpPr>
          <p:cNvPr id="9" name="Text Placeholder 7">
            <a:extLst>
              <a:ext uri="{FF2B5EF4-FFF2-40B4-BE49-F238E27FC236}">
                <a16:creationId xmlns:a16="http://schemas.microsoft.com/office/drawing/2014/main" id="{EB5A47B1-A8D9-C269-5FC8-BE4F048E09FB}"/>
              </a:ext>
            </a:extLst>
          </p:cNvPr>
          <p:cNvSpPr>
            <a:spLocks noGrp="1"/>
          </p:cNvSpPr>
          <p:nvPr>
            <p:ph type="body" sz="quarter" idx="12"/>
          </p:nvPr>
        </p:nvSpPr>
        <p:spPr>
          <a:xfrm>
            <a:off x="304800" y="1612900"/>
            <a:ext cx="4645152" cy="4480560"/>
          </a:xfrm>
          <a:noFill/>
        </p:spPr>
        <p:txBody>
          <a:bodyPr/>
          <a:lstStyle>
            <a:lvl1pPr>
              <a:spcBef>
                <a:spcPts val="2160"/>
              </a:spcBef>
              <a:spcAft>
                <a:spcPts val="0"/>
              </a:spcAft>
              <a:defRPr sz="2160" b="1" i="0">
                <a:solidFill>
                  <a:schemeClr val="tx2"/>
                </a:solidFill>
                <a:latin typeface="Overpass SemiBold" pitchFamily="2" charset="77"/>
              </a:defRPr>
            </a:lvl1pPr>
            <a:lvl2pPr marL="4287" indent="0">
              <a:buNone/>
              <a:defRPr sz="2160"/>
            </a:lvl2pPr>
            <a:lvl3pPr marL="207170" indent="-202883">
              <a:tabLst/>
              <a:defRPr sz="2160"/>
            </a:lvl3pPr>
            <a:lvl4pPr marL="414338" indent="-207170">
              <a:tabLst/>
              <a:defRPr sz="2160"/>
            </a:lvl4pPr>
            <a:lvl5pPr marL="621507" indent="-195740">
              <a:tabLst/>
              <a:defRPr sz="216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7">
            <a:extLst>
              <a:ext uri="{FF2B5EF4-FFF2-40B4-BE49-F238E27FC236}">
                <a16:creationId xmlns:a16="http://schemas.microsoft.com/office/drawing/2014/main" id="{B7B3B1D3-A7CC-4A97-98A7-0F647046A961}"/>
              </a:ext>
            </a:extLst>
          </p:cNvPr>
          <p:cNvSpPr>
            <a:spLocks noGrp="1"/>
          </p:cNvSpPr>
          <p:nvPr>
            <p:ph type="body" sz="quarter" idx="13"/>
          </p:nvPr>
        </p:nvSpPr>
        <p:spPr>
          <a:xfrm>
            <a:off x="6254663" y="1612900"/>
            <a:ext cx="4645152" cy="4480560"/>
          </a:xfrm>
          <a:noFill/>
        </p:spPr>
        <p:txBody>
          <a:bodyPr/>
          <a:lstStyle>
            <a:lvl1pPr>
              <a:spcBef>
                <a:spcPts val="2160"/>
              </a:spcBef>
              <a:spcAft>
                <a:spcPts val="0"/>
              </a:spcAft>
              <a:defRPr sz="2160" b="1" i="0">
                <a:solidFill>
                  <a:schemeClr val="tx2"/>
                </a:solidFill>
                <a:latin typeface="Overpass SemiBold" pitchFamily="2" charset="77"/>
              </a:defRPr>
            </a:lvl1pPr>
            <a:lvl2pPr marL="4287" indent="0">
              <a:buNone/>
              <a:defRPr sz="2160"/>
            </a:lvl2pPr>
            <a:lvl3pPr marL="207170" indent="-202883">
              <a:tabLst/>
              <a:defRPr sz="2160"/>
            </a:lvl3pPr>
            <a:lvl4pPr marL="414338" indent="-207170">
              <a:tabLst/>
              <a:defRPr sz="2160"/>
            </a:lvl4pPr>
            <a:lvl5pPr marL="621507" indent="-195740">
              <a:tabLst/>
              <a:defRPr sz="216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57308389"/>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p:cSld name="Agenda, 2 columns, numerals">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A19839E8-6DDD-5C79-ECE5-E791C083523C}"/>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think-cell data - do not delete" hidden="1">
                        <a:extLst>
                          <a:ext uri="{FF2B5EF4-FFF2-40B4-BE49-F238E27FC236}">
                            <a16:creationId xmlns:a16="http://schemas.microsoft.com/office/drawing/2014/main" id="{A19839E8-6DDD-5C79-ECE5-E791C083523C}"/>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9D2C84E1-7C26-6666-E5AE-3CD68D2C1818}"/>
              </a:ext>
            </a:extLst>
          </p:cNvPr>
          <p:cNvSpPr>
            <a:spLocks noGrp="1"/>
          </p:cNvSpPr>
          <p:nvPr>
            <p:ph type="title" hasCustomPrompt="1"/>
          </p:nvPr>
        </p:nvSpPr>
        <p:spPr>
          <a:xfrm>
            <a:off x="304800" y="304802"/>
            <a:ext cx="7620000" cy="1003299"/>
          </a:xfrm>
        </p:spPr>
        <p:txBody>
          <a:bodyPr vert="horz"/>
          <a:lstStyle/>
          <a:p>
            <a:r>
              <a:rPr lang="en-US"/>
              <a:t>Click to add Agenda title</a:t>
            </a:r>
          </a:p>
        </p:txBody>
      </p:sp>
      <p:sp>
        <p:nvSpPr>
          <p:cNvPr id="9" name="Text Placeholder 7">
            <a:extLst>
              <a:ext uri="{FF2B5EF4-FFF2-40B4-BE49-F238E27FC236}">
                <a16:creationId xmlns:a16="http://schemas.microsoft.com/office/drawing/2014/main" id="{EB5A47B1-A8D9-C269-5FC8-BE4F048E09FB}"/>
              </a:ext>
            </a:extLst>
          </p:cNvPr>
          <p:cNvSpPr>
            <a:spLocks noGrp="1"/>
          </p:cNvSpPr>
          <p:nvPr>
            <p:ph type="body" sz="quarter" idx="12"/>
          </p:nvPr>
        </p:nvSpPr>
        <p:spPr>
          <a:xfrm>
            <a:off x="304800" y="1612900"/>
            <a:ext cx="4645152" cy="4480560"/>
          </a:xfrm>
          <a:noFill/>
        </p:spPr>
        <p:txBody>
          <a:bodyPr/>
          <a:lstStyle>
            <a:lvl1pPr marL="362903" indent="-362903">
              <a:spcBef>
                <a:spcPts val="2160"/>
              </a:spcBef>
              <a:spcAft>
                <a:spcPts val="0"/>
              </a:spcAft>
              <a:tabLst/>
              <a:defRPr sz="1440" b="1" i="0">
                <a:solidFill>
                  <a:schemeClr val="tx2"/>
                </a:solidFill>
                <a:latin typeface="Overpass SemiBold" pitchFamily="2" charset="77"/>
              </a:defRPr>
            </a:lvl1pPr>
            <a:lvl2pPr marL="362903" indent="0">
              <a:buNone/>
              <a:tabLst/>
              <a:defRPr sz="1440"/>
            </a:lvl2pPr>
            <a:lvl3pPr marL="565785" indent="-202883">
              <a:tabLst/>
              <a:defRPr sz="1440"/>
            </a:lvl3pPr>
            <a:lvl4pPr marL="772955" indent="-207170">
              <a:tabLst/>
              <a:defRPr sz="1440"/>
            </a:lvl4pPr>
            <a:lvl5pPr marL="980123" indent="-195740">
              <a:tabLst/>
              <a:defRPr sz="144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7">
            <a:extLst>
              <a:ext uri="{FF2B5EF4-FFF2-40B4-BE49-F238E27FC236}">
                <a16:creationId xmlns:a16="http://schemas.microsoft.com/office/drawing/2014/main" id="{B7B3B1D3-A7CC-4A97-98A7-0F647046A961}"/>
              </a:ext>
            </a:extLst>
          </p:cNvPr>
          <p:cNvSpPr>
            <a:spLocks noGrp="1"/>
          </p:cNvSpPr>
          <p:nvPr>
            <p:ph type="body" sz="quarter" idx="13"/>
          </p:nvPr>
        </p:nvSpPr>
        <p:spPr>
          <a:xfrm>
            <a:off x="6254663" y="1612900"/>
            <a:ext cx="4645152" cy="4480560"/>
          </a:xfrm>
          <a:noFill/>
        </p:spPr>
        <p:txBody>
          <a:bodyPr/>
          <a:lstStyle>
            <a:lvl1pPr marL="362903" indent="-362903">
              <a:spcBef>
                <a:spcPts val="2160"/>
              </a:spcBef>
              <a:spcAft>
                <a:spcPts val="0"/>
              </a:spcAft>
              <a:tabLst/>
              <a:defRPr sz="1440" b="1" i="0">
                <a:solidFill>
                  <a:schemeClr val="tx2"/>
                </a:solidFill>
                <a:latin typeface="Overpass SemiBold" pitchFamily="2" charset="77"/>
              </a:defRPr>
            </a:lvl1pPr>
            <a:lvl2pPr marL="362903" indent="0">
              <a:buNone/>
              <a:tabLst/>
              <a:defRPr sz="1440"/>
            </a:lvl2pPr>
            <a:lvl3pPr marL="565785" indent="-202883">
              <a:tabLst/>
              <a:defRPr sz="1440"/>
            </a:lvl3pPr>
            <a:lvl4pPr marL="772955" indent="-207170">
              <a:tabLst/>
              <a:defRPr sz="1440"/>
            </a:lvl4pPr>
            <a:lvl5pPr marL="980123" indent="-195740">
              <a:tabLst/>
              <a:defRPr sz="144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24371848"/>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p:cSld name="Agenda, 2 columns, numerals, large">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A19839E8-6DDD-5C79-ECE5-E791C083523C}"/>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think-cell data - do not delete" hidden="1">
                        <a:extLst>
                          <a:ext uri="{FF2B5EF4-FFF2-40B4-BE49-F238E27FC236}">
                            <a16:creationId xmlns:a16="http://schemas.microsoft.com/office/drawing/2014/main" id="{A19839E8-6DDD-5C79-ECE5-E791C083523C}"/>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5" name="Title 4">
            <a:extLst>
              <a:ext uri="{FF2B5EF4-FFF2-40B4-BE49-F238E27FC236}">
                <a16:creationId xmlns:a16="http://schemas.microsoft.com/office/drawing/2014/main" id="{9D2C84E1-7C26-6666-E5AE-3CD68D2C1818}"/>
              </a:ext>
            </a:extLst>
          </p:cNvPr>
          <p:cNvSpPr>
            <a:spLocks noGrp="1"/>
          </p:cNvSpPr>
          <p:nvPr>
            <p:ph type="title" hasCustomPrompt="1"/>
          </p:nvPr>
        </p:nvSpPr>
        <p:spPr>
          <a:xfrm>
            <a:off x="304800" y="304802"/>
            <a:ext cx="7620000" cy="1003299"/>
          </a:xfrm>
        </p:spPr>
        <p:txBody>
          <a:bodyPr vert="horz"/>
          <a:lstStyle/>
          <a:p>
            <a:r>
              <a:rPr lang="en-US"/>
              <a:t>Click to add Agenda title</a:t>
            </a:r>
          </a:p>
        </p:txBody>
      </p:sp>
      <p:sp>
        <p:nvSpPr>
          <p:cNvPr id="9" name="Text Placeholder 7">
            <a:extLst>
              <a:ext uri="{FF2B5EF4-FFF2-40B4-BE49-F238E27FC236}">
                <a16:creationId xmlns:a16="http://schemas.microsoft.com/office/drawing/2014/main" id="{EB5A47B1-A8D9-C269-5FC8-BE4F048E09FB}"/>
              </a:ext>
            </a:extLst>
          </p:cNvPr>
          <p:cNvSpPr>
            <a:spLocks noGrp="1"/>
          </p:cNvSpPr>
          <p:nvPr>
            <p:ph type="body" sz="quarter" idx="12"/>
          </p:nvPr>
        </p:nvSpPr>
        <p:spPr>
          <a:xfrm>
            <a:off x="304800" y="1612900"/>
            <a:ext cx="5638800" cy="4480560"/>
          </a:xfrm>
          <a:noFill/>
        </p:spPr>
        <p:txBody>
          <a:bodyPr/>
          <a:lstStyle>
            <a:lvl1pPr marL="625793" indent="-625793">
              <a:spcBef>
                <a:spcPts val="2160"/>
              </a:spcBef>
              <a:spcAft>
                <a:spcPts val="0"/>
              </a:spcAft>
              <a:tabLst/>
              <a:defRPr sz="2160" b="1" i="0">
                <a:solidFill>
                  <a:schemeClr val="tx2"/>
                </a:solidFill>
                <a:latin typeface="Overpass SemiBold" pitchFamily="2" charset="77"/>
              </a:defRPr>
            </a:lvl1pPr>
            <a:lvl2pPr marL="625793" indent="0">
              <a:buNone/>
              <a:tabLst/>
              <a:defRPr sz="2160"/>
            </a:lvl2pPr>
            <a:lvl3pPr marL="828675" indent="-202883">
              <a:tabLst/>
              <a:defRPr sz="2160"/>
            </a:lvl3pPr>
            <a:lvl4pPr marL="1031558" indent="-212885">
              <a:tabLst/>
              <a:defRPr sz="2160"/>
            </a:lvl4pPr>
            <a:lvl5pPr marL="1243013" indent="-191453">
              <a:tabLst/>
              <a:defRPr sz="216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7">
            <a:extLst>
              <a:ext uri="{FF2B5EF4-FFF2-40B4-BE49-F238E27FC236}">
                <a16:creationId xmlns:a16="http://schemas.microsoft.com/office/drawing/2014/main" id="{B7B3B1D3-A7CC-4A97-98A7-0F647046A961}"/>
              </a:ext>
            </a:extLst>
          </p:cNvPr>
          <p:cNvSpPr>
            <a:spLocks noGrp="1"/>
          </p:cNvSpPr>
          <p:nvPr>
            <p:ph type="body" sz="quarter" idx="13"/>
          </p:nvPr>
        </p:nvSpPr>
        <p:spPr>
          <a:xfrm>
            <a:off x="6254663" y="1612900"/>
            <a:ext cx="5638800" cy="4480560"/>
          </a:xfrm>
          <a:noFill/>
        </p:spPr>
        <p:txBody>
          <a:bodyPr/>
          <a:lstStyle>
            <a:lvl1pPr marL="625793" indent="-625793">
              <a:spcBef>
                <a:spcPts val="2160"/>
              </a:spcBef>
              <a:spcAft>
                <a:spcPts val="0"/>
              </a:spcAft>
              <a:tabLst/>
              <a:defRPr sz="2160" b="1" i="0">
                <a:solidFill>
                  <a:schemeClr val="tx2"/>
                </a:solidFill>
                <a:latin typeface="Overpass SemiBold" pitchFamily="2" charset="77"/>
              </a:defRPr>
            </a:lvl1pPr>
            <a:lvl2pPr marL="625793" indent="0">
              <a:buNone/>
              <a:tabLst/>
              <a:defRPr sz="2160"/>
            </a:lvl2pPr>
            <a:lvl3pPr marL="828675" indent="-202883">
              <a:tabLst/>
              <a:defRPr sz="2160"/>
            </a:lvl3pPr>
            <a:lvl4pPr marL="1031558" indent="-212885">
              <a:tabLst/>
              <a:defRPr sz="2160"/>
            </a:lvl4pPr>
            <a:lvl5pPr marL="1243013" indent="-191453">
              <a:tabLst/>
              <a:defRPr sz="216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46750085"/>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Process">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EA542829-96E3-2E87-0C6C-7B264E26C18C}"/>
              </a:ext>
            </a:extLst>
          </p:cNvPr>
          <p:cNvGraphicFramePr>
            <a:graphicFrameLocks noChangeAspect="1"/>
          </p:cNvGraphicFramePr>
          <p:nvPr userDrawn="1">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6" name="think-cell data - do not delete" hidden="1">
                        <a:extLst>
                          <a:ext uri="{FF2B5EF4-FFF2-40B4-BE49-F238E27FC236}">
                            <a16:creationId xmlns:a16="http://schemas.microsoft.com/office/drawing/2014/main" id="{EA542829-96E3-2E87-0C6C-7B264E26C18C}"/>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F9210AF-BC14-2BE4-2964-EB57D0329850}"/>
              </a:ext>
            </a:extLst>
          </p:cNvPr>
          <p:cNvSpPr>
            <a:spLocks noGrp="1"/>
          </p:cNvSpPr>
          <p:nvPr>
            <p:ph type="title" hasCustomPrompt="1"/>
          </p:nvPr>
        </p:nvSpPr>
        <p:spPr>
          <a:xfrm>
            <a:off x="304800" y="304802"/>
            <a:ext cx="3657600" cy="1003299"/>
          </a:xfrm>
        </p:spPr>
        <p:txBody>
          <a:bodyPr vert="horz"/>
          <a:lstStyle/>
          <a:p>
            <a:r>
              <a:rPr lang="en-US"/>
              <a:t>Click to add Process title</a:t>
            </a:r>
          </a:p>
        </p:txBody>
      </p:sp>
      <p:sp>
        <p:nvSpPr>
          <p:cNvPr id="12" name="Text Placeholder 11">
            <a:extLst>
              <a:ext uri="{FF2B5EF4-FFF2-40B4-BE49-F238E27FC236}">
                <a16:creationId xmlns:a16="http://schemas.microsoft.com/office/drawing/2014/main" id="{BC10B54B-E9AD-233C-420D-052B0B6B4E12}"/>
              </a:ext>
            </a:extLst>
          </p:cNvPr>
          <p:cNvSpPr>
            <a:spLocks noGrp="1"/>
          </p:cNvSpPr>
          <p:nvPr>
            <p:ph type="body" sz="quarter" idx="10" hasCustomPrompt="1"/>
          </p:nvPr>
        </p:nvSpPr>
        <p:spPr>
          <a:xfrm>
            <a:off x="6248400" y="304801"/>
            <a:ext cx="5638800" cy="5245100"/>
          </a:xfrm>
        </p:spPr>
        <p:txBody>
          <a:bodyPr/>
          <a:lstStyle>
            <a:lvl1pPr marL="0" indent="0">
              <a:tabLst>
                <a:tab pos="1797368" algn="l"/>
                <a:tab pos="2207420" algn="l"/>
              </a:tabLst>
              <a:defRPr sz="1440"/>
            </a:lvl1pPr>
            <a:lvl2pPr marL="2213135" indent="-410052">
              <a:buNone/>
              <a:tabLst/>
              <a:defRPr sz="1440"/>
            </a:lvl2pPr>
            <a:lvl3pPr marL="4287" indent="0">
              <a:buNone/>
              <a:tabLst>
                <a:tab pos="1797368" algn="l"/>
                <a:tab pos="2207420" algn="l"/>
              </a:tabLst>
              <a:defRPr sz="1440">
                <a:solidFill>
                  <a:srgbClr val="716C67"/>
                </a:solidFill>
              </a:defRPr>
            </a:lvl3pPr>
            <a:lvl4pPr marL="2213135" indent="-410052">
              <a:buNone/>
              <a:tabLst/>
              <a:defRPr sz="1440">
                <a:solidFill>
                  <a:srgbClr val="716C67"/>
                </a:solidFill>
              </a:defRPr>
            </a:lvl4pPr>
            <a:lvl5pPr>
              <a:defRPr sz="1440"/>
            </a:lvl5pPr>
          </a:lstStyle>
          <a:p>
            <a:pPr lvl="0"/>
            <a:r>
              <a:rPr lang="en-US" dirty="0"/>
              <a:t>Phase ##	01	Use tabs to format </a:t>
            </a:r>
          </a:p>
          <a:p>
            <a:pPr lvl="1"/>
            <a:r>
              <a:rPr lang="en-US" dirty="0"/>
              <a:t>Second level</a:t>
            </a:r>
          </a:p>
          <a:p>
            <a:pPr lvl="2"/>
            <a:r>
              <a:rPr lang="en-US" dirty="0"/>
              <a:t>Phase ##	02	Use tabs to format</a:t>
            </a:r>
          </a:p>
          <a:p>
            <a:pPr lvl="3"/>
            <a:r>
              <a:rPr lang="en-US" dirty="0"/>
              <a:t>Fourth level</a:t>
            </a:r>
          </a:p>
        </p:txBody>
      </p:sp>
    </p:spTree>
    <p:extLst>
      <p:ext uri="{BB962C8B-B14F-4D97-AF65-F5344CB8AC3E}">
        <p14:creationId xmlns:p14="http://schemas.microsoft.com/office/powerpoint/2010/main" val="2888504453"/>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Process, large">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EA542829-96E3-2E87-0C6C-7B264E26C18C}"/>
              </a:ext>
            </a:extLst>
          </p:cNvPr>
          <p:cNvGraphicFramePr>
            <a:graphicFrameLocks noChangeAspect="1"/>
          </p:cNvGraphicFramePr>
          <p:nvPr userDrawn="1">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6" name="think-cell data - do not delete" hidden="1">
                        <a:extLst>
                          <a:ext uri="{FF2B5EF4-FFF2-40B4-BE49-F238E27FC236}">
                            <a16:creationId xmlns:a16="http://schemas.microsoft.com/office/drawing/2014/main" id="{EA542829-96E3-2E87-0C6C-7B264E26C18C}"/>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F9210AF-BC14-2BE4-2964-EB57D0329850}"/>
              </a:ext>
            </a:extLst>
          </p:cNvPr>
          <p:cNvSpPr>
            <a:spLocks noGrp="1"/>
          </p:cNvSpPr>
          <p:nvPr>
            <p:ph type="title" hasCustomPrompt="1"/>
          </p:nvPr>
        </p:nvSpPr>
        <p:spPr>
          <a:xfrm>
            <a:off x="304800" y="304802"/>
            <a:ext cx="3657600" cy="1003299"/>
          </a:xfrm>
        </p:spPr>
        <p:txBody>
          <a:bodyPr vert="horz"/>
          <a:lstStyle/>
          <a:p>
            <a:r>
              <a:rPr lang="en-US"/>
              <a:t>Click to add Process title</a:t>
            </a:r>
          </a:p>
        </p:txBody>
      </p:sp>
      <p:sp>
        <p:nvSpPr>
          <p:cNvPr id="12" name="Text Placeholder 11">
            <a:extLst>
              <a:ext uri="{FF2B5EF4-FFF2-40B4-BE49-F238E27FC236}">
                <a16:creationId xmlns:a16="http://schemas.microsoft.com/office/drawing/2014/main" id="{BC10B54B-E9AD-233C-420D-052B0B6B4E12}"/>
              </a:ext>
            </a:extLst>
          </p:cNvPr>
          <p:cNvSpPr>
            <a:spLocks noGrp="1"/>
          </p:cNvSpPr>
          <p:nvPr>
            <p:ph type="body" sz="quarter" idx="10" hasCustomPrompt="1"/>
          </p:nvPr>
        </p:nvSpPr>
        <p:spPr>
          <a:xfrm>
            <a:off x="6248400" y="304801"/>
            <a:ext cx="5638800" cy="5245100"/>
          </a:xfrm>
        </p:spPr>
        <p:txBody>
          <a:bodyPr/>
          <a:lstStyle>
            <a:lvl1pPr marL="0" indent="0">
              <a:tabLst>
                <a:tab pos="1797368" algn="l"/>
                <a:tab pos="2257425" algn="l"/>
              </a:tabLst>
              <a:defRPr sz="2160" spc="-18" baseline="0"/>
            </a:lvl1pPr>
            <a:lvl2pPr marL="2263140" indent="-460058">
              <a:buNone/>
              <a:tabLst/>
              <a:defRPr sz="2160" spc="-18" baseline="0"/>
            </a:lvl2pPr>
            <a:lvl3pPr marL="0" indent="0">
              <a:buNone/>
              <a:tabLst>
                <a:tab pos="1797368" algn="l"/>
                <a:tab pos="2257425" algn="l"/>
              </a:tabLst>
              <a:defRPr sz="2160" spc="-18" baseline="0">
                <a:solidFill>
                  <a:srgbClr val="716C67"/>
                </a:solidFill>
              </a:defRPr>
            </a:lvl3pPr>
            <a:lvl4pPr marL="2263140" indent="-460058">
              <a:buNone/>
              <a:tabLst/>
              <a:defRPr sz="2160" spc="-18" baseline="0">
                <a:solidFill>
                  <a:srgbClr val="716C67"/>
                </a:solidFill>
              </a:defRPr>
            </a:lvl4pPr>
            <a:lvl5pPr>
              <a:defRPr sz="1440"/>
            </a:lvl5pPr>
          </a:lstStyle>
          <a:p>
            <a:pPr lvl="0"/>
            <a:r>
              <a:rPr lang="en-US" dirty="0"/>
              <a:t>Phase ##	01	Use tabs to format</a:t>
            </a:r>
          </a:p>
          <a:p>
            <a:pPr lvl="1"/>
            <a:r>
              <a:rPr lang="en-US" dirty="0"/>
              <a:t>Second level</a:t>
            </a:r>
          </a:p>
          <a:p>
            <a:pPr lvl="2"/>
            <a:r>
              <a:rPr lang="en-US" dirty="0"/>
              <a:t>Phase ##	02	Use tabs to format</a:t>
            </a:r>
          </a:p>
          <a:p>
            <a:pPr lvl="3"/>
            <a:r>
              <a:rPr lang="en-US" dirty="0"/>
              <a:t>Fourth level</a:t>
            </a:r>
          </a:p>
        </p:txBody>
      </p:sp>
    </p:spTree>
    <p:extLst>
      <p:ext uri="{BB962C8B-B14F-4D97-AF65-F5344CB8AC3E}">
        <p14:creationId xmlns:p14="http://schemas.microsoft.com/office/powerpoint/2010/main" val="3601896389"/>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showMasterSp="0" preserve="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14AD8AB1-1ED9-07D1-3AB9-13A04A61F7A8}"/>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think-cell data - do not delete" hidden="1">
                        <a:extLst>
                          <a:ext uri="{FF2B5EF4-FFF2-40B4-BE49-F238E27FC236}">
                            <a16:creationId xmlns:a16="http://schemas.microsoft.com/office/drawing/2014/main" id="{14AD8AB1-1ED9-07D1-3AB9-13A04A61F7A8}"/>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4" name="TextBox 3">
            <a:extLst>
              <a:ext uri="{FF2B5EF4-FFF2-40B4-BE49-F238E27FC236}">
                <a16:creationId xmlns:a16="http://schemas.microsoft.com/office/drawing/2014/main" id="{CA5B7D89-C619-ADCC-BB12-81B14D1AFB35}"/>
              </a:ext>
            </a:extLst>
          </p:cNvPr>
          <p:cNvSpPr txBox="1"/>
          <p:nvPr/>
        </p:nvSpPr>
        <p:spPr>
          <a:xfrm>
            <a:off x="304800" y="1612900"/>
            <a:ext cx="11582400" cy="4480560"/>
          </a:xfrm>
          <a:prstGeom prst="rect">
            <a:avLst/>
          </a:prstGeom>
          <a:noFill/>
        </p:spPr>
        <p:txBody>
          <a:bodyPr wrap="square" lIns="0" tIns="0" rIns="0" bIns="0" rtlCol="0" anchor="t">
            <a:noAutofit/>
          </a:bodyPr>
          <a:lstStyle/>
          <a:p>
            <a:pPr algn="l">
              <a:lnSpc>
                <a:spcPct val="75000"/>
              </a:lnSpc>
            </a:pPr>
            <a:r>
              <a:rPr lang="en-US" sz="12960" b="0" i="0" spc="-450" baseline="0">
                <a:solidFill>
                  <a:schemeClr val="tx1"/>
                </a:solidFill>
                <a:latin typeface="Overpass Medium" pitchFamily="2" charset="77"/>
              </a:rPr>
              <a:t>Speakers</a:t>
            </a:r>
          </a:p>
        </p:txBody>
      </p:sp>
    </p:spTree>
    <p:extLst>
      <p:ext uri="{BB962C8B-B14F-4D97-AF65-F5344CB8AC3E}">
        <p14:creationId xmlns:p14="http://schemas.microsoft.com/office/powerpoint/2010/main" val="400500966"/>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p:cSld name="Speaker, 1">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1F29517B-4940-D3BA-B4D3-9BB63B715338}"/>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8" name="think-cell data - do not delete" hidden="1">
                        <a:extLst>
                          <a:ext uri="{FF2B5EF4-FFF2-40B4-BE49-F238E27FC236}">
                            <a16:creationId xmlns:a16="http://schemas.microsoft.com/office/drawing/2014/main" id="{1F29517B-4940-D3BA-B4D3-9BB63B715338}"/>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11" name="Text Placeholder 3">
            <a:extLst>
              <a:ext uri="{FF2B5EF4-FFF2-40B4-BE49-F238E27FC236}">
                <a16:creationId xmlns:a16="http://schemas.microsoft.com/office/drawing/2014/main" id="{0CD75CF5-25E9-EF3D-2991-8C26B93D7FC5}"/>
              </a:ext>
            </a:extLst>
          </p:cNvPr>
          <p:cNvSpPr>
            <a:spLocks noGrp="1"/>
          </p:cNvSpPr>
          <p:nvPr>
            <p:ph type="body" sz="half" idx="2"/>
          </p:nvPr>
        </p:nvSpPr>
        <p:spPr>
          <a:xfrm>
            <a:off x="6248400" y="1632562"/>
            <a:ext cx="3657600" cy="3612539"/>
          </a:xfrm>
        </p:spPr>
        <p:txBody>
          <a:bodyPr/>
          <a:lstStyle>
            <a:lvl1pPr marL="0" indent="0">
              <a:buNone/>
              <a:defRPr lang="en-US" sz="1440" kern="1200" dirty="0">
                <a:solidFill>
                  <a:schemeClr val="tx1"/>
                </a:solidFill>
                <a:latin typeface="+mn-lt"/>
                <a:ea typeface="+mn-ea"/>
                <a:cs typeface="+mn-cs"/>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marL="0" lvl="0" indent="0" algn="l" defTabSz="822960" rtl="0" eaLnBrk="1" latinLnBrk="0" hangingPunct="1">
              <a:lnSpc>
                <a:spcPct val="110000"/>
              </a:lnSpc>
              <a:spcBef>
                <a:spcPts val="0"/>
              </a:spcBef>
              <a:buFont typeface="Arial" panose="020B0604020202020204" pitchFamily="34" charset="0"/>
              <a:buNone/>
            </a:pPr>
            <a:r>
              <a:rPr lang="en-US"/>
              <a:t>Click to edit Master text styles</a:t>
            </a:r>
          </a:p>
        </p:txBody>
      </p:sp>
      <p:sp>
        <p:nvSpPr>
          <p:cNvPr id="13" name="Text Placeholder 3">
            <a:extLst>
              <a:ext uri="{FF2B5EF4-FFF2-40B4-BE49-F238E27FC236}">
                <a16:creationId xmlns:a16="http://schemas.microsoft.com/office/drawing/2014/main" id="{53324A90-5E21-6749-2F1C-6A0413A41694}"/>
              </a:ext>
            </a:extLst>
          </p:cNvPr>
          <p:cNvSpPr>
            <a:spLocks noGrp="1"/>
          </p:cNvSpPr>
          <p:nvPr>
            <p:ph type="body" sz="half" idx="10" hasCustomPrompt="1"/>
          </p:nvPr>
        </p:nvSpPr>
        <p:spPr>
          <a:xfrm>
            <a:off x="304800" y="304801"/>
            <a:ext cx="5638800" cy="177452"/>
          </a:xfrm>
        </p:spPr>
        <p:txBody>
          <a:bodyPr/>
          <a:lstStyle>
            <a:lvl1pPr marL="0" indent="0">
              <a:buNone/>
              <a:defRPr sz="900" spc="0">
                <a:solidFill>
                  <a:schemeClr val="tx1"/>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Brow</a:t>
            </a:r>
          </a:p>
        </p:txBody>
      </p:sp>
      <p:sp>
        <p:nvSpPr>
          <p:cNvPr id="16" name="Picture Placeholder 15">
            <a:extLst>
              <a:ext uri="{FF2B5EF4-FFF2-40B4-BE49-F238E27FC236}">
                <a16:creationId xmlns:a16="http://schemas.microsoft.com/office/drawing/2014/main" id="{3B37DE78-BA1F-8279-F795-4FA92A8FB6BF}"/>
              </a:ext>
            </a:extLst>
          </p:cNvPr>
          <p:cNvSpPr>
            <a:spLocks noGrp="1"/>
          </p:cNvSpPr>
          <p:nvPr>
            <p:ph type="pic" sz="quarter" idx="11"/>
          </p:nvPr>
        </p:nvSpPr>
        <p:spPr>
          <a:xfrm>
            <a:off x="304800" y="1612901"/>
            <a:ext cx="2673263" cy="2619376"/>
          </a:xfrm>
          <a:solidFill>
            <a:srgbClr val="E8E6E3"/>
          </a:solidFill>
        </p:spPr>
        <p:txBody>
          <a:bodyPr/>
          <a:lstStyle/>
          <a:p>
            <a:r>
              <a:rPr lang="en-US"/>
              <a:t>Click icon to add picture</a:t>
            </a:r>
          </a:p>
        </p:txBody>
      </p:sp>
      <p:sp>
        <p:nvSpPr>
          <p:cNvPr id="23" name="Text Placeholder 3">
            <a:extLst>
              <a:ext uri="{FF2B5EF4-FFF2-40B4-BE49-F238E27FC236}">
                <a16:creationId xmlns:a16="http://schemas.microsoft.com/office/drawing/2014/main" id="{6AF35617-1AA1-9FEA-6E71-61EF3CAB7CF0}"/>
              </a:ext>
            </a:extLst>
          </p:cNvPr>
          <p:cNvSpPr>
            <a:spLocks noGrp="1"/>
          </p:cNvSpPr>
          <p:nvPr>
            <p:ph type="body" sz="half" idx="13" hasCustomPrompt="1"/>
          </p:nvPr>
        </p:nvSpPr>
        <p:spPr>
          <a:xfrm>
            <a:off x="3276600" y="1632562"/>
            <a:ext cx="2667000" cy="3612539"/>
          </a:xfrm>
        </p:spPr>
        <p:txBody>
          <a:bodyPr/>
          <a:lstStyle>
            <a:lvl1pPr marL="0" indent="0">
              <a:lnSpc>
                <a:spcPct val="100000"/>
              </a:lnSpc>
              <a:buNone/>
              <a:defRPr sz="2160" spc="-18" baseline="0">
                <a:solidFill>
                  <a:schemeClr val="tx2"/>
                </a:solidFill>
              </a:defRPr>
            </a:lvl1pPr>
            <a:lvl2pPr marL="5715" indent="0">
              <a:lnSpc>
                <a:spcPct val="100000"/>
              </a:lnSpc>
              <a:buNone/>
              <a:tabLst/>
              <a:defRPr sz="2160" spc="-18" baseline="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Name Lastname</a:t>
            </a:r>
          </a:p>
          <a:p>
            <a:pPr lvl="1"/>
            <a:r>
              <a:rPr lang="en-US"/>
              <a:t>Title</a:t>
            </a:r>
          </a:p>
        </p:txBody>
      </p:sp>
    </p:spTree>
    <p:extLst>
      <p:ext uri="{BB962C8B-B14F-4D97-AF65-F5344CB8AC3E}">
        <p14:creationId xmlns:p14="http://schemas.microsoft.com/office/powerpoint/2010/main" val="1131776657"/>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p:cSld name="Speaker, 2">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1F29517B-4940-D3BA-B4D3-9BB63B715338}"/>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8" name="think-cell data - do not delete" hidden="1">
                        <a:extLst>
                          <a:ext uri="{FF2B5EF4-FFF2-40B4-BE49-F238E27FC236}">
                            <a16:creationId xmlns:a16="http://schemas.microsoft.com/office/drawing/2014/main" id="{1F29517B-4940-D3BA-B4D3-9BB63B715338}"/>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11" name="Text Placeholder 3">
            <a:extLst>
              <a:ext uri="{FF2B5EF4-FFF2-40B4-BE49-F238E27FC236}">
                <a16:creationId xmlns:a16="http://schemas.microsoft.com/office/drawing/2014/main" id="{0CD75CF5-25E9-EF3D-2991-8C26B93D7FC5}"/>
              </a:ext>
            </a:extLst>
          </p:cNvPr>
          <p:cNvSpPr>
            <a:spLocks noGrp="1"/>
          </p:cNvSpPr>
          <p:nvPr>
            <p:ph type="body" sz="half" idx="2" hasCustomPrompt="1"/>
          </p:nvPr>
        </p:nvSpPr>
        <p:spPr>
          <a:xfrm>
            <a:off x="2289197" y="1612900"/>
            <a:ext cx="3654403" cy="1663700"/>
          </a:xfrm>
        </p:spPr>
        <p:txBody>
          <a:bodyPr/>
          <a:lstStyle>
            <a:lvl1pPr marL="0" indent="0">
              <a:lnSpc>
                <a:spcPct val="100000"/>
              </a:lnSpc>
              <a:buNone/>
              <a:defRPr sz="2160" spc="-18" baseline="0">
                <a:solidFill>
                  <a:schemeClr val="tx2"/>
                </a:solidFill>
              </a:defRPr>
            </a:lvl1pPr>
            <a:lvl2pPr marL="5715" indent="0">
              <a:lnSpc>
                <a:spcPct val="100000"/>
              </a:lnSpc>
              <a:buNone/>
              <a:tabLst/>
              <a:defRPr sz="2160" spc="-18" baseline="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Name Lastname</a:t>
            </a:r>
          </a:p>
          <a:p>
            <a:pPr lvl="1"/>
            <a:r>
              <a:rPr lang="en-US"/>
              <a:t>Title</a:t>
            </a:r>
          </a:p>
        </p:txBody>
      </p:sp>
      <p:sp>
        <p:nvSpPr>
          <p:cNvPr id="13" name="Text Placeholder 3">
            <a:extLst>
              <a:ext uri="{FF2B5EF4-FFF2-40B4-BE49-F238E27FC236}">
                <a16:creationId xmlns:a16="http://schemas.microsoft.com/office/drawing/2014/main" id="{53324A90-5E21-6749-2F1C-6A0413A41694}"/>
              </a:ext>
            </a:extLst>
          </p:cNvPr>
          <p:cNvSpPr>
            <a:spLocks noGrp="1"/>
          </p:cNvSpPr>
          <p:nvPr>
            <p:ph type="body" sz="half" idx="10" hasCustomPrompt="1"/>
          </p:nvPr>
        </p:nvSpPr>
        <p:spPr>
          <a:xfrm>
            <a:off x="304800" y="304801"/>
            <a:ext cx="5638800" cy="177452"/>
          </a:xfrm>
        </p:spPr>
        <p:txBody>
          <a:bodyPr/>
          <a:lstStyle>
            <a:lvl1pPr marL="0" indent="0">
              <a:buNone/>
              <a:defRPr sz="900" spc="0">
                <a:solidFill>
                  <a:schemeClr val="tx1"/>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Brow</a:t>
            </a:r>
          </a:p>
        </p:txBody>
      </p:sp>
      <p:sp>
        <p:nvSpPr>
          <p:cNvPr id="16" name="Picture Placeholder 15">
            <a:extLst>
              <a:ext uri="{FF2B5EF4-FFF2-40B4-BE49-F238E27FC236}">
                <a16:creationId xmlns:a16="http://schemas.microsoft.com/office/drawing/2014/main" id="{3B37DE78-BA1F-8279-F795-4FA92A8FB6BF}"/>
              </a:ext>
            </a:extLst>
          </p:cNvPr>
          <p:cNvSpPr>
            <a:spLocks noGrp="1"/>
          </p:cNvSpPr>
          <p:nvPr>
            <p:ph type="pic" sz="quarter" idx="11"/>
          </p:nvPr>
        </p:nvSpPr>
        <p:spPr>
          <a:xfrm>
            <a:off x="304801" y="1612902"/>
            <a:ext cx="1677466" cy="1663700"/>
          </a:xfrm>
          <a:solidFill>
            <a:srgbClr val="E8E6E3"/>
          </a:solidFill>
        </p:spPr>
        <p:txBody>
          <a:bodyPr/>
          <a:lstStyle/>
          <a:p>
            <a:r>
              <a:rPr lang="en-US"/>
              <a:t>Click icon to add picture</a:t>
            </a:r>
          </a:p>
        </p:txBody>
      </p:sp>
      <p:sp>
        <p:nvSpPr>
          <p:cNvPr id="6" name="Text Placeholder 3">
            <a:extLst>
              <a:ext uri="{FF2B5EF4-FFF2-40B4-BE49-F238E27FC236}">
                <a16:creationId xmlns:a16="http://schemas.microsoft.com/office/drawing/2014/main" id="{EAD8F5D7-15A8-8A03-821E-FD2AC9AB435C}"/>
              </a:ext>
            </a:extLst>
          </p:cNvPr>
          <p:cNvSpPr>
            <a:spLocks noGrp="1"/>
          </p:cNvSpPr>
          <p:nvPr>
            <p:ph type="body" sz="half" idx="12" hasCustomPrompt="1"/>
          </p:nvPr>
        </p:nvSpPr>
        <p:spPr>
          <a:xfrm>
            <a:off x="8229599" y="1612900"/>
            <a:ext cx="3654403" cy="1663700"/>
          </a:xfrm>
        </p:spPr>
        <p:txBody>
          <a:bodyPr/>
          <a:lstStyle>
            <a:lvl1pPr marL="0" indent="0">
              <a:lnSpc>
                <a:spcPct val="100000"/>
              </a:lnSpc>
              <a:buNone/>
              <a:defRPr sz="2160" spc="-18" baseline="0">
                <a:solidFill>
                  <a:schemeClr val="tx2"/>
                </a:solidFill>
              </a:defRPr>
            </a:lvl1pPr>
            <a:lvl2pPr marL="5715" indent="0">
              <a:lnSpc>
                <a:spcPct val="100000"/>
              </a:lnSpc>
              <a:buNone/>
              <a:tabLst/>
              <a:defRPr sz="2160" spc="-18" baseline="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Name Lastname</a:t>
            </a:r>
          </a:p>
          <a:p>
            <a:pPr lvl="1"/>
            <a:r>
              <a:rPr lang="en-US"/>
              <a:t>Title</a:t>
            </a:r>
          </a:p>
        </p:txBody>
      </p:sp>
      <p:sp>
        <p:nvSpPr>
          <p:cNvPr id="7" name="Picture Placeholder 15">
            <a:extLst>
              <a:ext uri="{FF2B5EF4-FFF2-40B4-BE49-F238E27FC236}">
                <a16:creationId xmlns:a16="http://schemas.microsoft.com/office/drawing/2014/main" id="{68E079FA-0130-6597-2C63-F2C259AE9012}"/>
              </a:ext>
            </a:extLst>
          </p:cNvPr>
          <p:cNvSpPr>
            <a:spLocks noGrp="1"/>
          </p:cNvSpPr>
          <p:nvPr>
            <p:ph type="pic" sz="quarter" idx="13"/>
          </p:nvPr>
        </p:nvSpPr>
        <p:spPr>
          <a:xfrm>
            <a:off x="6245205" y="1612902"/>
            <a:ext cx="1677466" cy="1663700"/>
          </a:xfrm>
          <a:solidFill>
            <a:srgbClr val="E8E6E3"/>
          </a:solidFill>
        </p:spPr>
        <p:txBody>
          <a:bodyPr/>
          <a:lstStyle/>
          <a:p>
            <a:r>
              <a:rPr lang="en-US"/>
              <a:t>Click icon to add picture</a:t>
            </a:r>
          </a:p>
        </p:txBody>
      </p:sp>
    </p:spTree>
    <p:extLst>
      <p:ext uri="{BB962C8B-B14F-4D97-AF65-F5344CB8AC3E}">
        <p14:creationId xmlns:p14="http://schemas.microsoft.com/office/powerpoint/2010/main" val="551874103"/>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p:cSld name="Speaker, 3">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1F29517B-4940-D3BA-B4D3-9BB63B715338}"/>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8" name="think-cell data - do not delete" hidden="1">
                        <a:extLst>
                          <a:ext uri="{FF2B5EF4-FFF2-40B4-BE49-F238E27FC236}">
                            <a16:creationId xmlns:a16="http://schemas.microsoft.com/office/drawing/2014/main" id="{1F29517B-4940-D3BA-B4D3-9BB63B715338}"/>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11" name="Text Placeholder 3">
            <a:extLst>
              <a:ext uri="{FF2B5EF4-FFF2-40B4-BE49-F238E27FC236}">
                <a16:creationId xmlns:a16="http://schemas.microsoft.com/office/drawing/2014/main" id="{0CD75CF5-25E9-EF3D-2991-8C26B93D7FC5}"/>
              </a:ext>
            </a:extLst>
          </p:cNvPr>
          <p:cNvSpPr>
            <a:spLocks noGrp="1"/>
          </p:cNvSpPr>
          <p:nvPr>
            <p:ph type="body" sz="half" idx="2" hasCustomPrompt="1"/>
          </p:nvPr>
        </p:nvSpPr>
        <p:spPr>
          <a:xfrm>
            <a:off x="304801" y="3429001"/>
            <a:ext cx="2667000" cy="1816099"/>
          </a:xfrm>
        </p:spPr>
        <p:txBody>
          <a:bodyPr/>
          <a:lstStyle>
            <a:lvl1pPr marL="0" indent="0">
              <a:lnSpc>
                <a:spcPct val="100000"/>
              </a:lnSpc>
              <a:buNone/>
              <a:defRPr sz="1620" b="0">
                <a:solidFill>
                  <a:schemeClr val="tx2"/>
                </a:solidFill>
              </a:defRPr>
            </a:lvl1pPr>
            <a:lvl2pPr marL="5715" indent="0">
              <a:lnSpc>
                <a:spcPct val="100000"/>
              </a:lnSpc>
              <a:spcBef>
                <a:spcPts val="540"/>
              </a:spcBef>
              <a:spcAft>
                <a:spcPts val="0"/>
              </a:spcAft>
              <a:buNone/>
              <a:tabLst/>
              <a:defRPr sz="108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Name Lastname</a:t>
            </a:r>
          </a:p>
          <a:p>
            <a:pPr lvl="1"/>
            <a:r>
              <a:rPr lang="en-US"/>
              <a:t>Title</a:t>
            </a:r>
          </a:p>
        </p:txBody>
      </p:sp>
      <p:sp>
        <p:nvSpPr>
          <p:cNvPr id="13" name="Text Placeholder 3">
            <a:extLst>
              <a:ext uri="{FF2B5EF4-FFF2-40B4-BE49-F238E27FC236}">
                <a16:creationId xmlns:a16="http://schemas.microsoft.com/office/drawing/2014/main" id="{53324A90-5E21-6749-2F1C-6A0413A41694}"/>
              </a:ext>
            </a:extLst>
          </p:cNvPr>
          <p:cNvSpPr>
            <a:spLocks noGrp="1"/>
          </p:cNvSpPr>
          <p:nvPr>
            <p:ph type="body" sz="half" idx="10" hasCustomPrompt="1"/>
          </p:nvPr>
        </p:nvSpPr>
        <p:spPr>
          <a:xfrm>
            <a:off x="304800" y="304801"/>
            <a:ext cx="5638800" cy="177452"/>
          </a:xfrm>
        </p:spPr>
        <p:txBody>
          <a:bodyPr/>
          <a:lstStyle>
            <a:lvl1pPr marL="0" indent="0">
              <a:buNone/>
              <a:defRPr sz="900" spc="0">
                <a:solidFill>
                  <a:schemeClr val="tx1"/>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Brow</a:t>
            </a:r>
          </a:p>
        </p:txBody>
      </p:sp>
      <p:sp>
        <p:nvSpPr>
          <p:cNvPr id="16" name="Picture Placeholder 15">
            <a:extLst>
              <a:ext uri="{FF2B5EF4-FFF2-40B4-BE49-F238E27FC236}">
                <a16:creationId xmlns:a16="http://schemas.microsoft.com/office/drawing/2014/main" id="{3B37DE78-BA1F-8279-F795-4FA92A8FB6BF}"/>
              </a:ext>
            </a:extLst>
          </p:cNvPr>
          <p:cNvSpPr>
            <a:spLocks noGrp="1"/>
          </p:cNvSpPr>
          <p:nvPr>
            <p:ph type="pic" sz="quarter" idx="11"/>
          </p:nvPr>
        </p:nvSpPr>
        <p:spPr>
          <a:xfrm>
            <a:off x="304801" y="1612902"/>
            <a:ext cx="1677466" cy="1663700"/>
          </a:xfrm>
          <a:solidFill>
            <a:srgbClr val="E8E6E3"/>
          </a:solidFill>
        </p:spPr>
        <p:txBody>
          <a:bodyPr vert="horz" lIns="0" tIns="0" rIns="0" bIns="0" rtlCol="0">
            <a:noAutofit/>
          </a:bodyPr>
          <a:lstStyle>
            <a:lvl1pPr>
              <a:defRPr lang="en-US"/>
            </a:lvl1pPr>
          </a:lstStyle>
          <a:p>
            <a:pPr lvl="0"/>
            <a:r>
              <a:rPr lang="en-US"/>
              <a:t>Click icon to add picture</a:t>
            </a:r>
          </a:p>
        </p:txBody>
      </p:sp>
      <p:sp>
        <p:nvSpPr>
          <p:cNvPr id="7" name="Picture Placeholder 15">
            <a:extLst>
              <a:ext uri="{FF2B5EF4-FFF2-40B4-BE49-F238E27FC236}">
                <a16:creationId xmlns:a16="http://schemas.microsoft.com/office/drawing/2014/main" id="{68E079FA-0130-6597-2C63-F2C259AE9012}"/>
              </a:ext>
            </a:extLst>
          </p:cNvPr>
          <p:cNvSpPr>
            <a:spLocks noGrp="1"/>
          </p:cNvSpPr>
          <p:nvPr>
            <p:ph type="pic" sz="quarter" idx="13"/>
          </p:nvPr>
        </p:nvSpPr>
        <p:spPr>
          <a:xfrm>
            <a:off x="4267200" y="1612902"/>
            <a:ext cx="1677466" cy="1663700"/>
          </a:xfrm>
          <a:solidFill>
            <a:srgbClr val="E8E6E3"/>
          </a:solidFill>
        </p:spPr>
        <p:txBody>
          <a:bodyPr vert="horz" lIns="0" tIns="0" rIns="0" bIns="0" rtlCol="0">
            <a:noAutofit/>
          </a:bodyPr>
          <a:lstStyle>
            <a:lvl1pPr>
              <a:defRPr lang="en-US"/>
            </a:lvl1pPr>
          </a:lstStyle>
          <a:p>
            <a:pPr lvl="0"/>
            <a:r>
              <a:rPr lang="en-US"/>
              <a:t>Click icon to add picture</a:t>
            </a:r>
          </a:p>
        </p:txBody>
      </p:sp>
      <p:sp>
        <p:nvSpPr>
          <p:cNvPr id="4" name="Picture Placeholder 15">
            <a:extLst>
              <a:ext uri="{FF2B5EF4-FFF2-40B4-BE49-F238E27FC236}">
                <a16:creationId xmlns:a16="http://schemas.microsoft.com/office/drawing/2014/main" id="{2006474A-8870-1F1A-9A29-2CC4E5EE8B5A}"/>
              </a:ext>
            </a:extLst>
          </p:cNvPr>
          <p:cNvSpPr>
            <a:spLocks noGrp="1"/>
          </p:cNvSpPr>
          <p:nvPr>
            <p:ph type="pic" sz="quarter" idx="14"/>
          </p:nvPr>
        </p:nvSpPr>
        <p:spPr>
          <a:xfrm>
            <a:off x="8228533" y="1612902"/>
            <a:ext cx="1677466" cy="1663700"/>
          </a:xfrm>
          <a:solidFill>
            <a:srgbClr val="E8E6E3"/>
          </a:solidFill>
        </p:spPr>
        <p:txBody>
          <a:bodyPr vert="horz" lIns="0" tIns="0" rIns="0" bIns="0" rtlCol="0">
            <a:noAutofit/>
          </a:bodyPr>
          <a:lstStyle>
            <a:lvl1pPr>
              <a:defRPr lang="en-US"/>
            </a:lvl1pPr>
          </a:lstStyle>
          <a:p>
            <a:pPr lvl="0"/>
            <a:r>
              <a:rPr lang="en-US"/>
              <a:t>Click icon to add picture</a:t>
            </a:r>
          </a:p>
        </p:txBody>
      </p:sp>
      <p:sp>
        <p:nvSpPr>
          <p:cNvPr id="5" name="Text Placeholder 3">
            <a:extLst>
              <a:ext uri="{FF2B5EF4-FFF2-40B4-BE49-F238E27FC236}">
                <a16:creationId xmlns:a16="http://schemas.microsoft.com/office/drawing/2014/main" id="{7E8F666C-776D-05D4-81EB-264C0EAC65F6}"/>
              </a:ext>
            </a:extLst>
          </p:cNvPr>
          <p:cNvSpPr>
            <a:spLocks noGrp="1"/>
          </p:cNvSpPr>
          <p:nvPr>
            <p:ph type="body" sz="half" idx="15" hasCustomPrompt="1"/>
          </p:nvPr>
        </p:nvSpPr>
        <p:spPr>
          <a:xfrm>
            <a:off x="4267200" y="3429001"/>
            <a:ext cx="2667000" cy="1816099"/>
          </a:xfrm>
        </p:spPr>
        <p:txBody>
          <a:bodyPr/>
          <a:lstStyle>
            <a:lvl1pPr marL="0" indent="0">
              <a:lnSpc>
                <a:spcPct val="100000"/>
              </a:lnSpc>
              <a:buNone/>
              <a:defRPr sz="1620" b="0">
                <a:solidFill>
                  <a:schemeClr val="tx2"/>
                </a:solidFill>
              </a:defRPr>
            </a:lvl1pPr>
            <a:lvl2pPr marL="5715" indent="0">
              <a:lnSpc>
                <a:spcPct val="100000"/>
              </a:lnSpc>
              <a:spcBef>
                <a:spcPts val="540"/>
              </a:spcBef>
              <a:spcAft>
                <a:spcPts val="0"/>
              </a:spcAft>
              <a:buNone/>
              <a:tabLst/>
              <a:defRPr sz="108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Name Lastname</a:t>
            </a:r>
          </a:p>
          <a:p>
            <a:pPr lvl="1"/>
            <a:r>
              <a:rPr lang="en-US"/>
              <a:t>Title</a:t>
            </a:r>
          </a:p>
        </p:txBody>
      </p:sp>
      <p:sp>
        <p:nvSpPr>
          <p:cNvPr id="9" name="Text Placeholder 3">
            <a:extLst>
              <a:ext uri="{FF2B5EF4-FFF2-40B4-BE49-F238E27FC236}">
                <a16:creationId xmlns:a16="http://schemas.microsoft.com/office/drawing/2014/main" id="{25F3716B-2303-DBCD-0FB4-E5D2B6E87ACF}"/>
              </a:ext>
            </a:extLst>
          </p:cNvPr>
          <p:cNvSpPr>
            <a:spLocks noGrp="1"/>
          </p:cNvSpPr>
          <p:nvPr>
            <p:ph type="body" sz="half" idx="16" hasCustomPrompt="1"/>
          </p:nvPr>
        </p:nvSpPr>
        <p:spPr>
          <a:xfrm>
            <a:off x="8228532" y="3429001"/>
            <a:ext cx="2667000" cy="1816099"/>
          </a:xfrm>
        </p:spPr>
        <p:txBody>
          <a:bodyPr/>
          <a:lstStyle>
            <a:lvl1pPr marL="0" indent="0">
              <a:lnSpc>
                <a:spcPct val="100000"/>
              </a:lnSpc>
              <a:buNone/>
              <a:defRPr sz="1620" b="0">
                <a:solidFill>
                  <a:schemeClr val="tx2"/>
                </a:solidFill>
              </a:defRPr>
            </a:lvl1pPr>
            <a:lvl2pPr marL="5715" indent="0">
              <a:lnSpc>
                <a:spcPct val="100000"/>
              </a:lnSpc>
              <a:spcBef>
                <a:spcPts val="540"/>
              </a:spcBef>
              <a:spcAft>
                <a:spcPts val="0"/>
              </a:spcAft>
              <a:buNone/>
              <a:tabLst/>
              <a:defRPr sz="108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Name Lastname</a:t>
            </a:r>
          </a:p>
          <a:p>
            <a:pPr lvl="1"/>
            <a:r>
              <a:rPr lang="en-US"/>
              <a:t>Title</a:t>
            </a:r>
          </a:p>
        </p:txBody>
      </p:sp>
    </p:spTree>
    <p:extLst>
      <p:ext uri="{BB962C8B-B14F-4D97-AF65-F5344CB8AC3E}">
        <p14:creationId xmlns:p14="http://schemas.microsoft.com/office/powerpoint/2010/main" val="696397173"/>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p:cSld name="Speaker, 4">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1F29517B-4940-D3BA-B4D3-9BB63B715338}"/>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8" name="think-cell data - do not delete" hidden="1">
                        <a:extLst>
                          <a:ext uri="{FF2B5EF4-FFF2-40B4-BE49-F238E27FC236}">
                            <a16:creationId xmlns:a16="http://schemas.microsoft.com/office/drawing/2014/main" id="{1F29517B-4940-D3BA-B4D3-9BB63B715338}"/>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11" name="Text Placeholder 3">
            <a:extLst>
              <a:ext uri="{FF2B5EF4-FFF2-40B4-BE49-F238E27FC236}">
                <a16:creationId xmlns:a16="http://schemas.microsoft.com/office/drawing/2014/main" id="{0CD75CF5-25E9-EF3D-2991-8C26B93D7FC5}"/>
              </a:ext>
            </a:extLst>
          </p:cNvPr>
          <p:cNvSpPr>
            <a:spLocks noGrp="1"/>
          </p:cNvSpPr>
          <p:nvPr>
            <p:ph type="body" sz="half" idx="2" hasCustomPrompt="1"/>
          </p:nvPr>
        </p:nvSpPr>
        <p:spPr>
          <a:xfrm>
            <a:off x="304801" y="3429001"/>
            <a:ext cx="2667000" cy="1816099"/>
          </a:xfrm>
        </p:spPr>
        <p:txBody>
          <a:bodyPr/>
          <a:lstStyle>
            <a:lvl1pPr marL="0" indent="0">
              <a:lnSpc>
                <a:spcPct val="100000"/>
              </a:lnSpc>
              <a:buNone/>
              <a:defRPr sz="1620" b="0">
                <a:solidFill>
                  <a:schemeClr val="tx2"/>
                </a:solidFill>
              </a:defRPr>
            </a:lvl1pPr>
            <a:lvl2pPr marL="5715" indent="0">
              <a:lnSpc>
                <a:spcPct val="100000"/>
              </a:lnSpc>
              <a:spcBef>
                <a:spcPts val="540"/>
              </a:spcBef>
              <a:spcAft>
                <a:spcPts val="0"/>
              </a:spcAft>
              <a:buNone/>
              <a:tabLst/>
              <a:defRPr sz="108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Name Lastname</a:t>
            </a:r>
          </a:p>
          <a:p>
            <a:pPr lvl="1"/>
            <a:r>
              <a:rPr lang="en-US"/>
              <a:t>Title</a:t>
            </a:r>
          </a:p>
        </p:txBody>
      </p:sp>
      <p:sp>
        <p:nvSpPr>
          <p:cNvPr id="13" name="Text Placeholder 3">
            <a:extLst>
              <a:ext uri="{FF2B5EF4-FFF2-40B4-BE49-F238E27FC236}">
                <a16:creationId xmlns:a16="http://schemas.microsoft.com/office/drawing/2014/main" id="{53324A90-5E21-6749-2F1C-6A0413A41694}"/>
              </a:ext>
            </a:extLst>
          </p:cNvPr>
          <p:cNvSpPr>
            <a:spLocks noGrp="1"/>
          </p:cNvSpPr>
          <p:nvPr>
            <p:ph type="body" sz="half" idx="10" hasCustomPrompt="1"/>
          </p:nvPr>
        </p:nvSpPr>
        <p:spPr>
          <a:xfrm>
            <a:off x="304800" y="304801"/>
            <a:ext cx="5638800" cy="177452"/>
          </a:xfrm>
        </p:spPr>
        <p:txBody>
          <a:bodyPr/>
          <a:lstStyle>
            <a:lvl1pPr marL="0" indent="0">
              <a:buNone/>
              <a:defRPr sz="900" spc="0">
                <a:solidFill>
                  <a:schemeClr val="tx1"/>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Brow</a:t>
            </a:r>
          </a:p>
        </p:txBody>
      </p:sp>
      <p:sp>
        <p:nvSpPr>
          <p:cNvPr id="16" name="Picture Placeholder 15">
            <a:extLst>
              <a:ext uri="{FF2B5EF4-FFF2-40B4-BE49-F238E27FC236}">
                <a16:creationId xmlns:a16="http://schemas.microsoft.com/office/drawing/2014/main" id="{3B37DE78-BA1F-8279-F795-4FA92A8FB6BF}"/>
              </a:ext>
            </a:extLst>
          </p:cNvPr>
          <p:cNvSpPr>
            <a:spLocks noGrp="1"/>
          </p:cNvSpPr>
          <p:nvPr>
            <p:ph type="pic" sz="quarter" idx="11"/>
          </p:nvPr>
        </p:nvSpPr>
        <p:spPr>
          <a:xfrm>
            <a:off x="304801" y="1612902"/>
            <a:ext cx="1677466" cy="1663700"/>
          </a:xfrm>
          <a:solidFill>
            <a:srgbClr val="E8E6E3"/>
          </a:solidFill>
        </p:spPr>
        <p:txBody>
          <a:bodyPr vert="horz" lIns="0" tIns="0" rIns="0" bIns="0" rtlCol="0">
            <a:noAutofit/>
          </a:bodyPr>
          <a:lstStyle>
            <a:lvl1pPr>
              <a:defRPr lang="en-US"/>
            </a:lvl1pPr>
          </a:lstStyle>
          <a:p>
            <a:pPr lvl="0"/>
            <a:r>
              <a:rPr lang="en-US"/>
              <a:t>Click icon to add picture</a:t>
            </a:r>
          </a:p>
        </p:txBody>
      </p:sp>
      <p:sp>
        <p:nvSpPr>
          <p:cNvPr id="7" name="Picture Placeholder 15">
            <a:extLst>
              <a:ext uri="{FF2B5EF4-FFF2-40B4-BE49-F238E27FC236}">
                <a16:creationId xmlns:a16="http://schemas.microsoft.com/office/drawing/2014/main" id="{68E079FA-0130-6597-2C63-F2C259AE9012}"/>
              </a:ext>
            </a:extLst>
          </p:cNvPr>
          <p:cNvSpPr>
            <a:spLocks noGrp="1"/>
          </p:cNvSpPr>
          <p:nvPr>
            <p:ph type="pic" sz="quarter" idx="13"/>
          </p:nvPr>
        </p:nvSpPr>
        <p:spPr>
          <a:xfrm>
            <a:off x="3276600" y="1612902"/>
            <a:ext cx="1677466" cy="1663700"/>
          </a:xfrm>
          <a:solidFill>
            <a:srgbClr val="E8E6E3"/>
          </a:solidFill>
        </p:spPr>
        <p:txBody>
          <a:bodyPr vert="horz" lIns="0" tIns="0" rIns="0" bIns="0" rtlCol="0">
            <a:noAutofit/>
          </a:bodyPr>
          <a:lstStyle>
            <a:lvl1pPr>
              <a:defRPr lang="en-US"/>
            </a:lvl1pPr>
          </a:lstStyle>
          <a:p>
            <a:pPr lvl="0"/>
            <a:r>
              <a:rPr lang="en-US"/>
              <a:t>Click icon to add picture</a:t>
            </a:r>
          </a:p>
        </p:txBody>
      </p:sp>
      <p:sp>
        <p:nvSpPr>
          <p:cNvPr id="4" name="Picture Placeholder 15">
            <a:extLst>
              <a:ext uri="{FF2B5EF4-FFF2-40B4-BE49-F238E27FC236}">
                <a16:creationId xmlns:a16="http://schemas.microsoft.com/office/drawing/2014/main" id="{2006474A-8870-1F1A-9A29-2CC4E5EE8B5A}"/>
              </a:ext>
            </a:extLst>
          </p:cNvPr>
          <p:cNvSpPr>
            <a:spLocks noGrp="1"/>
          </p:cNvSpPr>
          <p:nvPr>
            <p:ph type="pic" sz="quarter" idx="14"/>
          </p:nvPr>
        </p:nvSpPr>
        <p:spPr>
          <a:xfrm>
            <a:off x="6248400" y="1612902"/>
            <a:ext cx="1677466" cy="1663700"/>
          </a:xfrm>
          <a:solidFill>
            <a:srgbClr val="E8E6E3"/>
          </a:solidFill>
        </p:spPr>
        <p:txBody>
          <a:bodyPr vert="horz" lIns="0" tIns="0" rIns="0" bIns="0" rtlCol="0">
            <a:noAutofit/>
          </a:bodyPr>
          <a:lstStyle>
            <a:lvl1pPr>
              <a:defRPr lang="en-US"/>
            </a:lvl1pPr>
          </a:lstStyle>
          <a:p>
            <a:pPr lvl="0"/>
            <a:r>
              <a:rPr lang="en-US"/>
              <a:t>Click icon to add picture</a:t>
            </a:r>
          </a:p>
        </p:txBody>
      </p:sp>
      <p:sp>
        <p:nvSpPr>
          <p:cNvPr id="5" name="Text Placeholder 3">
            <a:extLst>
              <a:ext uri="{FF2B5EF4-FFF2-40B4-BE49-F238E27FC236}">
                <a16:creationId xmlns:a16="http://schemas.microsoft.com/office/drawing/2014/main" id="{7E8F666C-776D-05D4-81EB-264C0EAC65F6}"/>
              </a:ext>
            </a:extLst>
          </p:cNvPr>
          <p:cNvSpPr>
            <a:spLocks noGrp="1"/>
          </p:cNvSpPr>
          <p:nvPr>
            <p:ph type="body" sz="half" idx="15" hasCustomPrompt="1"/>
          </p:nvPr>
        </p:nvSpPr>
        <p:spPr>
          <a:xfrm>
            <a:off x="3276600" y="3429001"/>
            <a:ext cx="2667000" cy="1816099"/>
          </a:xfrm>
        </p:spPr>
        <p:txBody>
          <a:bodyPr/>
          <a:lstStyle>
            <a:lvl1pPr marL="0" indent="0">
              <a:lnSpc>
                <a:spcPct val="100000"/>
              </a:lnSpc>
              <a:buNone/>
              <a:defRPr sz="1620" b="0">
                <a:solidFill>
                  <a:schemeClr val="tx2"/>
                </a:solidFill>
              </a:defRPr>
            </a:lvl1pPr>
            <a:lvl2pPr marL="5715" indent="0">
              <a:lnSpc>
                <a:spcPct val="100000"/>
              </a:lnSpc>
              <a:spcBef>
                <a:spcPts val="540"/>
              </a:spcBef>
              <a:spcAft>
                <a:spcPts val="0"/>
              </a:spcAft>
              <a:buNone/>
              <a:tabLst/>
              <a:defRPr sz="108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Name Lastname</a:t>
            </a:r>
          </a:p>
          <a:p>
            <a:pPr lvl="1"/>
            <a:r>
              <a:rPr lang="en-US"/>
              <a:t>Title</a:t>
            </a:r>
          </a:p>
        </p:txBody>
      </p:sp>
      <p:sp>
        <p:nvSpPr>
          <p:cNvPr id="9" name="Text Placeholder 3">
            <a:extLst>
              <a:ext uri="{FF2B5EF4-FFF2-40B4-BE49-F238E27FC236}">
                <a16:creationId xmlns:a16="http://schemas.microsoft.com/office/drawing/2014/main" id="{25F3716B-2303-DBCD-0FB4-E5D2B6E87ACF}"/>
              </a:ext>
            </a:extLst>
          </p:cNvPr>
          <p:cNvSpPr>
            <a:spLocks noGrp="1"/>
          </p:cNvSpPr>
          <p:nvPr>
            <p:ph type="body" sz="half" idx="16" hasCustomPrompt="1"/>
          </p:nvPr>
        </p:nvSpPr>
        <p:spPr>
          <a:xfrm>
            <a:off x="6248400" y="3429001"/>
            <a:ext cx="2667000" cy="1816099"/>
          </a:xfrm>
        </p:spPr>
        <p:txBody>
          <a:bodyPr/>
          <a:lstStyle>
            <a:lvl1pPr marL="0" indent="0">
              <a:lnSpc>
                <a:spcPct val="100000"/>
              </a:lnSpc>
              <a:buNone/>
              <a:defRPr sz="1620" b="0">
                <a:solidFill>
                  <a:schemeClr val="tx2"/>
                </a:solidFill>
              </a:defRPr>
            </a:lvl1pPr>
            <a:lvl2pPr marL="5715" indent="0">
              <a:lnSpc>
                <a:spcPct val="100000"/>
              </a:lnSpc>
              <a:spcBef>
                <a:spcPts val="540"/>
              </a:spcBef>
              <a:spcAft>
                <a:spcPts val="0"/>
              </a:spcAft>
              <a:buNone/>
              <a:tabLst/>
              <a:defRPr sz="108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Name Lastname</a:t>
            </a:r>
          </a:p>
          <a:p>
            <a:pPr lvl="1"/>
            <a:r>
              <a:rPr lang="en-US"/>
              <a:t>Title</a:t>
            </a:r>
          </a:p>
        </p:txBody>
      </p:sp>
      <p:sp>
        <p:nvSpPr>
          <p:cNvPr id="2" name="Picture Placeholder 15">
            <a:extLst>
              <a:ext uri="{FF2B5EF4-FFF2-40B4-BE49-F238E27FC236}">
                <a16:creationId xmlns:a16="http://schemas.microsoft.com/office/drawing/2014/main" id="{05B72515-4D8B-32F3-9AA2-9E350E886241}"/>
              </a:ext>
            </a:extLst>
          </p:cNvPr>
          <p:cNvSpPr>
            <a:spLocks noGrp="1"/>
          </p:cNvSpPr>
          <p:nvPr>
            <p:ph type="pic" sz="quarter" idx="17"/>
          </p:nvPr>
        </p:nvSpPr>
        <p:spPr>
          <a:xfrm>
            <a:off x="9220200" y="1612902"/>
            <a:ext cx="1677466" cy="1663700"/>
          </a:xfrm>
          <a:solidFill>
            <a:srgbClr val="E8E6E3"/>
          </a:solidFill>
        </p:spPr>
        <p:txBody>
          <a:bodyPr vert="horz" lIns="0" tIns="0" rIns="0" bIns="0" rtlCol="0">
            <a:noAutofit/>
          </a:bodyPr>
          <a:lstStyle>
            <a:lvl1pPr>
              <a:defRPr lang="en-US"/>
            </a:lvl1pPr>
          </a:lstStyle>
          <a:p>
            <a:pPr lvl="0"/>
            <a:r>
              <a:rPr lang="en-US"/>
              <a:t>Click icon to add picture</a:t>
            </a:r>
          </a:p>
        </p:txBody>
      </p:sp>
      <p:sp>
        <p:nvSpPr>
          <p:cNvPr id="3" name="Text Placeholder 3">
            <a:extLst>
              <a:ext uri="{FF2B5EF4-FFF2-40B4-BE49-F238E27FC236}">
                <a16:creationId xmlns:a16="http://schemas.microsoft.com/office/drawing/2014/main" id="{AB164CC4-F900-B35D-E2A9-482A31394E0F}"/>
              </a:ext>
            </a:extLst>
          </p:cNvPr>
          <p:cNvSpPr>
            <a:spLocks noGrp="1"/>
          </p:cNvSpPr>
          <p:nvPr>
            <p:ph type="body" sz="half" idx="18" hasCustomPrompt="1"/>
          </p:nvPr>
        </p:nvSpPr>
        <p:spPr>
          <a:xfrm>
            <a:off x="9220200" y="3429001"/>
            <a:ext cx="2667000" cy="1816099"/>
          </a:xfrm>
        </p:spPr>
        <p:txBody>
          <a:bodyPr/>
          <a:lstStyle>
            <a:lvl1pPr marL="0" indent="0">
              <a:lnSpc>
                <a:spcPct val="100000"/>
              </a:lnSpc>
              <a:buNone/>
              <a:defRPr sz="1620" b="0">
                <a:solidFill>
                  <a:schemeClr val="tx2"/>
                </a:solidFill>
              </a:defRPr>
            </a:lvl1pPr>
            <a:lvl2pPr marL="5715" indent="0">
              <a:lnSpc>
                <a:spcPct val="100000"/>
              </a:lnSpc>
              <a:spcBef>
                <a:spcPts val="540"/>
              </a:spcBef>
              <a:spcAft>
                <a:spcPts val="0"/>
              </a:spcAft>
              <a:buNone/>
              <a:tabLst/>
              <a:defRPr sz="108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Name Lastname</a:t>
            </a:r>
          </a:p>
          <a:p>
            <a:pPr lvl="1"/>
            <a:r>
              <a:rPr lang="en-US"/>
              <a:t>Title</a:t>
            </a:r>
          </a:p>
        </p:txBody>
      </p:sp>
    </p:spTree>
    <p:extLst>
      <p:ext uri="{BB962C8B-B14F-4D97-AF65-F5344CB8AC3E}">
        <p14:creationId xmlns:p14="http://schemas.microsoft.com/office/powerpoint/2010/main" val="383336123"/>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p:cSld name="Speaker, 6">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1F29517B-4940-D3BA-B4D3-9BB63B715338}"/>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8" name="think-cell data - do not delete" hidden="1">
                        <a:extLst>
                          <a:ext uri="{FF2B5EF4-FFF2-40B4-BE49-F238E27FC236}">
                            <a16:creationId xmlns:a16="http://schemas.microsoft.com/office/drawing/2014/main" id="{1F29517B-4940-D3BA-B4D3-9BB63B715338}"/>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11" name="Text Placeholder 3">
            <a:extLst>
              <a:ext uri="{FF2B5EF4-FFF2-40B4-BE49-F238E27FC236}">
                <a16:creationId xmlns:a16="http://schemas.microsoft.com/office/drawing/2014/main" id="{0CD75CF5-25E9-EF3D-2991-8C26B93D7FC5}"/>
              </a:ext>
            </a:extLst>
          </p:cNvPr>
          <p:cNvSpPr>
            <a:spLocks noGrp="1"/>
          </p:cNvSpPr>
          <p:nvPr>
            <p:ph type="body" sz="half" idx="2" hasCustomPrompt="1"/>
          </p:nvPr>
        </p:nvSpPr>
        <p:spPr>
          <a:xfrm>
            <a:off x="1447800" y="1612901"/>
            <a:ext cx="3505200" cy="1003299"/>
          </a:xfrm>
        </p:spPr>
        <p:txBody>
          <a:bodyPr/>
          <a:lstStyle>
            <a:lvl1pPr marL="0" indent="0">
              <a:lnSpc>
                <a:spcPct val="100000"/>
              </a:lnSpc>
              <a:buNone/>
              <a:defRPr sz="1620" b="0">
                <a:solidFill>
                  <a:schemeClr val="tx2"/>
                </a:solidFill>
              </a:defRPr>
            </a:lvl1pPr>
            <a:lvl2pPr marL="5715" indent="0">
              <a:lnSpc>
                <a:spcPct val="100000"/>
              </a:lnSpc>
              <a:spcBef>
                <a:spcPts val="540"/>
              </a:spcBef>
              <a:spcAft>
                <a:spcPts val="0"/>
              </a:spcAft>
              <a:buNone/>
              <a:tabLst/>
              <a:defRPr sz="108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Name Lastname</a:t>
            </a:r>
          </a:p>
          <a:p>
            <a:pPr lvl="1"/>
            <a:r>
              <a:rPr lang="en-US"/>
              <a:t>Title</a:t>
            </a:r>
          </a:p>
        </p:txBody>
      </p:sp>
      <p:sp>
        <p:nvSpPr>
          <p:cNvPr id="13" name="Text Placeholder 3">
            <a:extLst>
              <a:ext uri="{FF2B5EF4-FFF2-40B4-BE49-F238E27FC236}">
                <a16:creationId xmlns:a16="http://schemas.microsoft.com/office/drawing/2014/main" id="{53324A90-5E21-6749-2F1C-6A0413A41694}"/>
              </a:ext>
            </a:extLst>
          </p:cNvPr>
          <p:cNvSpPr>
            <a:spLocks noGrp="1"/>
          </p:cNvSpPr>
          <p:nvPr>
            <p:ph type="body" sz="half" idx="10" hasCustomPrompt="1"/>
          </p:nvPr>
        </p:nvSpPr>
        <p:spPr>
          <a:xfrm>
            <a:off x="304800" y="304801"/>
            <a:ext cx="5638800" cy="177452"/>
          </a:xfrm>
        </p:spPr>
        <p:txBody>
          <a:bodyPr/>
          <a:lstStyle>
            <a:lvl1pPr marL="0" indent="0">
              <a:buNone/>
              <a:defRPr sz="900" spc="0">
                <a:solidFill>
                  <a:schemeClr val="tx1"/>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Brow</a:t>
            </a:r>
          </a:p>
        </p:txBody>
      </p:sp>
      <p:sp>
        <p:nvSpPr>
          <p:cNvPr id="16" name="Picture Placeholder 15">
            <a:extLst>
              <a:ext uri="{FF2B5EF4-FFF2-40B4-BE49-F238E27FC236}">
                <a16:creationId xmlns:a16="http://schemas.microsoft.com/office/drawing/2014/main" id="{3B37DE78-BA1F-8279-F795-4FA92A8FB6BF}"/>
              </a:ext>
            </a:extLst>
          </p:cNvPr>
          <p:cNvSpPr>
            <a:spLocks noGrp="1"/>
          </p:cNvSpPr>
          <p:nvPr>
            <p:ph type="pic" sz="quarter" idx="11"/>
          </p:nvPr>
        </p:nvSpPr>
        <p:spPr>
          <a:xfrm>
            <a:off x="304800" y="1612899"/>
            <a:ext cx="1005840" cy="1005840"/>
          </a:xfrm>
          <a:solidFill>
            <a:srgbClr val="E8E6E3"/>
          </a:solidFill>
        </p:spPr>
        <p:txBody>
          <a:bodyPr vert="horz" lIns="0" tIns="0" rIns="0" bIns="0" rtlCol="0">
            <a:noAutofit/>
          </a:bodyPr>
          <a:lstStyle>
            <a:lvl1pPr>
              <a:defRPr lang="en-US" sz="900"/>
            </a:lvl1pPr>
          </a:lstStyle>
          <a:p>
            <a:pPr lvl="0"/>
            <a:r>
              <a:rPr lang="en-US"/>
              <a:t>Click icon to add picture</a:t>
            </a:r>
          </a:p>
        </p:txBody>
      </p:sp>
      <p:sp>
        <p:nvSpPr>
          <p:cNvPr id="7" name="Picture Placeholder 15">
            <a:extLst>
              <a:ext uri="{FF2B5EF4-FFF2-40B4-BE49-F238E27FC236}">
                <a16:creationId xmlns:a16="http://schemas.microsoft.com/office/drawing/2014/main" id="{68E079FA-0130-6597-2C63-F2C259AE9012}"/>
              </a:ext>
            </a:extLst>
          </p:cNvPr>
          <p:cNvSpPr>
            <a:spLocks noGrp="1"/>
          </p:cNvSpPr>
          <p:nvPr>
            <p:ph type="pic" sz="quarter" idx="13"/>
          </p:nvPr>
        </p:nvSpPr>
        <p:spPr>
          <a:xfrm>
            <a:off x="304800" y="2923797"/>
            <a:ext cx="1005840" cy="1005840"/>
          </a:xfrm>
          <a:solidFill>
            <a:srgbClr val="E8E6E3"/>
          </a:solidFill>
        </p:spPr>
        <p:txBody>
          <a:bodyPr vert="horz" lIns="0" tIns="0" rIns="0" bIns="0" rtlCol="0">
            <a:noAutofit/>
          </a:bodyPr>
          <a:lstStyle>
            <a:lvl1pPr>
              <a:defRPr lang="en-US" sz="900"/>
            </a:lvl1pPr>
          </a:lstStyle>
          <a:p>
            <a:pPr lvl="0"/>
            <a:r>
              <a:rPr lang="en-US"/>
              <a:t>Click icon to add picture</a:t>
            </a:r>
          </a:p>
        </p:txBody>
      </p:sp>
      <p:sp>
        <p:nvSpPr>
          <p:cNvPr id="4" name="Picture Placeholder 15">
            <a:extLst>
              <a:ext uri="{FF2B5EF4-FFF2-40B4-BE49-F238E27FC236}">
                <a16:creationId xmlns:a16="http://schemas.microsoft.com/office/drawing/2014/main" id="{2006474A-8870-1F1A-9A29-2CC4E5EE8B5A}"/>
              </a:ext>
            </a:extLst>
          </p:cNvPr>
          <p:cNvSpPr>
            <a:spLocks noGrp="1"/>
          </p:cNvSpPr>
          <p:nvPr>
            <p:ph type="pic" sz="quarter" idx="14"/>
          </p:nvPr>
        </p:nvSpPr>
        <p:spPr>
          <a:xfrm>
            <a:off x="304800" y="4234607"/>
            <a:ext cx="1005840" cy="1003299"/>
          </a:xfrm>
          <a:solidFill>
            <a:srgbClr val="E8E6E3"/>
          </a:solidFill>
        </p:spPr>
        <p:txBody>
          <a:bodyPr vert="horz" lIns="0" tIns="0" rIns="0" bIns="0" rtlCol="0">
            <a:noAutofit/>
          </a:bodyPr>
          <a:lstStyle>
            <a:lvl1pPr>
              <a:defRPr lang="en-US" sz="900"/>
            </a:lvl1pPr>
          </a:lstStyle>
          <a:p>
            <a:pPr lvl="0"/>
            <a:r>
              <a:rPr lang="en-US"/>
              <a:t>Click icon to add picture</a:t>
            </a:r>
          </a:p>
        </p:txBody>
      </p:sp>
      <p:sp>
        <p:nvSpPr>
          <p:cNvPr id="5" name="Text Placeholder 3">
            <a:extLst>
              <a:ext uri="{FF2B5EF4-FFF2-40B4-BE49-F238E27FC236}">
                <a16:creationId xmlns:a16="http://schemas.microsoft.com/office/drawing/2014/main" id="{7E8F666C-776D-05D4-81EB-264C0EAC65F6}"/>
              </a:ext>
            </a:extLst>
          </p:cNvPr>
          <p:cNvSpPr>
            <a:spLocks noGrp="1"/>
          </p:cNvSpPr>
          <p:nvPr>
            <p:ph type="body" sz="half" idx="15" hasCustomPrompt="1"/>
          </p:nvPr>
        </p:nvSpPr>
        <p:spPr>
          <a:xfrm>
            <a:off x="1447800" y="2923799"/>
            <a:ext cx="3505200" cy="1006852"/>
          </a:xfrm>
        </p:spPr>
        <p:txBody>
          <a:bodyPr/>
          <a:lstStyle>
            <a:lvl1pPr marL="0" indent="0">
              <a:lnSpc>
                <a:spcPct val="100000"/>
              </a:lnSpc>
              <a:buNone/>
              <a:defRPr sz="1620" b="0">
                <a:solidFill>
                  <a:schemeClr val="tx2"/>
                </a:solidFill>
              </a:defRPr>
            </a:lvl1pPr>
            <a:lvl2pPr marL="5715" indent="0">
              <a:lnSpc>
                <a:spcPct val="100000"/>
              </a:lnSpc>
              <a:spcBef>
                <a:spcPts val="540"/>
              </a:spcBef>
              <a:spcAft>
                <a:spcPts val="0"/>
              </a:spcAft>
              <a:buNone/>
              <a:tabLst/>
              <a:defRPr sz="108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Name Lastname</a:t>
            </a:r>
          </a:p>
          <a:p>
            <a:pPr lvl="1"/>
            <a:r>
              <a:rPr lang="en-US"/>
              <a:t>Title</a:t>
            </a:r>
          </a:p>
        </p:txBody>
      </p:sp>
      <p:sp>
        <p:nvSpPr>
          <p:cNvPr id="9" name="Text Placeholder 3">
            <a:extLst>
              <a:ext uri="{FF2B5EF4-FFF2-40B4-BE49-F238E27FC236}">
                <a16:creationId xmlns:a16="http://schemas.microsoft.com/office/drawing/2014/main" id="{25F3716B-2303-DBCD-0FB4-E5D2B6E87ACF}"/>
              </a:ext>
            </a:extLst>
          </p:cNvPr>
          <p:cNvSpPr>
            <a:spLocks noGrp="1"/>
          </p:cNvSpPr>
          <p:nvPr>
            <p:ph type="body" sz="half" idx="16" hasCustomPrompt="1"/>
          </p:nvPr>
        </p:nvSpPr>
        <p:spPr>
          <a:xfrm>
            <a:off x="1447800" y="4234607"/>
            <a:ext cx="3505200" cy="1010493"/>
          </a:xfrm>
        </p:spPr>
        <p:txBody>
          <a:bodyPr/>
          <a:lstStyle>
            <a:lvl1pPr marL="0" indent="0">
              <a:lnSpc>
                <a:spcPct val="100000"/>
              </a:lnSpc>
              <a:buNone/>
              <a:defRPr sz="1620" b="0">
                <a:solidFill>
                  <a:schemeClr val="tx2"/>
                </a:solidFill>
              </a:defRPr>
            </a:lvl1pPr>
            <a:lvl2pPr marL="5715" indent="0">
              <a:lnSpc>
                <a:spcPct val="100000"/>
              </a:lnSpc>
              <a:spcBef>
                <a:spcPts val="540"/>
              </a:spcBef>
              <a:spcAft>
                <a:spcPts val="0"/>
              </a:spcAft>
              <a:buNone/>
              <a:tabLst/>
              <a:defRPr sz="108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Name Lastname</a:t>
            </a:r>
          </a:p>
          <a:p>
            <a:pPr lvl="1"/>
            <a:r>
              <a:rPr lang="en-US"/>
              <a:t>Title</a:t>
            </a:r>
          </a:p>
        </p:txBody>
      </p:sp>
      <p:sp>
        <p:nvSpPr>
          <p:cNvPr id="2" name="Picture Placeholder 15">
            <a:extLst>
              <a:ext uri="{FF2B5EF4-FFF2-40B4-BE49-F238E27FC236}">
                <a16:creationId xmlns:a16="http://schemas.microsoft.com/office/drawing/2014/main" id="{05B72515-4D8B-32F3-9AA2-9E350E886241}"/>
              </a:ext>
            </a:extLst>
          </p:cNvPr>
          <p:cNvSpPr>
            <a:spLocks noGrp="1"/>
          </p:cNvSpPr>
          <p:nvPr>
            <p:ph type="pic" sz="quarter" idx="17"/>
          </p:nvPr>
        </p:nvSpPr>
        <p:spPr>
          <a:xfrm>
            <a:off x="6248400" y="1612901"/>
            <a:ext cx="1005840" cy="1003299"/>
          </a:xfrm>
          <a:solidFill>
            <a:srgbClr val="E8E6E3"/>
          </a:solidFill>
        </p:spPr>
        <p:txBody>
          <a:bodyPr vert="horz" lIns="0" tIns="0" rIns="0" bIns="0" rtlCol="0">
            <a:noAutofit/>
          </a:bodyPr>
          <a:lstStyle>
            <a:lvl1pPr>
              <a:defRPr lang="en-US" sz="900"/>
            </a:lvl1pPr>
          </a:lstStyle>
          <a:p>
            <a:pPr lvl="0"/>
            <a:r>
              <a:rPr lang="en-US"/>
              <a:t>Click icon to add picture</a:t>
            </a:r>
          </a:p>
        </p:txBody>
      </p:sp>
      <p:sp>
        <p:nvSpPr>
          <p:cNvPr id="3" name="Text Placeholder 3">
            <a:extLst>
              <a:ext uri="{FF2B5EF4-FFF2-40B4-BE49-F238E27FC236}">
                <a16:creationId xmlns:a16="http://schemas.microsoft.com/office/drawing/2014/main" id="{AB164CC4-F900-B35D-E2A9-482A31394E0F}"/>
              </a:ext>
            </a:extLst>
          </p:cNvPr>
          <p:cNvSpPr>
            <a:spLocks noGrp="1"/>
          </p:cNvSpPr>
          <p:nvPr>
            <p:ph type="body" sz="half" idx="18" hasCustomPrompt="1"/>
          </p:nvPr>
        </p:nvSpPr>
        <p:spPr>
          <a:xfrm>
            <a:off x="7391400" y="1612901"/>
            <a:ext cx="3505200" cy="1003299"/>
          </a:xfrm>
        </p:spPr>
        <p:txBody>
          <a:bodyPr/>
          <a:lstStyle>
            <a:lvl1pPr marL="0" indent="0">
              <a:lnSpc>
                <a:spcPct val="100000"/>
              </a:lnSpc>
              <a:buNone/>
              <a:defRPr sz="1620" b="0">
                <a:solidFill>
                  <a:schemeClr val="tx2"/>
                </a:solidFill>
              </a:defRPr>
            </a:lvl1pPr>
            <a:lvl2pPr marL="5715" indent="0">
              <a:lnSpc>
                <a:spcPct val="100000"/>
              </a:lnSpc>
              <a:spcBef>
                <a:spcPts val="540"/>
              </a:spcBef>
              <a:spcAft>
                <a:spcPts val="0"/>
              </a:spcAft>
              <a:buNone/>
              <a:tabLst/>
              <a:defRPr sz="108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Name Lastname</a:t>
            </a:r>
          </a:p>
          <a:p>
            <a:pPr lvl="1"/>
            <a:r>
              <a:rPr lang="en-US"/>
              <a:t>Title</a:t>
            </a:r>
          </a:p>
        </p:txBody>
      </p:sp>
      <p:sp>
        <p:nvSpPr>
          <p:cNvPr id="14" name="Picture Placeholder 15">
            <a:extLst>
              <a:ext uri="{FF2B5EF4-FFF2-40B4-BE49-F238E27FC236}">
                <a16:creationId xmlns:a16="http://schemas.microsoft.com/office/drawing/2014/main" id="{C3BAB3A8-71A8-D2E7-8B5B-1922C9AD90FA}"/>
              </a:ext>
            </a:extLst>
          </p:cNvPr>
          <p:cNvSpPr>
            <a:spLocks noGrp="1"/>
          </p:cNvSpPr>
          <p:nvPr>
            <p:ph type="pic" sz="quarter" idx="19"/>
          </p:nvPr>
        </p:nvSpPr>
        <p:spPr>
          <a:xfrm>
            <a:off x="6248400" y="2923799"/>
            <a:ext cx="1005840" cy="1003299"/>
          </a:xfrm>
          <a:solidFill>
            <a:srgbClr val="E8E6E3"/>
          </a:solidFill>
        </p:spPr>
        <p:txBody>
          <a:bodyPr vert="horz" lIns="0" tIns="0" rIns="0" bIns="0" rtlCol="0">
            <a:noAutofit/>
          </a:bodyPr>
          <a:lstStyle>
            <a:lvl1pPr>
              <a:defRPr lang="en-US" sz="900"/>
            </a:lvl1pPr>
          </a:lstStyle>
          <a:p>
            <a:pPr lvl="0"/>
            <a:r>
              <a:rPr lang="en-US"/>
              <a:t>Click icon to add picture</a:t>
            </a:r>
          </a:p>
        </p:txBody>
      </p:sp>
      <p:sp>
        <p:nvSpPr>
          <p:cNvPr id="15" name="Text Placeholder 3">
            <a:extLst>
              <a:ext uri="{FF2B5EF4-FFF2-40B4-BE49-F238E27FC236}">
                <a16:creationId xmlns:a16="http://schemas.microsoft.com/office/drawing/2014/main" id="{6F14D33B-67C1-54B2-03BA-AB372F430CBD}"/>
              </a:ext>
            </a:extLst>
          </p:cNvPr>
          <p:cNvSpPr>
            <a:spLocks noGrp="1"/>
          </p:cNvSpPr>
          <p:nvPr>
            <p:ph type="body" sz="half" idx="20" hasCustomPrompt="1"/>
          </p:nvPr>
        </p:nvSpPr>
        <p:spPr>
          <a:xfrm>
            <a:off x="7391400" y="2923799"/>
            <a:ext cx="3505200" cy="1006852"/>
          </a:xfrm>
        </p:spPr>
        <p:txBody>
          <a:bodyPr/>
          <a:lstStyle>
            <a:lvl1pPr marL="0" indent="0">
              <a:lnSpc>
                <a:spcPct val="100000"/>
              </a:lnSpc>
              <a:buNone/>
              <a:defRPr sz="1620" b="0">
                <a:solidFill>
                  <a:schemeClr val="tx2"/>
                </a:solidFill>
              </a:defRPr>
            </a:lvl1pPr>
            <a:lvl2pPr marL="5715" indent="0">
              <a:lnSpc>
                <a:spcPct val="100000"/>
              </a:lnSpc>
              <a:spcBef>
                <a:spcPts val="540"/>
              </a:spcBef>
              <a:spcAft>
                <a:spcPts val="0"/>
              </a:spcAft>
              <a:buNone/>
              <a:tabLst/>
              <a:defRPr sz="108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Name Lastname</a:t>
            </a:r>
          </a:p>
          <a:p>
            <a:pPr lvl="1"/>
            <a:r>
              <a:rPr lang="en-US"/>
              <a:t>Title</a:t>
            </a:r>
          </a:p>
        </p:txBody>
      </p:sp>
      <p:sp>
        <p:nvSpPr>
          <p:cNvPr id="17" name="Picture Placeholder 15">
            <a:extLst>
              <a:ext uri="{FF2B5EF4-FFF2-40B4-BE49-F238E27FC236}">
                <a16:creationId xmlns:a16="http://schemas.microsoft.com/office/drawing/2014/main" id="{3F743931-E7DC-33EA-6C9F-56C9E18E1442}"/>
              </a:ext>
            </a:extLst>
          </p:cNvPr>
          <p:cNvSpPr>
            <a:spLocks noGrp="1"/>
          </p:cNvSpPr>
          <p:nvPr>
            <p:ph type="pic" sz="quarter" idx="21"/>
          </p:nvPr>
        </p:nvSpPr>
        <p:spPr>
          <a:xfrm>
            <a:off x="6248400" y="4234607"/>
            <a:ext cx="1005840" cy="1003299"/>
          </a:xfrm>
          <a:solidFill>
            <a:srgbClr val="E8E6E3"/>
          </a:solidFill>
        </p:spPr>
        <p:txBody>
          <a:bodyPr vert="horz" lIns="0" tIns="0" rIns="0" bIns="0" rtlCol="0">
            <a:noAutofit/>
          </a:bodyPr>
          <a:lstStyle>
            <a:lvl1pPr>
              <a:defRPr lang="en-US" sz="900"/>
            </a:lvl1pPr>
          </a:lstStyle>
          <a:p>
            <a:pPr lvl="0"/>
            <a:r>
              <a:rPr lang="en-US"/>
              <a:t>Click icon to add picture</a:t>
            </a:r>
          </a:p>
        </p:txBody>
      </p:sp>
      <p:sp>
        <p:nvSpPr>
          <p:cNvPr id="18" name="Text Placeholder 3">
            <a:extLst>
              <a:ext uri="{FF2B5EF4-FFF2-40B4-BE49-F238E27FC236}">
                <a16:creationId xmlns:a16="http://schemas.microsoft.com/office/drawing/2014/main" id="{F7B5314D-ABD5-1D83-44F1-125F2574592F}"/>
              </a:ext>
            </a:extLst>
          </p:cNvPr>
          <p:cNvSpPr>
            <a:spLocks noGrp="1"/>
          </p:cNvSpPr>
          <p:nvPr>
            <p:ph type="body" sz="half" idx="22" hasCustomPrompt="1"/>
          </p:nvPr>
        </p:nvSpPr>
        <p:spPr>
          <a:xfrm>
            <a:off x="7391400" y="4234607"/>
            <a:ext cx="3505200" cy="1003299"/>
          </a:xfrm>
        </p:spPr>
        <p:txBody>
          <a:bodyPr/>
          <a:lstStyle>
            <a:lvl1pPr marL="0" indent="0">
              <a:lnSpc>
                <a:spcPct val="100000"/>
              </a:lnSpc>
              <a:buNone/>
              <a:defRPr sz="1620" b="0">
                <a:solidFill>
                  <a:schemeClr val="tx2"/>
                </a:solidFill>
              </a:defRPr>
            </a:lvl1pPr>
            <a:lvl2pPr marL="5715" indent="0">
              <a:lnSpc>
                <a:spcPct val="100000"/>
              </a:lnSpc>
              <a:spcBef>
                <a:spcPts val="540"/>
              </a:spcBef>
              <a:spcAft>
                <a:spcPts val="0"/>
              </a:spcAft>
              <a:buNone/>
              <a:tabLst/>
              <a:defRPr sz="108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Name Lastname</a:t>
            </a:r>
          </a:p>
          <a:p>
            <a:pPr lvl="1"/>
            <a:r>
              <a:rPr lang="en-US"/>
              <a:t>Title</a:t>
            </a:r>
          </a:p>
        </p:txBody>
      </p:sp>
    </p:spTree>
    <p:extLst>
      <p:ext uri="{BB962C8B-B14F-4D97-AF65-F5344CB8AC3E}">
        <p14:creationId xmlns:p14="http://schemas.microsoft.com/office/powerpoint/2010/main" val="3413698895"/>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showMasterSp="0" preserve="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14AD8AB1-1ED9-07D1-3AB9-13A04A61F7A8}"/>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think-cell data - do not delete" hidden="1">
                        <a:extLst>
                          <a:ext uri="{FF2B5EF4-FFF2-40B4-BE49-F238E27FC236}">
                            <a16:creationId xmlns:a16="http://schemas.microsoft.com/office/drawing/2014/main" id="{14AD8AB1-1ED9-07D1-3AB9-13A04A61F7A8}"/>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4" name="TextBox 3">
            <a:extLst>
              <a:ext uri="{FF2B5EF4-FFF2-40B4-BE49-F238E27FC236}">
                <a16:creationId xmlns:a16="http://schemas.microsoft.com/office/drawing/2014/main" id="{F8D74644-B0A3-B627-446B-0901EF9581C9}"/>
              </a:ext>
            </a:extLst>
          </p:cNvPr>
          <p:cNvSpPr txBox="1"/>
          <p:nvPr/>
        </p:nvSpPr>
        <p:spPr>
          <a:xfrm>
            <a:off x="304800" y="1612900"/>
            <a:ext cx="11582400" cy="4480560"/>
          </a:xfrm>
          <a:prstGeom prst="rect">
            <a:avLst/>
          </a:prstGeom>
          <a:noFill/>
        </p:spPr>
        <p:txBody>
          <a:bodyPr wrap="square" lIns="0" tIns="0" rIns="0" bIns="0" rtlCol="0" anchor="t">
            <a:noAutofit/>
          </a:bodyPr>
          <a:lstStyle/>
          <a:p>
            <a:pPr algn="l">
              <a:lnSpc>
                <a:spcPct val="75000"/>
              </a:lnSpc>
            </a:pPr>
            <a:r>
              <a:rPr lang="en-US" sz="12960" b="0" i="0" spc="-450" baseline="0">
                <a:solidFill>
                  <a:schemeClr val="tx1"/>
                </a:solidFill>
                <a:latin typeface="Overpass Medium" pitchFamily="2" charset="77"/>
              </a:rPr>
              <a:t>Image</a:t>
            </a:r>
          </a:p>
        </p:txBody>
      </p:sp>
    </p:spTree>
    <p:extLst>
      <p:ext uri="{BB962C8B-B14F-4D97-AF65-F5344CB8AC3E}">
        <p14:creationId xmlns:p14="http://schemas.microsoft.com/office/powerpoint/2010/main" val="2017386494"/>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Image, 1">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0B78D336-D2C6-EA48-BC57-0EF89441533E}"/>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6" name="think-cell data - do not delete" hidden="1">
                        <a:extLst>
                          <a:ext uri="{FF2B5EF4-FFF2-40B4-BE49-F238E27FC236}">
                            <a16:creationId xmlns:a16="http://schemas.microsoft.com/office/drawing/2014/main" id="{0B78D336-D2C6-EA48-BC57-0EF89441533E}"/>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id="{01ADF9E2-AB38-5DF5-51EE-10D49738A53E}"/>
              </a:ext>
            </a:extLst>
          </p:cNvPr>
          <p:cNvSpPr>
            <a:spLocks noGrp="1"/>
          </p:cNvSpPr>
          <p:nvPr>
            <p:ph type="pic" sz="quarter" idx="12"/>
          </p:nvPr>
        </p:nvSpPr>
        <p:spPr>
          <a:xfrm>
            <a:off x="-3048" y="-4572"/>
            <a:ext cx="12198096" cy="6867144"/>
          </a:xfrm>
          <a:solidFill>
            <a:srgbClr val="E8E6E3"/>
          </a:solidFill>
        </p:spPr>
        <p:txBody>
          <a:bodyPr vert="horz" lIns="0" tIns="0" rIns="0" bIns="0" rtlCol="0">
            <a:noAutofit/>
          </a:bodyPr>
          <a:lstStyle>
            <a:lvl1pPr>
              <a:defRPr lang="en-US"/>
            </a:lvl1pPr>
          </a:lstStyle>
          <a:p>
            <a:pPr lvl="0"/>
            <a:r>
              <a:rPr lang="en-US"/>
              <a:t>Click icon to add picture</a:t>
            </a:r>
          </a:p>
        </p:txBody>
      </p:sp>
      <p:sp>
        <p:nvSpPr>
          <p:cNvPr id="4" name="Slide Number Placeholder 3">
            <a:extLst>
              <a:ext uri="{FF2B5EF4-FFF2-40B4-BE49-F238E27FC236}">
                <a16:creationId xmlns:a16="http://schemas.microsoft.com/office/drawing/2014/main" id="{3A2C695F-6012-4DF2-CA13-21E9A6AEA761}"/>
              </a:ext>
            </a:extLst>
          </p:cNvPr>
          <p:cNvSpPr>
            <a:spLocks noGrp="1"/>
          </p:cNvSpPr>
          <p:nvPr>
            <p:ph type="sldNum" sz="quarter" idx="11"/>
          </p:nvPr>
        </p:nvSpPr>
        <p:spPr>
          <a:xfrm>
            <a:off x="11201400" y="6370322"/>
            <a:ext cx="685800" cy="182879"/>
          </a:xfrm>
          <a:prstGeom prst="rect">
            <a:avLst/>
          </a:prstGeom>
        </p:spPr>
        <p:txBody>
          <a:bodyPr/>
          <a:lstStyle>
            <a:lvl1pPr>
              <a:defRPr>
                <a:solidFill>
                  <a:schemeClr val="bg1"/>
                </a:solidFill>
              </a:defRPr>
            </a:lvl1pPr>
          </a:lstStyle>
          <a:p>
            <a:fld id="{48F63A3B-78C7-47BE-AE5E-E10140E04643}" type="slidenum">
              <a:rPr lang="en-US" smtClean="0"/>
              <a:t>‹#›</a:t>
            </a:fld>
            <a:endParaRPr lang="en-US"/>
          </a:p>
        </p:txBody>
      </p:sp>
      <p:sp>
        <p:nvSpPr>
          <p:cNvPr id="11" name="Text Placeholder 3">
            <a:extLst>
              <a:ext uri="{FF2B5EF4-FFF2-40B4-BE49-F238E27FC236}">
                <a16:creationId xmlns:a16="http://schemas.microsoft.com/office/drawing/2014/main" id="{B0528512-6A97-DB72-10A9-69957240132F}"/>
              </a:ext>
            </a:extLst>
          </p:cNvPr>
          <p:cNvSpPr>
            <a:spLocks noGrp="1"/>
          </p:cNvSpPr>
          <p:nvPr>
            <p:ph type="body" sz="half" idx="2"/>
          </p:nvPr>
        </p:nvSpPr>
        <p:spPr>
          <a:xfrm>
            <a:off x="304800" y="304801"/>
            <a:ext cx="3657600" cy="2311399"/>
          </a:xfrm>
        </p:spPr>
        <p:txBody>
          <a:bodyPr/>
          <a:lstStyle>
            <a:lvl1pPr marL="0" indent="0">
              <a:buNone/>
              <a:defRPr sz="1080">
                <a:solidFill>
                  <a:schemeClr val="bg1"/>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edit Master text styles</a:t>
            </a:r>
          </a:p>
        </p:txBody>
      </p:sp>
      <p:sp>
        <p:nvSpPr>
          <p:cNvPr id="2" name="Text Placeholder 3">
            <a:extLst>
              <a:ext uri="{FF2B5EF4-FFF2-40B4-BE49-F238E27FC236}">
                <a16:creationId xmlns:a16="http://schemas.microsoft.com/office/drawing/2014/main" id="{C71CEDE0-A26F-624C-C574-089F460D0E7B}"/>
              </a:ext>
            </a:extLst>
          </p:cNvPr>
          <p:cNvSpPr>
            <a:spLocks noGrp="1"/>
          </p:cNvSpPr>
          <p:nvPr>
            <p:ph type="body" sz="half" idx="13" hasCustomPrompt="1"/>
          </p:nvPr>
        </p:nvSpPr>
        <p:spPr>
          <a:xfrm>
            <a:off x="6248400" y="6187669"/>
            <a:ext cx="4645152" cy="365531"/>
          </a:xfrm>
        </p:spPr>
        <p:txBody>
          <a:bodyPr vert="horz" lIns="0" tIns="0" rIns="0" bIns="0" rtlCol="0" anchor="b">
            <a:noAutofit/>
          </a:bodyPr>
          <a:lstStyle>
            <a:lvl1pPr>
              <a:defRPr lang="en-US" sz="720" spc="0">
                <a:solidFill>
                  <a:schemeClr val="bg1"/>
                </a:solidFill>
              </a:defRPr>
            </a:lvl1pPr>
          </a:lstStyle>
          <a:p>
            <a:pPr lvl="0"/>
            <a:r>
              <a:rPr lang="en-US"/>
              <a:t>Click to add footnote/source</a:t>
            </a:r>
          </a:p>
        </p:txBody>
      </p:sp>
      <p:sp>
        <p:nvSpPr>
          <p:cNvPr id="5" name="Text Placeholder 3">
            <a:extLst>
              <a:ext uri="{FF2B5EF4-FFF2-40B4-BE49-F238E27FC236}">
                <a16:creationId xmlns:a16="http://schemas.microsoft.com/office/drawing/2014/main" id="{38FF16CF-E7EF-8F6D-E55F-F7D7EC0F92CA}"/>
              </a:ext>
            </a:extLst>
          </p:cNvPr>
          <p:cNvSpPr>
            <a:spLocks noGrp="1"/>
          </p:cNvSpPr>
          <p:nvPr>
            <p:ph type="body" sz="half" idx="14" hasCustomPrompt="1"/>
          </p:nvPr>
        </p:nvSpPr>
        <p:spPr>
          <a:xfrm>
            <a:off x="304799" y="5001768"/>
            <a:ext cx="11582401" cy="916432"/>
          </a:xfrm>
        </p:spPr>
        <p:txBody>
          <a:bodyPr vert="horz" lIns="0" tIns="0" rIns="0" bIns="0" rtlCol="0" anchor="b" anchorCtr="0">
            <a:noAutofit/>
          </a:bodyPr>
          <a:lstStyle>
            <a:lvl1pPr>
              <a:lnSpc>
                <a:spcPct val="100000"/>
              </a:lnSpc>
              <a:defRPr lang="en-US" sz="2160" spc="-18" baseline="0" dirty="0">
                <a:solidFill>
                  <a:schemeClr val="bg1"/>
                </a:solidFill>
              </a:defRPr>
            </a:lvl1pPr>
          </a:lstStyle>
          <a:p>
            <a:pPr lvl="0"/>
            <a:r>
              <a:rPr lang="en-US"/>
              <a:t>Optional headline / product name</a:t>
            </a:r>
          </a:p>
        </p:txBody>
      </p:sp>
      <p:sp>
        <p:nvSpPr>
          <p:cNvPr id="3" name="Footer Placeholder 2">
            <a:extLst>
              <a:ext uri="{FF2B5EF4-FFF2-40B4-BE49-F238E27FC236}">
                <a16:creationId xmlns:a16="http://schemas.microsoft.com/office/drawing/2014/main" id="{4FD34CC2-94A9-47D6-CD95-5427E2F5D5A3}"/>
              </a:ext>
            </a:extLst>
          </p:cNvPr>
          <p:cNvSpPr>
            <a:spLocks noGrp="1"/>
          </p:cNvSpPr>
          <p:nvPr>
            <p:ph type="ftr" sz="quarter" idx="15"/>
          </p:nvPr>
        </p:nvSpPr>
        <p:spPr/>
        <p:txBody>
          <a:bodyPr/>
          <a:lstStyle>
            <a:lvl1pPr>
              <a:defRPr>
                <a:solidFill>
                  <a:schemeClr val="bg1"/>
                </a:solidFill>
              </a:defRPr>
            </a:lvl1pPr>
          </a:lstStyle>
          <a:p>
            <a:r>
              <a:rPr lang="en-US"/>
              <a:t>General Motors</a:t>
            </a:r>
          </a:p>
        </p:txBody>
      </p:sp>
    </p:spTree>
    <p:extLst>
      <p:ext uri="{BB962C8B-B14F-4D97-AF65-F5344CB8AC3E}">
        <p14:creationId xmlns:p14="http://schemas.microsoft.com/office/powerpoint/2010/main" val="2671636039"/>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p:cSld name="Image, 2">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0B78D336-D2C6-EA48-BC57-0EF89441533E}"/>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6" name="think-cell data - do not delete" hidden="1">
                        <a:extLst>
                          <a:ext uri="{FF2B5EF4-FFF2-40B4-BE49-F238E27FC236}">
                            <a16:creationId xmlns:a16="http://schemas.microsoft.com/office/drawing/2014/main" id="{0B78D336-D2C6-EA48-BC57-0EF89441533E}"/>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id="{01ADF9E2-AB38-5DF5-51EE-10D49738A53E}"/>
              </a:ext>
            </a:extLst>
          </p:cNvPr>
          <p:cNvSpPr>
            <a:spLocks noGrp="1" noChangeAspect="1"/>
          </p:cNvSpPr>
          <p:nvPr>
            <p:ph type="pic" sz="quarter" idx="12"/>
          </p:nvPr>
        </p:nvSpPr>
        <p:spPr>
          <a:xfrm>
            <a:off x="304799" y="304800"/>
            <a:ext cx="5742432" cy="5742432"/>
          </a:xfrm>
          <a:solidFill>
            <a:srgbClr val="E8E6E3"/>
          </a:solidFill>
        </p:spPr>
        <p:txBody>
          <a:bodyPr vert="horz" lIns="0" tIns="0" rIns="0" bIns="0" rtlCol="0">
            <a:noAutofit/>
          </a:bodyPr>
          <a:lstStyle>
            <a:lvl1pPr>
              <a:defRPr lang="en-US" dirty="0"/>
            </a:lvl1pPr>
          </a:lstStyle>
          <a:p>
            <a:pPr lvl="0"/>
            <a:r>
              <a:rPr lang="en-US"/>
              <a:t>Click icon to add picture</a:t>
            </a:r>
          </a:p>
        </p:txBody>
      </p:sp>
      <p:sp>
        <p:nvSpPr>
          <p:cNvPr id="4" name="Picture Placeholder 7">
            <a:extLst>
              <a:ext uri="{FF2B5EF4-FFF2-40B4-BE49-F238E27FC236}">
                <a16:creationId xmlns:a16="http://schemas.microsoft.com/office/drawing/2014/main" id="{92A853AE-1ED7-A48A-427E-0D7E7362CC73}"/>
              </a:ext>
            </a:extLst>
          </p:cNvPr>
          <p:cNvSpPr>
            <a:spLocks noGrp="1" noChangeAspect="1"/>
          </p:cNvSpPr>
          <p:nvPr>
            <p:ph type="pic" sz="quarter" idx="13"/>
          </p:nvPr>
        </p:nvSpPr>
        <p:spPr>
          <a:xfrm>
            <a:off x="6144770" y="304800"/>
            <a:ext cx="5742432" cy="5742432"/>
          </a:xfrm>
          <a:solidFill>
            <a:srgbClr val="E8E6E3"/>
          </a:solidFill>
        </p:spPr>
        <p:txBody>
          <a:bodyPr vert="horz" lIns="0" tIns="0" rIns="0" bIns="0" rtlCol="0">
            <a:noAutofit/>
          </a:bodyPr>
          <a:lstStyle>
            <a:lvl1pPr>
              <a:defRPr lang="en-US"/>
            </a:lvl1pPr>
          </a:lstStyle>
          <a:p>
            <a:pPr lvl="0"/>
            <a:r>
              <a:rPr lang="en-US"/>
              <a:t>Click icon to add picture</a:t>
            </a:r>
          </a:p>
        </p:txBody>
      </p:sp>
      <p:sp>
        <p:nvSpPr>
          <p:cNvPr id="2" name="Text Placeholder 3">
            <a:extLst>
              <a:ext uri="{FF2B5EF4-FFF2-40B4-BE49-F238E27FC236}">
                <a16:creationId xmlns:a16="http://schemas.microsoft.com/office/drawing/2014/main" id="{5F01301E-74AE-417D-4119-DACF74D63299}"/>
              </a:ext>
            </a:extLst>
          </p:cNvPr>
          <p:cNvSpPr>
            <a:spLocks noGrp="1"/>
          </p:cNvSpPr>
          <p:nvPr>
            <p:ph type="body" sz="half" idx="2" hasCustomPrompt="1"/>
          </p:nvPr>
        </p:nvSpPr>
        <p:spPr>
          <a:xfrm>
            <a:off x="6248400" y="6187669"/>
            <a:ext cx="4648200" cy="365531"/>
          </a:xfrm>
        </p:spPr>
        <p:txBody>
          <a:bodyPr vert="horz" lIns="0" tIns="0" rIns="0" bIns="0" rtlCol="0" anchor="b">
            <a:noAutofit/>
          </a:bodyPr>
          <a:lstStyle>
            <a:lvl1pPr>
              <a:defRPr lang="en-US" sz="720" spc="0">
                <a:solidFill>
                  <a:srgbClr val="6D6D6D"/>
                </a:solidFill>
              </a:defRPr>
            </a:lvl1pPr>
          </a:lstStyle>
          <a:p>
            <a:pPr lvl="0"/>
            <a:r>
              <a:rPr lang="en-US"/>
              <a:t>Click to add footnote/source</a:t>
            </a:r>
          </a:p>
        </p:txBody>
      </p:sp>
      <p:sp>
        <p:nvSpPr>
          <p:cNvPr id="3" name="Text Placeholder 3">
            <a:extLst>
              <a:ext uri="{FF2B5EF4-FFF2-40B4-BE49-F238E27FC236}">
                <a16:creationId xmlns:a16="http://schemas.microsoft.com/office/drawing/2014/main" id="{5BF50083-B1FD-00C1-1083-EFF784EF9793}"/>
              </a:ext>
            </a:extLst>
          </p:cNvPr>
          <p:cNvSpPr>
            <a:spLocks noGrp="1"/>
          </p:cNvSpPr>
          <p:nvPr>
            <p:ph type="body" sz="half" idx="11" hasCustomPrompt="1"/>
          </p:nvPr>
        </p:nvSpPr>
        <p:spPr>
          <a:xfrm>
            <a:off x="304799" y="5130801"/>
            <a:ext cx="5742432" cy="916432"/>
          </a:xfrm>
        </p:spPr>
        <p:txBody>
          <a:bodyPr vert="horz" lIns="182880" tIns="182880" rIns="182880" bIns="137160" rtlCol="0" anchor="b" anchorCtr="0">
            <a:noAutofit/>
          </a:bodyPr>
          <a:lstStyle>
            <a:lvl1pPr>
              <a:lnSpc>
                <a:spcPct val="100000"/>
              </a:lnSpc>
              <a:defRPr lang="en-US" sz="2160" spc="-18" baseline="0" dirty="0">
                <a:solidFill>
                  <a:schemeClr val="bg1"/>
                </a:solidFill>
              </a:defRPr>
            </a:lvl1pPr>
          </a:lstStyle>
          <a:p>
            <a:pPr lvl="0"/>
            <a:r>
              <a:rPr lang="en-US"/>
              <a:t>Optional headline / product name</a:t>
            </a:r>
          </a:p>
        </p:txBody>
      </p:sp>
      <p:sp>
        <p:nvSpPr>
          <p:cNvPr id="5" name="Text Placeholder 3">
            <a:extLst>
              <a:ext uri="{FF2B5EF4-FFF2-40B4-BE49-F238E27FC236}">
                <a16:creationId xmlns:a16="http://schemas.microsoft.com/office/drawing/2014/main" id="{679213A6-5A1D-0B36-9B28-AC5B6B4CEAE3}"/>
              </a:ext>
            </a:extLst>
          </p:cNvPr>
          <p:cNvSpPr>
            <a:spLocks noGrp="1"/>
          </p:cNvSpPr>
          <p:nvPr>
            <p:ph type="body" sz="half" idx="15" hasCustomPrompt="1"/>
          </p:nvPr>
        </p:nvSpPr>
        <p:spPr>
          <a:xfrm>
            <a:off x="6144771" y="5130801"/>
            <a:ext cx="5746867" cy="916432"/>
          </a:xfrm>
        </p:spPr>
        <p:txBody>
          <a:bodyPr vert="horz" lIns="182880" tIns="182880" rIns="182880" bIns="137160" rtlCol="0" anchor="b" anchorCtr="0">
            <a:noAutofit/>
          </a:bodyPr>
          <a:lstStyle>
            <a:lvl1pPr>
              <a:lnSpc>
                <a:spcPct val="100000"/>
              </a:lnSpc>
              <a:defRPr lang="en-US" sz="2160" spc="-18" baseline="0" dirty="0">
                <a:solidFill>
                  <a:schemeClr val="bg1"/>
                </a:solidFill>
              </a:defRPr>
            </a:lvl1pPr>
          </a:lstStyle>
          <a:p>
            <a:pPr lvl="0"/>
            <a:r>
              <a:rPr lang="en-US"/>
              <a:t>Optional headline / product name</a:t>
            </a:r>
          </a:p>
        </p:txBody>
      </p:sp>
    </p:spTree>
    <p:extLst>
      <p:ext uri="{BB962C8B-B14F-4D97-AF65-F5344CB8AC3E}">
        <p14:creationId xmlns:p14="http://schemas.microsoft.com/office/powerpoint/2010/main" val="3348430956"/>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Image, 3">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0B78D336-D2C6-EA48-BC57-0EF89441533E}"/>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6" name="think-cell data - do not delete" hidden="1">
                        <a:extLst>
                          <a:ext uri="{FF2B5EF4-FFF2-40B4-BE49-F238E27FC236}">
                            <a16:creationId xmlns:a16="http://schemas.microsoft.com/office/drawing/2014/main" id="{0B78D336-D2C6-EA48-BC57-0EF89441533E}"/>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id="{01ADF9E2-AB38-5DF5-51EE-10D49738A53E}"/>
              </a:ext>
            </a:extLst>
          </p:cNvPr>
          <p:cNvSpPr>
            <a:spLocks noGrp="1" noChangeAspect="1"/>
          </p:cNvSpPr>
          <p:nvPr>
            <p:ph type="pic" sz="quarter" idx="12"/>
          </p:nvPr>
        </p:nvSpPr>
        <p:spPr>
          <a:xfrm>
            <a:off x="304801" y="304800"/>
            <a:ext cx="3824480" cy="5742432"/>
          </a:xfrm>
          <a:solidFill>
            <a:srgbClr val="E8E6E3"/>
          </a:solidFill>
        </p:spPr>
        <p:txBody>
          <a:bodyPr vert="horz" lIns="0" tIns="0" rIns="0" bIns="0" rtlCol="0">
            <a:noAutofit/>
          </a:bodyPr>
          <a:lstStyle>
            <a:lvl1pPr>
              <a:defRPr lang="en-US" dirty="0"/>
            </a:lvl1pPr>
          </a:lstStyle>
          <a:p>
            <a:pPr lvl="0"/>
            <a:r>
              <a:rPr lang="en-US"/>
              <a:t>Click icon to add picture</a:t>
            </a:r>
          </a:p>
        </p:txBody>
      </p:sp>
      <p:sp>
        <p:nvSpPr>
          <p:cNvPr id="4" name="Picture Placeholder 7">
            <a:extLst>
              <a:ext uri="{FF2B5EF4-FFF2-40B4-BE49-F238E27FC236}">
                <a16:creationId xmlns:a16="http://schemas.microsoft.com/office/drawing/2014/main" id="{92A853AE-1ED7-A48A-427E-0D7E7362CC73}"/>
              </a:ext>
            </a:extLst>
          </p:cNvPr>
          <p:cNvSpPr>
            <a:spLocks noGrp="1" noChangeAspect="1"/>
          </p:cNvSpPr>
          <p:nvPr>
            <p:ph type="pic" sz="quarter" idx="13"/>
          </p:nvPr>
        </p:nvSpPr>
        <p:spPr>
          <a:xfrm>
            <a:off x="4202459" y="304800"/>
            <a:ext cx="3824482" cy="5742432"/>
          </a:xfrm>
          <a:solidFill>
            <a:srgbClr val="E8E6E3"/>
          </a:solidFill>
        </p:spPr>
        <p:txBody>
          <a:bodyPr vert="horz" lIns="0" tIns="0" rIns="0" bIns="0" rtlCol="0">
            <a:noAutofit/>
          </a:bodyPr>
          <a:lstStyle>
            <a:lvl1pPr>
              <a:defRPr lang="en-US"/>
            </a:lvl1pPr>
          </a:lstStyle>
          <a:p>
            <a:pPr lvl="0"/>
            <a:r>
              <a:rPr lang="en-US"/>
              <a:t>Click icon to add picture</a:t>
            </a:r>
          </a:p>
        </p:txBody>
      </p:sp>
      <p:sp>
        <p:nvSpPr>
          <p:cNvPr id="9" name="Picture Placeholder 7">
            <a:extLst>
              <a:ext uri="{FF2B5EF4-FFF2-40B4-BE49-F238E27FC236}">
                <a16:creationId xmlns:a16="http://schemas.microsoft.com/office/drawing/2014/main" id="{D50F15F6-9673-A8DA-3709-7E6D483F2979}"/>
              </a:ext>
            </a:extLst>
          </p:cNvPr>
          <p:cNvSpPr>
            <a:spLocks noGrp="1" noChangeAspect="1"/>
          </p:cNvSpPr>
          <p:nvPr>
            <p:ph type="pic" sz="quarter" idx="14"/>
          </p:nvPr>
        </p:nvSpPr>
        <p:spPr>
          <a:xfrm>
            <a:off x="8100120" y="304800"/>
            <a:ext cx="3824482" cy="5742432"/>
          </a:xfrm>
          <a:solidFill>
            <a:srgbClr val="E8E6E3"/>
          </a:solidFill>
        </p:spPr>
        <p:txBody>
          <a:bodyPr vert="horz" lIns="0" tIns="0" rIns="0" bIns="0" rtlCol="0">
            <a:noAutofit/>
          </a:bodyPr>
          <a:lstStyle>
            <a:lvl1pPr>
              <a:defRPr lang="en-US"/>
            </a:lvl1pPr>
          </a:lstStyle>
          <a:p>
            <a:pPr lvl="0"/>
            <a:r>
              <a:rPr lang="en-US"/>
              <a:t>Click icon to add picture</a:t>
            </a:r>
          </a:p>
        </p:txBody>
      </p:sp>
      <p:sp>
        <p:nvSpPr>
          <p:cNvPr id="2" name="Text Placeholder 3">
            <a:extLst>
              <a:ext uri="{FF2B5EF4-FFF2-40B4-BE49-F238E27FC236}">
                <a16:creationId xmlns:a16="http://schemas.microsoft.com/office/drawing/2014/main" id="{E03FBEFF-9B96-544C-FFBA-C29F0732B981}"/>
              </a:ext>
            </a:extLst>
          </p:cNvPr>
          <p:cNvSpPr>
            <a:spLocks noGrp="1"/>
          </p:cNvSpPr>
          <p:nvPr>
            <p:ph type="body" sz="half" idx="2" hasCustomPrompt="1"/>
          </p:nvPr>
        </p:nvSpPr>
        <p:spPr>
          <a:xfrm>
            <a:off x="6248400" y="6187669"/>
            <a:ext cx="4648200" cy="365531"/>
          </a:xfrm>
        </p:spPr>
        <p:txBody>
          <a:bodyPr vert="horz" lIns="0" tIns="0" rIns="0" bIns="0" rtlCol="0" anchor="b">
            <a:noAutofit/>
          </a:bodyPr>
          <a:lstStyle>
            <a:lvl1pPr>
              <a:defRPr lang="en-US" sz="720" spc="0">
                <a:solidFill>
                  <a:srgbClr val="6D6D6D"/>
                </a:solidFill>
              </a:defRPr>
            </a:lvl1pPr>
          </a:lstStyle>
          <a:p>
            <a:pPr lvl="0"/>
            <a:r>
              <a:rPr lang="en-US"/>
              <a:t>Click to add footnote/source</a:t>
            </a:r>
          </a:p>
        </p:txBody>
      </p:sp>
      <p:sp>
        <p:nvSpPr>
          <p:cNvPr id="3" name="Text Placeholder 3">
            <a:extLst>
              <a:ext uri="{FF2B5EF4-FFF2-40B4-BE49-F238E27FC236}">
                <a16:creationId xmlns:a16="http://schemas.microsoft.com/office/drawing/2014/main" id="{58D6770D-C207-6AF5-2052-D581FED9B9D6}"/>
              </a:ext>
            </a:extLst>
          </p:cNvPr>
          <p:cNvSpPr>
            <a:spLocks noGrp="1"/>
          </p:cNvSpPr>
          <p:nvPr>
            <p:ph type="body" sz="half" idx="11" hasCustomPrompt="1"/>
          </p:nvPr>
        </p:nvSpPr>
        <p:spPr>
          <a:xfrm>
            <a:off x="304799" y="4800600"/>
            <a:ext cx="3800120" cy="1243002"/>
          </a:xfrm>
        </p:spPr>
        <p:txBody>
          <a:bodyPr vert="horz" lIns="182880" tIns="182880" rIns="182880" bIns="137160" rtlCol="0" anchor="b" anchorCtr="0">
            <a:noAutofit/>
          </a:bodyPr>
          <a:lstStyle>
            <a:lvl1pPr>
              <a:lnSpc>
                <a:spcPct val="100000"/>
              </a:lnSpc>
              <a:defRPr lang="en-US" sz="2160" spc="-18" baseline="0" dirty="0">
                <a:solidFill>
                  <a:schemeClr val="bg1"/>
                </a:solidFill>
              </a:defRPr>
            </a:lvl1pPr>
          </a:lstStyle>
          <a:p>
            <a:pPr lvl="0"/>
            <a:r>
              <a:rPr lang="en-US"/>
              <a:t>Optional headline / product name</a:t>
            </a:r>
          </a:p>
        </p:txBody>
      </p:sp>
      <p:sp>
        <p:nvSpPr>
          <p:cNvPr id="5" name="Text Placeholder 3">
            <a:extLst>
              <a:ext uri="{FF2B5EF4-FFF2-40B4-BE49-F238E27FC236}">
                <a16:creationId xmlns:a16="http://schemas.microsoft.com/office/drawing/2014/main" id="{7B31268E-0998-989C-BDCA-1BA346A30B9B}"/>
              </a:ext>
            </a:extLst>
          </p:cNvPr>
          <p:cNvSpPr>
            <a:spLocks noGrp="1"/>
          </p:cNvSpPr>
          <p:nvPr>
            <p:ph type="body" sz="half" idx="15" hasCustomPrompt="1"/>
          </p:nvPr>
        </p:nvSpPr>
        <p:spPr>
          <a:xfrm>
            <a:off x="4202459" y="4800600"/>
            <a:ext cx="3803055" cy="1243002"/>
          </a:xfrm>
        </p:spPr>
        <p:txBody>
          <a:bodyPr vert="horz" lIns="182880" tIns="182880" rIns="182880" bIns="137160" rtlCol="0" anchor="b" anchorCtr="0">
            <a:noAutofit/>
          </a:bodyPr>
          <a:lstStyle>
            <a:lvl1pPr>
              <a:lnSpc>
                <a:spcPct val="100000"/>
              </a:lnSpc>
              <a:defRPr lang="en-US" sz="2160" spc="-18" baseline="0" dirty="0">
                <a:solidFill>
                  <a:schemeClr val="bg1"/>
                </a:solidFill>
              </a:defRPr>
            </a:lvl1pPr>
          </a:lstStyle>
          <a:p>
            <a:pPr lvl="0"/>
            <a:r>
              <a:rPr lang="en-US"/>
              <a:t>Optional headline / product name</a:t>
            </a:r>
          </a:p>
        </p:txBody>
      </p:sp>
      <p:sp>
        <p:nvSpPr>
          <p:cNvPr id="7" name="Text Placeholder 3">
            <a:extLst>
              <a:ext uri="{FF2B5EF4-FFF2-40B4-BE49-F238E27FC236}">
                <a16:creationId xmlns:a16="http://schemas.microsoft.com/office/drawing/2014/main" id="{715EF6DA-C75A-8694-97A6-771F0C2424B4}"/>
              </a:ext>
            </a:extLst>
          </p:cNvPr>
          <p:cNvSpPr>
            <a:spLocks noGrp="1"/>
          </p:cNvSpPr>
          <p:nvPr>
            <p:ph type="body" sz="half" idx="16" hasCustomPrompt="1"/>
          </p:nvPr>
        </p:nvSpPr>
        <p:spPr>
          <a:xfrm>
            <a:off x="8097188" y="4800600"/>
            <a:ext cx="3803055" cy="1243002"/>
          </a:xfrm>
        </p:spPr>
        <p:txBody>
          <a:bodyPr vert="horz" lIns="182880" tIns="182880" rIns="182880" bIns="137160" rtlCol="0" anchor="b" anchorCtr="0">
            <a:noAutofit/>
          </a:bodyPr>
          <a:lstStyle>
            <a:lvl1pPr>
              <a:lnSpc>
                <a:spcPct val="100000"/>
              </a:lnSpc>
              <a:defRPr lang="en-US" sz="2160" spc="-18" baseline="0" dirty="0">
                <a:solidFill>
                  <a:schemeClr val="bg1"/>
                </a:solidFill>
              </a:defRPr>
            </a:lvl1pPr>
          </a:lstStyle>
          <a:p>
            <a:pPr lvl="0"/>
            <a:r>
              <a:rPr lang="en-US"/>
              <a:t>Optional headline / product name</a:t>
            </a:r>
          </a:p>
        </p:txBody>
      </p:sp>
    </p:spTree>
    <p:extLst>
      <p:ext uri="{BB962C8B-B14F-4D97-AF65-F5344CB8AC3E}">
        <p14:creationId xmlns:p14="http://schemas.microsoft.com/office/powerpoint/2010/main" val="2311298587"/>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Image, 5">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0B78D336-D2C6-EA48-BC57-0EF89441533E}"/>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6" name="think-cell data - do not delete" hidden="1">
                        <a:extLst>
                          <a:ext uri="{FF2B5EF4-FFF2-40B4-BE49-F238E27FC236}">
                            <a16:creationId xmlns:a16="http://schemas.microsoft.com/office/drawing/2014/main" id="{0B78D336-D2C6-EA48-BC57-0EF89441533E}"/>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12" name="Picture Placeholder 7">
            <a:extLst>
              <a:ext uri="{FF2B5EF4-FFF2-40B4-BE49-F238E27FC236}">
                <a16:creationId xmlns:a16="http://schemas.microsoft.com/office/drawing/2014/main" id="{BA2F2E51-4B2A-CD73-403C-43BE0A6B1B21}"/>
              </a:ext>
            </a:extLst>
          </p:cNvPr>
          <p:cNvSpPr>
            <a:spLocks noGrp="1" noChangeAspect="1"/>
          </p:cNvSpPr>
          <p:nvPr>
            <p:ph type="pic" sz="quarter" idx="16"/>
          </p:nvPr>
        </p:nvSpPr>
        <p:spPr>
          <a:xfrm>
            <a:off x="9071276" y="3221736"/>
            <a:ext cx="2828966" cy="2825496"/>
          </a:xfrm>
          <a:solidFill>
            <a:srgbClr val="E8E6E3"/>
          </a:solidFill>
        </p:spPr>
        <p:txBody>
          <a:bodyPr vert="horz" lIns="0" tIns="0" rIns="0" bIns="0" rtlCol="0">
            <a:noAutofit/>
          </a:bodyPr>
          <a:lstStyle>
            <a:lvl1pPr>
              <a:defRPr lang="en-US" dirty="0"/>
            </a:lvl1pPr>
          </a:lstStyle>
          <a:p>
            <a:pPr lvl="0"/>
            <a:r>
              <a:rPr lang="en-US"/>
              <a:t>Click icon to add picture</a:t>
            </a:r>
          </a:p>
        </p:txBody>
      </p:sp>
      <p:sp>
        <p:nvSpPr>
          <p:cNvPr id="8" name="Picture Placeholder 7">
            <a:extLst>
              <a:ext uri="{FF2B5EF4-FFF2-40B4-BE49-F238E27FC236}">
                <a16:creationId xmlns:a16="http://schemas.microsoft.com/office/drawing/2014/main" id="{01ADF9E2-AB38-5DF5-51EE-10D49738A53E}"/>
              </a:ext>
            </a:extLst>
          </p:cNvPr>
          <p:cNvSpPr>
            <a:spLocks noGrp="1" noChangeAspect="1"/>
          </p:cNvSpPr>
          <p:nvPr>
            <p:ph type="pic" sz="quarter" idx="12"/>
          </p:nvPr>
        </p:nvSpPr>
        <p:spPr>
          <a:xfrm>
            <a:off x="304799" y="304800"/>
            <a:ext cx="5742432" cy="5742432"/>
          </a:xfrm>
          <a:solidFill>
            <a:srgbClr val="E8E6E3"/>
          </a:solidFill>
        </p:spPr>
        <p:txBody>
          <a:bodyPr vert="horz" lIns="0" tIns="0" rIns="0" bIns="0" rtlCol="0">
            <a:noAutofit/>
          </a:bodyPr>
          <a:lstStyle>
            <a:lvl1pPr>
              <a:defRPr lang="en-US" dirty="0"/>
            </a:lvl1pPr>
          </a:lstStyle>
          <a:p>
            <a:pPr lvl="0"/>
            <a:r>
              <a:rPr lang="en-US"/>
              <a:t>Click icon to add picture</a:t>
            </a:r>
          </a:p>
        </p:txBody>
      </p:sp>
      <p:sp>
        <p:nvSpPr>
          <p:cNvPr id="4" name="Picture Placeholder 7">
            <a:extLst>
              <a:ext uri="{FF2B5EF4-FFF2-40B4-BE49-F238E27FC236}">
                <a16:creationId xmlns:a16="http://schemas.microsoft.com/office/drawing/2014/main" id="{92A853AE-1ED7-A48A-427E-0D7E7362CC73}"/>
              </a:ext>
            </a:extLst>
          </p:cNvPr>
          <p:cNvSpPr>
            <a:spLocks noGrp="1" noChangeAspect="1"/>
          </p:cNvSpPr>
          <p:nvPr>
            <p:ph type="pic" sz="quarter" idx="13"/>
          </p:nvPr>
        </p:nvSpPr>
        <p:spPr>
          <a:xfrm>
            <a:off x="6144768" y="304801"/>
            <a:ext cx="2825496" cy="2825496"/>
          </a:xfrm>
          <a:solidFill>
            <a:srgbClr val="E8E6E3"/>
          </a:solidFill>
        </p:spPr>
        <p:txBody>
          <a:bodyPr vert="horz" lIns="0" tIns="0" rIns="0" bIns="0" rtlCol="0">
            <a:noAutofit/>
          </a:bodyPr>
          <a:lstStyle>
            <a:lvl1pPr>
              <a:defRPr lang="en-US"/>
            </a:lvl1pPr>
          </a:lstStyle>
          <a:p>
            <a:pPr lvl="0"/>
            <a:r>
              <a:rPr lang="en-US"/>
              <a:t>Click icon to add picture</a:t>
            </a:r>
          </a:p>
        </p:txBody>
      </p:sp>
      <p:sp>
        <p:nvSpPr>
          <p:cNvPr id="9" name="Picture Placeholder 7">
            <a:extLst>
              <a:ext uri="{FF2B5EF4-FFF2-40B4-BE49-F238E27FC236}">
                <a16:creationId xmlns:a16="http://schemas.microsoft.com/office/drawing/2014/main" id="{D50F15F6-9673-A8DA-3709-7E6D483F2979}"/>
              </a:ext>
            </a:extLst>
          </p:cNvPr>
          <p:cNvSpPr>
            <a:spLocks noGrp="1" noChangeAspect="1"/>
          </p:cNvSpPr>
          <p:nvPr>
            <p:ph type="pic" sz="quarter" idx="14"/>
          </p:nvPr>
        </p:nvSpPr>
        <p:spPr>
          <a:xfrm>
            <a:off x="9071276" y="304801"/>
            <a:ext cx="2828966" cy="2825496"/>
          </a:xfrm>
          <a:solidFill>
            <a:srgbClr val="E8E6E3"/>
          </a:solidFill>
        </p:spPr>
        <p:txBody>
          <a:bodyPr vert="horz" lIns="0" tIns="0" rIns="0" bIns="0" rtlCol="0">
            <a:noAutofit/>
          </a:bodyPr>
          <a:lstStyle>
            <a:lvl1pPr>
              <a:defRPr lang="en-US"/>
            </a:lvl1pPr>
          </a:lstStyle>
          <a:p>
            <a:pPr lvl="0"/>
            <a:r>
              <a:rPr lang="en-US"/>
              <a:t>Click icon to add picture</a:t>
            </a:r>
          </a:p>
        </p:txBody>
      </p:sp>
      <p:sp>
        <p:nvSpPr>
          <p:cNvPr id="11" name="Picture Placeholder 7">
            <a:extLst>
              <a:ext uri="{FF2B5EF4-FFF2-40B4-BE49-F238E27FC236}">
                <a16:creationId xmlns:a16="http://schemas.microsoft.com/office/drawing/2014/main" id="{A53E7677-F6DD-D98F-46C7-E422DCC23998}"/>
              </a:ext>
            </a:extLst>
          </p:cNvPr>
          <p:cNvSpPr>
            <a:spLocks noGrp="1" noChangeAspect="1"/>
          </p:cNvSpPr>
          <p:nvPr>
            <p:ph type="pic" sz="quarter" idx="15"/>
          </p:nvPr>
        </p:nvSpPr>
        <p:spPr>
          <a:xfrm>
            <a:off x="6144768" y="3221736"/>
            <a:ext cx="2828969" cy="2825496"/>
          </a:xfrm>
          <a:solidFill>
            <a:srgbClr val="E8E6E3"/>
          </a:solidFill>
        </p:spPr>
        <p:txBody>
          <a:bodyPr vert="horz" lIns="0" tIns="0" rIns="0" bIns="0" rtlCol="0">
            <a:noAutofit/>
          </a:bodyPr>
          <a:lstStyle>
            <a:lvl1pPr>
              <a:defRPr lang="en-US"/>
            </a:lvl1pPr>
          </a:lstStyle>
          <a:p>
            <a:pPr lvl="0"/>
            <a:r>
              <a:rPr lang="en-US"/>
              <a:t>Click icon to add picture</a:t>
            </a:r>
          </a:p>
        </p:txBody>
      </p:sp>
      <p:sp>
        <p:nvSpPr>
          <p:cNvPr id="2" name="Text Placeholder 3">
            <a:extLst>
              <a:ext uri="{FF2B5EF4-FFF2-40B4-BE49-F238E27FC236}">
                <a16:creationId xmlns:a16="http://schemas.microsoft.com/office/drawing/2014/main" id="{2B5472B7-0B17-EF08-6D4B-9C7CEF5B2E7E}"/>
              </a:ext>
            </a:extLst>
          </p:cNvPr>
          <p:cNvSpPr>
            <a:spLocks noGrp="1"/>
          </p:cNvSpPr>
          <p:nvPr>
            <p:ph type="body" sz="half" idx="2" hasCustomPrompt="1"/>
          </p:nvPr>
        </p:nvSpPr>
        <p:spPr>
          <a:xfrm>
            <a:off x="6248400" y="6187669"/>
            <a:ext cx="4648200" cy="365531"/>
          </a:xfrm>
        </p:spPr>
        <p:txBody>
          <a:bodyPr vert="horz" lIns="0" tIns="0" rIns="0" bIns="0" rtlCol="0" anchor="b">
            <a:noAutofit/>
          </a:bodyPr>
          <a:lstStyle>
            <a:lvl1pPr>
              <a:defRPr lang="en-US" sz="720" spc="0">
                <a:solidFill>
                  <a:srgbClr val="6D6D6D"/>
                </a:solidFill>
              </a:defRPr>
            </a:lvl1pPr>
          </a:lstStyle>
          <a:p>
            <a:pPr lvl="0"/>
            <a:r>
              <a:rPr lang="en-US"/>
              <a:t>Click to add footnote/source</a:t>
            </a:r>
          </a:p>
        </p:txBody>
      </p:sp>
      <p:sp>
        <p:nvSpPr>
          <p:cNvPr id="3" name="Text Placeholder 3">
            <a:extLst>
              <a:ext uri="{FF2B5EF4-FFF2-40B4-BE49-F238E27FC236}">
                <a16:creationId xmlns:a16="http://schemas.microsoft.com/office/drawing/2014/main" id="{46730F2A-3EEE-1B60-985C-F687871ACFDC}"/>
              </a:ext>
            </a:extLst>
          </p:cNvPr>
          <p:cNvSpPr>
            <a:spLocks noGrp="1"/>
          </p:cNvSpPr>
          <p:nvPr>
            <p:ph type="body" sz="half" idx="11" hasCustomPrompt="1"/>
          </p:nvPr>
        </p:nvSpPr>
        <p:spPr>
          <a:xfrm>
            <a:off x="304799" y="5130801"/>
            <a:ext cx="5742432" cy="916432"/>
          </a:xfrm>
        </p:spPr>
        <p:txBody>
          <a:bodyPr vert="horz" lIns="182880" tIns="182880" rIns="182880" bIns="137160" rtlCol="0" anchor="b" anchorCtr="0">
            <a:noAutofit/>
          </a:bodyPr>
          <a:lstStyle>
            <a:lvl1pPr>
              <a:lnSpc>
                <a:spcPct val="100000"/>
              </a:lnSpc>
              <a:defRPr lang="en-US" sz="2160" spc="-18" baseline="0" dirty="0">
                <a:solidFill>
                  <a:schemeClr val="bg1"/>
                </a:solidFill>
              </a:defRPr>
            </a:lvl1pPr>
          </a:lstStyle>
          <a:p>
            <a:pPr lvl="0"/>
            <a:r>
              <a:rPr lang="en-US"/>
              <a:t>Optional headline / product name</a:t>
            </a:r>
          </a:p>
        </p:txBody>
      </p:sp>
    </p:spTree>
    <p:extLst>
      <p:ext uri="{BB962C8B-B14F-4D97-AF65-F5344CB8AC3E}">
        <p14:creationId xmlns:p14="http://schemas.microsoft.com/office/powerpoint/2010/main" val="433421293"/>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Image, 6">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0B78D336-D2C6-EA48-BC57-0EF89441533E}"/>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6" name="think-cell data - do not delete" hidden="1">
                        <a:extLst>
                          <a:ext uri="{FF2B5EF4-FFF2-40B4-BE49-F238E27FC236}">
                            <a16:creationId xmlns:a16="http://schemas.microsoft.com/office/drawing/2014/main" id="{0B78D336-D2C6-EA48-BC57-0EF89441533E}"/>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13" name="Picture Placeholder 7">
            <a:extLst>
              <a:ext uri="{FF2B5EF4-FFF2-40B4-BE49-F238E27FC236}">
                <a16:creationId xmlns:a16="http://schemas.microsoft.com/office/drawing/2014/main" id="{9AB6F707-9BC2-FABC-3E91-C51E71961A09}"/>
              </a:ext>
            </a:extLst>
          </p:cNvPr>
          <p:cNvSpPr>
            <a:spLocks noGrp="1"/>
          </p:cNvSpPr>
          <p:nvPr>
            <p:ph type="pic" sz="quarter" idx="12"/>
          </p:nvPr>
        </p:nvSpPr>
        <p:spPr>
          <a:xfrm>
            <a:off x="304801" y="304801"/>
            <a:ext cx="3800120" cy="2825496"/>
          </a:xfrm>
          <a:solidFill>
            <a:srgbClr val="E8E6E3"/>
          </a:solidFill>
        </p:spPr>
        <p:txBody>
          <a:bodyPr vert="horz" lIns="0" tIns="0" rIns="0" bIns="0" rtlCol="0">
            <a:noAutofit/>
          </a:bodyPr>
          <a:lstStyle>
            <a:lvl1pPr>
              <a:defRPr lang="en-US" dirty="0"/>
            </a:lvl1pPr>
          </a:lstStyle>
          <a:p>
            <a:pPr lvl="0"/>
            <a:r>
              <a:rPr lang="en-US"/>
              <a:t>Click icon to add picture</a:t>
            </a:r>
          </a:p>
        </p:txBody>
      </p:sp>
      <p:sp>
        <p:nvSpPr>
          <p:cNvPr id="14" name="Picture Placeholder 7">
            <a:extLst>
              <a:ext uri="{FF2B5EF4-FFF2-40B4-BE49-F238E27FC236}">
                <a16:creationId xmlns:a16="http://schemas.microsoft.com/office/drawing/2014/main" id="{1CA3E1CE-8280-7C56-0666-50DFFBF60B81}"/>
              </a:ext>
            </a:extLst>
          </p:cNvPr>
          <p:cNvSpPr>
            <a:spLocks noGrp="1"/>
          </p:cNvSpPr>
          <p:nvPr>
            <p:ph type="pic" sz="quarter" idx="13"/>
          </p:nvPr>
        </p:nvSpPr>
        <p:spPr>
          <a:xfrm>
            <a:off x="4202459" y="304801"/>
            <a:ext cx="3800122" cy="2825496"/>
          </a:xfrm>
          <a:solidFill>
            <a:srgbClr val="E8E6E3"/>
          </a:solidFill>
        </p:spPr>
        <p:txBody>
          <a:bodyPr vert="horz" lIns="0" tIns="0" rIns="0" bIns="0" rtlCol="0">
            <a:noAutofit/>
          </a:bodyPr>
          <a:lstStyle>
            <a:lvl1pPr>
              <a:defRPr lang="en-US"/>
            </a:lvl1pPr>
          </a:lstStyle>
          <a:p>
            <a:pPr lvl="0"/>
            <a:r>
              <a:rPr lang="en-US"/>
              <a:t>Click icon to add picture</a:t>
            </a:r>
          </a:p>
        </p:txBody>
      </p:sp>
      <p:sp>
        <p:nvSpPr>
          <p:cNvPr id="15" name="Picture Placeholder 7">
            <a:extLst>
              <a:ext uri="{FF2B5EF4-FFF2-40B4-BE49-F238E27FC236}">
                <a16:creationId xmlns:a16="http://schemas.microsoft.com/office/drawing/2014/main" id="{B205CC6F-D0E2-ECD7-FE4B-02994CC6E16B}"/>
              </a:ext>
            </a:extLst>
          </p:cNvPr>
          <p:cNvSpPr>
            <a:spLocks noGrp="1"/>
          </p:cNvSpPr>
          <p:nvPr>
            <p:ph type="pic" sz="quarter" idx="14"/>
          </p:nvPr>
        </p:nvSpPr>
        <p:spPr>
          <a:xfrm>
            <a:off x="8100120" y="304801"/>
            <a:ext cx="3800122" cy="2825496"/>
          </a:xfrm>
          <a:solidFill>
            <a:srgbClr val="E8E6E3"/>
          </a:solidFill>
        </p:spPr>
        <p:txBody>
          <a:bodyPr vert="horz" lIns="0" tIns="0" rIns="0" bIns="0" rtlCol="0">
            <a:noAutofit/>
          </a:bodyPr>
          <a:lstStyle>
            <a:lvl1pPr>
              <a:defRPr lang="en-US"/>
            </a:lvl1pPr>
          </a:lstStyle>
          <a:p>
            <a:pPr lvl="0"/>
            <a:r>
              <a:rPr lang="en-US"/>
              <a:t>Click icon to add picture</a:t>
            </a:r>
          </a:p>
        </p:txBody>
      </p:sp>
      <p:sp>
        <p:nvSpPr>
          <p:cNvPr id="16" name="Picture Placeholder 7">
            <a:extLst>
              <a:ext uri="{FF2B5EF4-FFF2-40B4-BE49-F238E27FC236}">
                <a16:creationId xmlns:a16="http://schemas.microsoft.com/office/drawing/2014/main" id="{07103788-E063-EE44-A3EF-F9C48CCDF853}"/>
              </a:ext>
            </a:extLst>
          </p:cNvPr>
          <p:cNvSpPr>
            <a:spLocks noGrp="1"/>
          </p:cNvSpPr>
          <p:nvPr>
            <p:ph type="pic" sz="quarter" idx="15"/>
          </p:nvPr>
        </p:nvSpPr>
        <p:spPr>
          <a:xfrm>
            <a:off x="304801" y="3221736"/>
            <a:ext cx="3800120" cy="2825496"/>
          </a:xfrm>
          <a:solidFill>
            <a:srgbClr val="E8E6E3"/>
          </a:solidFill>
        </p:spPr>
        <p:txBody>
          <a:bodyPr vert="horz" lIns="0" tIns="0" rIns="0" bIns="0" rtlCol="0">
            <a:noAutofit/>
          </a:bodyPr>
          <a:lstStyle>
            <a:lvl1pPr>
              <a:defRPr lang="en-US" dirty="0"/>
            </a:lvl1pPr>
          </a:lstStyle>
          <a:p>
            <a:pPr lvl="0"/>
            <a:r>
              <a:rPr lang="en-US"/>
              <a:t>Click icon to add picture</a:t>
            </a:r>
          </a:p>
        </p:txBody>
      </p:sp>
      <p:sp>
        <p:nvSpPr>
          <p:cNvPr id="17" name="Picture Placeholder 7">
            <a:extLst>
              <a:ext uri="{FF2B5EF4-FFF2-40B4-BE49-F238E27FC236}">
                <a16:creationId xmlns:a16="http://schemas.microsoft.com/office/drawing/2014/main" id="{2518FD27-9AED-75F5-774B-C0AB549EA1C6}"/>
              </a:ext>
            </a:extLst>
          </p:cNvPr>
          <p:cNvSpPr>
            <a:spLocks noGrp="1"/>
          </p:cNvSpPr>
          <p:nvPr>
            <p:ph type="pic" sz="quarter" idx="16"/>
          </p:nvPr>
        </p:nvSpPr>
        <p:spPr>
          <a:xfrm>
            <a:off x="4202459" y="3221736"/>
            <a:ext cx="3800122" cy="2825496"/>
          </a:xfrm>
          <a:solidFill>
            <a:srgbClr val="E8E6E3"/>
          </a:solidFill>
        </p:spPr>
        <p:txBody>
          <a:bodyPr vert="horz" lIns="0" tIns="0" rIns="0" bIns="0" rtlCol="0">
            <a:noAutofit/>
          </a:bodyPr>
          <a:lstStyle>
            <a:lvl1pPr>
              <a:defRPr lang="en-US"/>
            </a:lvl1pPr>
          </a:lstStyle>
          <a:p>
            <a:pPr lvl="0"/>
            <a:r>
              <a:rPr lang="en-US"/>
              <a:t>Click icon to add picture</a:t>
            </a:r>
          </a:p>
        </p:txBody>
      </p:sp>
      <p:sp>
        <p:nvSpPr>
          <p:cNvPr id="18" name="Picture Placeholder 7">
            <a:extLst>
              <a:ext uri="{FF2B5EF4-FFF2-40B4-BE49-F238E27FC236}">
                <a16:creationId xmlns:a16="http://schemas.microsoft.com/office/drawing/2014/main" id="{44024D65-0B81-EA52-51CB-6A10D5978BAB}"/>
              </a:ext>
            </a:extLst>
          </p:cNvPr>
          <p:cNvSpPr>
            <a:spLocks noGrp="1"/>
          </p:cNvSpPr>
          <p:nvPr>
            <p:ph type="pic" sz="quarter" idx="17"/>
          </p:nvPr>
        </p:nvSpPr>
        <p:spPr>
          <a:xfrm>
            <a:off x="8100120" y="3221736"/>
            <a:ext cx="3800122" cy="2825496"/>
          </a:xfrm>
          <a:solidFill>
            <a:srgbClr val="E8E6E3"/>
          </a:solidFill>
        </p:spPr>
        <p:txBody>
          <a:bodyPr vert="horz" lIns="0" tIns="0" rIns="0" bIns="0" rtlCol="0">
            <a:noAutofit/>
          </a:bodyPr>
          <a:lstStyle>
            <a:lvl1pPr>
              <a:defRPr lang="en-US"/>
            </a:lvl1pPr>
          </a:lstStyle>
          <a:p>
            <a:pPr lvl="0"/>
            <a:r>
              <a:rPr lang="en-US"/>
              <a:t>Click icon to add picture</a:t>
            </a:r>
          </a:p>
        </p:txBody>
      </p:sp>
      <p:sp>
        <p:nvSpPr>
          <p:cNvPr id="2" name="Text Placeholder 3">
            <a:extLst>
              <a:ext uri="{FF2B5EF4-FFF2-40B4-BE49-F238E27FC236}">
                <a16:creationId xmlns:a16="http://schemas.microsoft.com/office/drawing/2014/main" id="{3F2A7C6E-8C1D-3D8D-E1BA-80BD17E3EF4A}"/>
              </a:ext>
            </a:extLst>
          </p:cNvPr>
          <p:cNvSpPr>
            <a:spLocks noGrp="1"/>
          </p:cNvSpPr>
          <p:nvPr>
            <p:ph type="body" sz="half" idx="2" hasCustomPrompt="1"/>
          </p:nvPr>
        </p:nvSpPr>
        <p:spPr>
          <a:xfrm>
            <a:off x="6248400" y="6187669"/>
            <a:ext cx="4648200" cy="365531"/>
          </a:xfrm>
        </p:spPr>
        <p:txBody>
          <a:bodyPr vert="horz" lIns="0" tIns="0" rIns="0" bIns="0" rtlCol="0" anchor="b">
            <a:noAutofit/>
          </a:bodyPr>
          <a:lstStyle>
            <a:lvl1pPr>
              <a:defRPr lang="en-US" sz="720" spc="0">
                <a:solidFill>
                  <a:srgbClr val="6D6D6D"/>
                </a:solidFill>
              </a:defRPr>
            </a:lvl1pPr>
          </a:lstStyle>
          <a:p>
            <a:pPr lvl="0"/>
            <a:r>
              <a:rPr lang="en-US"/>
              <a:t>Click to add footnote/source</a:t>
            </a:r>
          </a:p>
        </p:txBody>
      </p:sp>
    </p:spTree>
    <p:extLst>
      <p:ext uri="{BB962C8B-B14F-4D97-AF65-F5344CB8AC3E}">
        <p14:creationId xmlns:p14="http://schemas.microsoft.com/office/powerpoint/2010/main" val="2310478178"/>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showMasterSp="0" preserve="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14AD8AB1-1ED9-07D1-3AB9-13A04A61F7A8}"/>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think-cell data - do not delete" hidden="1">
                        <a:extLst>
                          <a:ext uri="{FF2B5EF4-FFF2-40B4-BE49-F238E27FC236}">
                            <a16:creationId xmlns:a16="http://schemas.microsoft.com/office/drawing/2014/main" id="{14AD8AB1-1ED9-07D1-3AB9-13A04A61F7A8}"/>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4" name="TextBox 3">
            <a:extLst>
              <a:ext uri="{FF2B5EF4-FFF2-40B4-BE49-F238E27FC236}">
                <a16:creationId xmlns:a16="http://schemas.microsoft.com/office/drawing/2014/main" id="{C5C08ED4-0738-2A85-B79A-0096E2DEF34A}"/>
              </a:ext>
            </a:extLst>
          </p:cNvPr>
          <p:cNvSpPr txBox="1"/>
          <p:nvPr/>
        </p:nvSpPr>
        <p:spPr>
          <a:xfrm>
            <a:off x="304800" y="1612900"/>
            <a:ext cx="11582400" cy="4480560"/>
          </a:xfrm>
          <a:prstGeom prst="rect">
            <a:avLst/>
          </a:prstGeom>
          <a:noFill/>
        </p:spPr>
        <p:txBody>
          <a:bodyPr wrap="square" lIns="0" tIns="0" rIns="0" bIns="0" rtlCol="0" anchor="t">
            <a:noAutofit/>
          </a:bodyPr>
          <a:lstStyle/>
          <a:p>
            <a:pPr algn="l">
              <a:lnSpc>
                <a:spcPct val="75000"/>
              </a:lnSpc>
            </a:pPr>
            <a:r>
              <a:rPr lang="en-US" sz="12960" b="0" i="0" spc="-450" baseline="0">
                <a:solidFill>
                  <a:schemeClr val="tx1"/>
                </a:solidFill>
                <a:latin typeface="Overpass Medium" pitchFamily="2" charset="77"/>
              </a:rPr>
              <a:t>Text &amp; image</a:t>
            </a:r>
          </a:p>
        </p:txBody>
      </p:sp>
    </p:spTree>
    <p:extLst>
      <p:ext uri="{BB962C8B-B14F-4D97-AF65-F5344CB8AC3E}">
        <p14:creationId xmlns:p14="http://schemas.microsoft.com/office/powerpoint/2010/main" val="85108474"/>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p:cSld name="Text/image">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14AC3EE7-F3BB-0D0E-7752-84307ED4800C}"/>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9" name="think-cell data - do not delete" hidden="1">
                        <a:extLst>
                          <a:ext uri="{FF2B5EF4-FFF2-40B4-BE49-F238E27FC236}">
                            <a16:creationId xmlns:a16="http://schemas.microsoft.com/office/drawing/2014/main" id="{14AC3EE7-F3BB-0D0E-7752-84307ED4800C}"/>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7" name="Picture Placeholder 2">
            <a:extLst>
              <a:ext uri="{FF2B5EF4-FFF2-40B4-BE49-F238E27FC236}">
                <a16:creationId xmlns:a16="http://schemas.microsoft.com/office/drawing/2014/main" id="{8EF5E162-C907-929B-35AC-E06F1827BB3A}"/>
              </a:ext>
            </a:extLst>
          </p:cNvPr>
          <p:cNvSpPr>
            <a:spLocks noGrp="1" noChangeAspect="1"/>
          </p:cNvSpPr>
          <p:nvPr>
            <p:ph type="pic" idx="1"/>
          </p:nvPr>
        </p:nvSpPr>
        <p:spPr>
          <a:xfrm>
            <a:off x="6248400" y="304802"/>
            <a:ext cx="5638800" cy="5638799"/>
          </a:xfrm>
          <a:solidFill>
            <a:srgbClr val="E8E6E3"/>
          </a:solidFill>
        </p:spPr>
        <p:txBody>
          <a:bodyPr vert="horz" lIns="0" tIns="0" rIns="0" bIns="0" rtlCol="0">
            <a:noAutofit/>
          </a:bodyPr>
          <a:lstStyle>
            <a:lvl1pPr>
              <a:defRPr lang="en-US" dirty="0"/>
            </a:lvl1pPr>
          </a:lstStyle>
          <a:p>
            <a:pPr lvl="0"/>
            <a:r>
              <a:rPr lang="en-US"/>
              <a:t>Click icon to add picture</a:t>
            </a:r>
          </a:p>
        </p:txBody>
      </p:sp>
      <p:sp>
        <p:nvSpPr>
          <p:cNvPr id="2" name="Title 1">
            <a:extLst>
              <a:ext uri="{FF2B5EF4-FFF2-40B4-BE49-F238E27FC236}">
                <a16:creationId xmlns:a16="http://schemas.microsoft.com/office/drawing/2014/main" id="{07C5B4BF-7FF4-6345-9ED8-9F919C5A7B2C}"/>
              </a:ext>
            </a:extLst>
          </p:cNvPr>
          <p:cNvSpPr>
            <a:spLocks noGrp="1"/>
          </p:cNvSpPr>
          <p:nvPr>
            <p:ph type="title" hasCustomPrompt="1"/>
          </p:nvPr>
        </p:nvSpPr>
        <p:spPr>
          <a:xfrm>
            <a:off x="304800" y="304802"/>
            <a:ext cx="4648200" cy="1003299"/>
          </a:xfrm>
        </p:spPr>
        <p:txBody>
          <a:bodyPr vert="horz"/>
          <a:lstStyle/>
          <a:p>
            <a:r>
              <a:rPr lang="en-US"/>
              <a:t>Click to add title</a:t>
            </a:r>
          </a:p>
        </p:txBody>
      </p:sp>
      <p:sp>
        <p:nvSpPr>
          <p:cNvPr id="11" name="Text Placeholder 10">
            <a:extLst>
              <a:ext uri="{FF2B5EF4-FFF2-40B4-BE49-F238E27FC236}">
                <a16:creationId xmlns:a16="http://schemas.microsoft.com/office/drawing/2014/main" id="{F7C34CC6-6156-73A2-2B8E-22C70784AA32}"/>
              </a:ext>
            </a:extLst>
          </p:cNvPr>
          <p:cNvSpPr>
            <a:spLocks noGrp="1"/>
          </p:cNvSpPr>
          <p:nvPr>
            <p:ph type="body" sz="quarter" idx="12"/>
          </p:nvPr>
        </p:nvSpPr>
        <p:spPr>
          <a:xfrm>
            <a:off x="304800" y="1612900"/>
            <a:ext cx="4648200" cy="4330700"/>
          </a:xfrm>
        </p:spPr>
        <p:txBody>
          <a:bodyPr/>
          <a:lstStyle>
            <a:lvl1pPr>
              <a:defRPr sz="1440"/>
            </a:lvl1pPr>
            <a:lvl2pPr>
              <a:defRPr sz="1440"/>
            </a:lvl2pPr>
            <a:lvl3pPr>
              <a:defRPr sz="1440"/>
            </a:lvl3pPr>
            <a:lvl4pPr>
              <a:defRPr sz="1440"/>
            </a:lvl4pPr>
            <a:lvl5pPr>
              <a:defRPr sz="144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3">
            <a:extLst>
              <a:ext uri="{FF2B5EF4-FFF2-40B4-BE49-F238E27FC236}">
                <a16:creationId xmlns:a16="http://schemas.microsoft.com/office/drawing/2014/main" id="{3F04C991-D071-F11D-4A50-EE748E8B215F}"/>
              </a:ext>
            </a:extLst>
          </p:cNvPr>
          <p:cNvSpPr>
            <a:spLocks noGrp="1"/>
          </p:cNvSpPr>
          <p:nvPr>
            <p:ph type="body" sz="half" idx="2" hasCustomPrompt="1"/>
          </p:nvPr>
        </p:nvSpPr>
        <p:spPr>
          <a:xfrm>
            <a:off x="6248400" y="6187669"/>
            <a:ext cx="4648200" cy="365531"/>
          </a:xfrm>
        </p:spPr>
        <p:txBody>
          <a:bodyPr vert="horz" lIns="0" tIns="0" rIns="0" bIns="0" rtlCol="0" anchor="b">
            <a:noAutofit/>
          </a:bodyPr>
          <a:lstStyle>
            <a:lvl1pPr>
              <a:defRPr lang="en-US" sz="720" spc="0">
                <a:solidFill>
                  <a:srgbClr val="6D6D6D"/>
                </a:solidFill>
              </a:defRPr>
            </a:lvl1pPr>
          </a:lstStyle>
          <a:p>
            <a:pPr lvl="0"/>
            <a:r>
              <a:rPr lang="en-US"/>
              <a:t>Click to add footnote/source</a:t>
            </a:r>
          </a:p>
        </p:txBody>
      </p:sp>
    </p:spTree>
    <p:extLst>
      <p:ext uri="{BB962C8B-B14F-4D97-AF65-F5344CB8AC3E}">
        <p14:creationId xmlns:p14="http://schemas.microsoft.com/office/powerpoint/2010/main" val="727471347"/>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userDrawn="1">
  <p:cSld name="Text/image, third">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14AC3EE7-F3BB-0D0E-7752-84307ED4800C}"/>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9" name="think-cell data - do not delete" hidden="1">
                        <a:extLst>
                          <a:ext uri="{FF2B5EF4-FFF2-40B4-BE49-F238E27FC236}">
                            <a16:creationId xmlns:a16="http://schemas.microsoft.com/office/drawing/2014/main" id="{14AC3EE7-F3BB-0D0E-7752-84307ED4800C}"/>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7" name="Picture Placeholder 2">
            <a:extLst>
              <a:ext uri="{FF2B5EF4-FFF2-40B4-BE49-F238E27FC236}">
                <a16:creationId xmlns:a16="http://schemas.microsoft.com/office/drawing/2014/main" id="{8EF5E162-C907-929B-35AC-E06F1827BB3A}"/>
              </a:ext>
            </a:extLst>
          </p:cNvPr>
          <p:cNvSpPr>
            <a:spLocks noGrp="1" noChangeAspect="1"/>
          </p:cNvSpPr>
          <p:nvPr>
            <p:ph type="pic" idx="1"/>
          </p:nvPr>
        </p:nvSpPr>
        <p:spPr>
          <a:xfrm>
            <a:off x="7625918" y="-8888"/>
            <a:ext cx="4572000" cy="6866889"/>
          </a:xfrm>
          <a:solidFill>
            <a:srgbClr val="E8E6E3"/>
          </a:solidFill>
        </p:spPr>
        <p:txBody>
          <a:bodyPr vert="horz" lIns="0" tIns="0" rIns="0" bIns="0" rtlCol="0">
            <a:noAutofit/>
          </a:bodyPr>
          <a:lstStyle>
            <a:lvl1pPr>
              <a:defRPr lang="en-US" dirty="0"/>
            </a:lvl1pPr>
          </a:lstStyle>
          <a:p>
            <a:pPr lvl="0"/>
            <a:r>
              <a:rPr lang="en-US"/>
              <a:t>Click icon to add picture</a:t>
            </a:r>
          </a:p>
        </p:txBody>
      </p:sp>
      <p:sp>
        <p:nvSpPr>
          <p:cNvPr id="2" name="Title 1">
            <a:extLst>
              <a:ext uri="{FF2B5EF4-FFF2-40B4-BE49-F238E27FC236}">
                <a16:creationId xmlns:a16="http://schemas.microsoft.com/office/drawing/2014/main" id="{07C5B4BF-7FF4-6345-9ED8-9F919C5A7B2C}"/>
              </a:ext>
            </a:extLst>
          </p:cNvPr>
          <p:cNvSpPr>
            <a:spLocks noGrp="1"/>
          </p:cNvSpPr>
          <p:nvPr>
            <p:ph type="title" hasCustomPrompt="1"/>
          </p:nvPr>
        </p:nvSpPr>
        <p:spPr>
          <a:xfrm>
            <a:off x="304800" y="304802"/>
            <a:ext cx="5638800" cy="1003299"/>
          </a:xfrm>
        </p:spPr>
        <p:txBody>
          <a:bodyPr vert="horz"/>
          <a:lstStyle/>
          <a:p>
            <a:r>
              <a:rPr lang="en-US"/>
              <a:t>Click to add title</a:t>
            </a:r>
          </a:p>
        </p:txBody>
      </p:sp>
      <p:sp>
        <p:nvSpPr>
          <p:cNvPr id="11" name="Text Placeholder 10">
            <a:extLst>
              <a:ext uri="{FF2B5EF4-FFF2-40B4-BE49-F238E27FC236}">
                <a16:creationId xmlns:a16="http://schemas.microsoft.com/office/drawing/2014/main" id="{F7C34CC6-6156-73A2-2B8E-22C70784AA32}"/>
              </a:ext>
            </a:extLst>
          </p:cNvPr>
          <p:cNvSpPr>
            <a:spLocks noGrp="1"/>
          </p:cNvSpPr>
          <p:nvPr>
            <p:ph type="body" sz="quarter" idx="12"/>
          </p:nvPr>
        </p:nvSpPr>
        <p:spPr>
          <a:xfrm>
            <a:off x="304800" y="1612899"/>
            <a:ext cx="5641848" cy="4480560"/>
          </a:xfrm>
        </p:spPr>
        <p:txBody>
          <a:bodyPr/>
          <a:lstStyle>
            <a:lvl1pPr>
              <a:defRPr sz="1440"/>
            </a:lvl1pPr>
            <a:lvl2pPr>
              <a:defRPr sz="1440"/>
            </a:lvl2pPr>
            <a:lvl3pPr>
              <a:defRPr sz="1440"/>
            </a:lvl3pPr>
            <a:lvl4pPr>
              <a:defRPr sz="1440"/>
            </a:lvl4pPr>
            <a:lvl5pPr>
              <a:defRPr sz="144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a:extLst>
              <a:ext uri="{FF2B5EF4-FFF2-40B4-BE49-F238E27FC236}">
                <a16:creationId xmlns:a16="http://schemas.microsoft.com/office/drawing/2014/main" id="{76E562E1-1FB4-A899-2157-6DD586A33F8B}"/>
              </a:ext>
            </a:extLst>
          </p:cNvPr>
          <p:cNvSpPr>
            <a:spLocks noGrp="1"/>
          </p:cNvSpPr>
          <p:nvPr>
            <p:ph type="sldNum" sz="quarter" idx="13"/>
          </p:nvPr>
        </p:nvSpPr>
        <p:spPr/>
        <p:txBody>
          <a:bodyPr/>
          <a:lstStyle>
            <a:lvl1pPr>
              <a:defRPr>
                <a:solidFill>
                  <a:schemeClr val="bg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220058766"/>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userDrawn="1">
  <p:cSld name="Text/image, 1 image, 1 text">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14AC3EE7-F3BB-0D0E-7752-84307ED4800C}"/>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9" name="think-cell data - do not delete" hidden="1">
                        <a:extLst>
                          <a:ext uri="{FF2B5EF4-FFF2-40B4-BE49-F238E27FC236}">
                            <a16:creationId xmlns:a16="http://schemas.microsoft.com/office/drawing/2014/main" id="{14AC3EE7-F3BB-0D0E-7752-84307ED4800C}"/>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07C5B4BF-7FF4-6345-9ED8-9F919C5A7B2C}"/>
              </a:ext>
            </a:extLst>
          </p:cNvPr>
          <p:cNvSpPr>
            <a:spLocks noGrp="1"/>
          </p:cNvSpPr>
          <p:nvPr>
            <p:ph type="title" hasCustomPrompt="1"/>
          </p:nvPr>
        </p:nvSpPr>
        <p:spPr>
          <a:xfrm>
            <a:off x="304800" y="304802"/>
            <a:ext cx="5638800" cy="1003299"/>
          </a:xfrm>
        </p:spPr>
        <p:txBody>
          <a:bodyPr vert="horz"/>
          <a:lstStyle/>
          <a:p>
            <a:r>
              <a:rPr lang="en-US"/>
              <a:t>Click to add title</a:t>
            </a:r>
          </a:p>
        </p:txBody>
      </p:sp>
      <p:sp>
        <p:nvSpPr>
          <p:cNvPr id="13" name="Text Placeholder 3">
            <a:extLst>
              <a:ext uri="{FF2B5EF4-FFF2-40B4-BE49-F238E27FC236}">
                <a16:creationId xmlns:a16="http://schemas.microsoft.com/office/drawing/2014/main" id="{B57D7947-BC6B-CDFF-3A1B-F7CB70E0E7EF}"/>
              </a:ext>
            </a:extLst>
          </p:cNvPr>
          <p:cNvSpPr>
            <a:spLocks noGrp="1"/>
          </p:cNvSpPr>
          <p:nvPr>
            <p:ph type="body" sz="half" idx="11"/>
          </p:nvPr>
        </p:nvSpPr>
        <p:spPr>
          <a:xfrm>
            <a:off x="8229601" y="304800"/>
            <a:ext cx="3657600" cy="1003300"/>
          </a:xfrm>
        </p:spPr>
        <p:txBody>
          <a:bodyPr/>
          <a:lstStyle>
            <a:lvl1pPr marL="0" indent="0">
              <a:buNone/>
              <a:defRPr sz="108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edit Master text styles</a:t>
            </a:r>
          </a:p>
        </p:txBody>
      </p:sp>
      <p:sp>
        <p:nvSpPr>
          <p:cNvPr id="3" name="Text Placeholder 3">
            <a:extLst>
              <a:ext uri="{FF2B5EF4-FFF2-40B4-BE49-F238E27FC236}">
                <a16:creationId xmlns:a16="http://schemas.microsoft.com/office/drawing/2014/main" id="{A2F3DA8F-2FC1-1BAD-FAF1-B9B1C2DFA867}"/>
              </a:ext>
            </a:extLst>
          </p:cNvPr>
          <p:cNvSpPr>
            <a:spLocks noGrp="1"/>
          </p:cNvSpPr>
          <p:nvPr>
            <p:ph type="body" sz="half" idx="2" hasCustomPrompt="1"/>
          </p:nvPr>
        </p:nvSpPr>
        <p:spPr>
          <a:xfrm>
            <a:off x="6248400" y="6187669"/>
            <a:ext cx="4648200" cy="365531"/>
          </a:xfrm>
        </p:spPr>
        <p:txBody>
          <a:bodyPr vert="horz" lIns="0" tIns="0" rIns="0" bIns="0" rtlCol="0" anchor="b">
            <a:noAutofit/>
          </a:bodyPr>
          <a:lstStyle>
            <a:lvl1pPr>
              <a:defRPr lang="en-US" sz="720" spc="0">
                <a:solidFill>
                  <a:srgbClr val="6D6D6D"/>
                </a:solidFill>
              </a:defRPr>
            </a:lvl1pPr>
          </a:lstStyle>
          <a:p>
            <a:pPr lvl="0"/>
            <a:r>
              <a:rPr lang="en-US"/>
              <a:t>Click to add footnote/source</a:t>
            </a:r>
          </a:p>
        </p:txBody>
      </p:sp>
      <p:sp>
        <p:nvSpPr>
          <p:cNvPr id="4" name="Picture Placeholder 7">
            <a:extLst>
              <a:ext uri="{FF2B5EF4-FFF2-40B4-BE49-F238E27FC236}">
                <a16:creationId xmlns:a16="http://schemas.microsoft.com/office/drawing/2014/main" id="{7C1D268D-D7BD-81EB-1C7D-9B82ABF85D99}"/>
              </a:ext>
            </a:extLst>
          </p:cNvPr>
          <p:cNvSpPr>
            <a:spLocks noGrp="1" noChangeAspect="1"/>
          </p:cNvSpPr>
          <p:nvPr>
            <p:ph type="pic" sz="quarter" idx="12"/>
          </p:nvPr>
        </p:nvSpPr>
        <p:spPr>
          <a:xfrm>
            <a:off x="304800" y="1612900"/>
            <a:ext cx="11582401" cy="4306824"/>
          </a:xfrm>
          <a:solidFill>
            <a:srgbClr val="E8E6E3"/>
          </a:solidFill>
        </p:spPr>
        <p:txBody>
          <a:bodyPr vert="horz" lIns="0" tIns="0" rIns="0" bIns="0" rtlCol="0">
            <a:noAutofit/>
          </a:bodyPr>
          <a:lstStyle>
            <a:lvl1pPr>
              <a:defRPr lang="en-US" dirty="0"/>
            </a:lvl1pPr>
          </a:lstStyle>
          <a:p>
            <a:pPr lvl="0"/>
            <a:r>
              <a:rPr lang="en-US"/>
              <a:t>Click icon to add picture</a:t>
            </a:r>
          </a:p>
        </p:txBody>
      </p:sp>
    </p:spTree>
    <p:extLst>
      <p:ext uri="{BB962C8B-B14F-4D97-AF65-F5344CB8AC3E}">
        <p14:creationId xmlns:p14="http://schemas.microsoft.com/office/powerpoint/2010/main" val="4126091383"/>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userDrawn="1">
  <p:cSld name="Text/image, 1 image, 2 text">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14AC3EE7-F3BB-0D0E-7752-84307ED4800C}"/>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9" name="think-cell data - do not delete" hidden="1">
                        <a:extLst>
                          <a:ext uri="{FF2B5EF4-FFF2-40B4-BE49-F238E27FC236}">
                            <a16:creationId xmlns:a16="http://schemas.microsoft.com/office/drawing/2014/main" id="{14AC3EE7-F3BB-0D0E-7752-84307ED4800C}"/>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5" name="Picture Placeholder 7">
            <a:extLst>
              <a:ext uri="{FF2B5EF4-FFF2-40B4-BE49-F238E27FC236}">
                <a16:creationId xmlns:a16="http://schemas.microsoft.com/office/drawing/2014/main" id="{00313343-EFF0-3370-0D30-BFF7130C4246}"/>
              </a:ext>
            </a:extLst>
          </p:cNvPr>
          <p:cNvSpPr>
            <a:spLocks noGrp="1" noChangeAspect="1"/>
          </p:cNvSpPr>
          <p:nvPr>
            <p:ph type="pic" sz="quarter" idx="12"/>
          </p:nvPr>
        </p:nvSpPr>
        <p:spPr>
          <a:xfrm>
            <a:off x="304800" y="1612900"/>
            <a:ext cx="11582401" cy="4306824"/>
          </a:xfrm>
          <a:solidFill>
            <a:srgbClr val="E8E6E3"/>
          </a:solidFill>
        </p:spPr>
        <p:txBody>
          <a:bodyPr vert="horz" lIns="0" tIns="0" rIns="0" bIns="0" rtlCol="0">
            <a:noAutofit/>
          </a:bodyPr>
          <a:lstStyle>
            <a:lvl1pPr>
              <a:defRPr lang="en-US" dirty="0"/>
            </a:lvl1pPr>
          </a:lstStyle>
          <a:p>
            <a:pPr lvl="0"/>
            <a:r>
              <a:rPr lang="en-US"/>
              <a:t>Click icon to add picture</a:t>
            </a:r>
          </a:p>
        </p:txBody>
      </p:sp>
      <p:sp>
        <p:nvSpPr>
          <p:cNvPr id="2" name="Title 1">
            <a:extLst>
              <a:ext uri="{FF2B5EF4-FFF2-40B4-BE49-F238E27FC236}">
                <a16:creationId xmlns:a16="http://schemas.microsoft.com/office/drawing/2014/main" id="{07C5B4BF-7FF4-6345-9ED8-9F919C5A7B2C}"/>
              </a:ext>
            </a:extLst>
          </p:cNvPr>
          <p:cNvSpPr>
            <a:spLocks noGrp="1"/>
          </p:cNvSpPr>
          <p:nvPr>
            <p:ph type="title" hasCustomPrompt="1"/>
          </p:nvPr>
        </p:nvSpPr>
        <p:spPr>
          <a:xfrm>
            <a:off x="304800" y="304802"/>
            <a:ext cx="5638800" cy="1003299"/>
          </a:xfrm>
        </p:spPr>
        <p:txBody>
          <a:bodyPr vert="horz"/>
          <a:lstStyle/>
          <a:p>
            <a:r>
              <a:rPr lang="en-US"/>
              <a:t>Click to add title</a:t>
            </a:r>
          </a:p>
        </p:txBody>
      </p:sp>
      <p:sp>
        <p:nvSpPr>
          <p:cNvPr id="3" name="Text Placeholder 3">
            <a:extLst>
              <a:ext uri="{FF2B5EF4-FFF2-40B4-BE49-F238E27FC236}">
                <a16:creationId xmlns:a16="http://schemas.microsoft.com/office/drawing/2014/main" id="{A2F3DA8F-2FC1-1BAD-FAF1-B9B1C2DFA867}"/>
              </a:ext>
            </a:extLst>
          </p:cNvPr>
          <p:cNvSpPr>
            <a:spLocks noGrp="1"/>
          </p:cNvSpPr>
          <p:nvPr>
            <p:ph type="body" sz="half" idx="2" hasCustomPrompt="1"/>
          </p:nvPr>
        </p:nvSpPr>
        <p:spPr>
          <a:xfrm>
            <a:off x="6248400" y="6187669"/>
            <a:ext cx="4648200" cy="365531"/>
          </a:xfrm>
        </p:spPr>
        <p:txBody>
          <a:bodyPr vert="horz" lIns="0" tIns="0" rIns="0" bIns="0" rtlCol="0" anchor="b">
            <a:noAutofit/>
          </a:bodyPr>
          <a:lstStyle>
            <a:lvl1pPr>
              <a:defRPr lang="en-US" sz="720" spc="0">
                <a:solidFill>
                  <a:srgbClr val="6D6D6D"/>
                </a:solidFill>
              </a:defRPr>
            </a:lvl1pPr>
          </a:lstStyle>
          <a:p>
            <a:pPr lvl="0"/>
            <a:r>
              <a:rPr lang="en-US"/>
              <a:t>Click to add footnote/source</a:t>
            </a:r>
          </a:p>
        </p:txBody>
      </p:sp>
      <p:sp>
        <p:nvSpPr>
          <p:cNvPr id="4" name="Text Placeholder 3">
            <a:extLst>
              <a:ext uri="{FF2B5EF4-FFF2-40B4-BE49-F238E27FC236}">
                <a16:creationId xmlns:a16="http://schemas.microsoft.com/office/drawing/2014/main" id="{4B9AE737-62D4-28F8-D797-54ACD0513DB3}"/>
              </a:ext>
            </a:extLst>
          </p:cNvPr>
          <p:cNvSpPr>
            <a:spLocks noGrp="1"/>
          </p:cNvSpPr>
          <p:nvPr>
            <p:ph type="body" sz="half" idx="15"/>
          </p:nvPr>
        </p:nvSpPr>
        <p:spPr>
          <a:xfrm>
            <a:off x="6251598" y="304802"/>
            <a:ext cx="2663803" cy="1003300"/>
          </a:xfrm>
        </p:spPr>
        <p:txBody>
          <a:bodyPr/>
          <a:lstStyle>
            <a:lvl1pPr marL="0" indent="0">
              <a:buNone/>
              <a:defRPr sz="108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edit Master text styles</a:t>
            </a:r>
          </a:p>
        </p:txBody>
      </p:sp>
      <p:sp>
        <p:nvSpPr>
          <p:cNvPr id="6" name="Text Placeholder 3">
            <a:extLst>
              <a:ext uri="{FF2B5EF4-FFF2-40B4-BE49-F238E27FC236}">
                <a16:creationId xmlns:a16="http://schemas.microsoft.com/office/drawing/2014/main" id="{F648AA4C-DFB1-1C0D-530F-581FF3BFB414}"/>
              </a:ext>
            </a:extLst>
          </p:cNvPr>
          <p:cNvSpPr>
            <a:spLocks noGrp="1"/>
          </p:cNvSpPr>
          <p:nvPr>
            <p:ph type="body" sz="half" idx="14"/>
          </p:nvPr>
        </p:nvSpPr>
        <p:spPr>
          <a:xfrm>
            <a:off x="9223398" y="304802"/>
            <a:ext cx="2663803" cy="1003300"/>
          </a:xfrm>
        </p:spPr>
        <p:txBody>
          <a:bodyPr/>
          <a:lstStyle>
            <a:lvl1pPr marL="0" indent="0">
              <a:buNone/>
              <a:defRPr sz="108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edit Master text styles</a:t>
            </a:r>
          </a:p>
        </p:txBody>
      </p:sp>
    </p:spTree>
    <p:extLst>
      <p:ext uri="{BB962C8B-B14F-4D97-AF65-F5344CB8AC3E}">
        <p14:creationId xmlns:p14="http://schemas.microsoft.com/office/powerpoint/2010/main" val="1453412304"/>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userDrawn="1">
  <p:cSld name="Text/image, 2 image, 1 text">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14AC3EE7-F3BB-0D0E-7752-84307ED4800C}"/>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9" name="think-cell data - do not delete" hidden="1">
                        <a:extLst>
                          <a:ext uri="{FF2B5EF4-FFF2-40B4-BE49-F238E27FC236}">
                            <a16:creationId xmlns:a16="http://schemas.microsoft.com/office/drawing/2014/main" id="{14AC3EE7-F3BB-0D0E-7752-84307ED4800C}"/>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5" name="Picture Placeholder 7">
            <a:extLst>
              <a:ext uri="{FF2B5EF4-FFF2-40B4-BE49-F238E27FC236}">
                <a16:creationId xmlns:a16="http://schemas.microsoft.com/office/drawing/2014/main" id="{00313343-EFF0-3370-0D30-BFF7130C4246}"/>
              </a:ext>
            </a:extLst>
          </p:cNvPr>
          <p:cNvSpPr>
            <a:spLocks noGrp="1" noChangeAspect="1"/>
          </p:cNvSpPr>
          <p:nvPr>
            <p:ph type="pic" sz="quarter" idx="12"/>
          </p:nvPr>
        </p:nvSpPr>
        <p:spPr>
          <a:xfrm>
            <a:off x="304801" y="1612900"/>
            <a:ext cx="5742431" cy="4306824"/>
          </a:xfrm>
          <a:solidFill>
            <a:srgbClr val="E8E6E3"/>
          </a:solidFill>
        </p:spPr>
        <p:txBody>
          <a:bodyPr vert="horz" lIns="0" tIns="0" rIns="0" bIns="0" rtlCol="0">
            <a:noAutofit/>
          </a:bodyPr>
          <a:lstStyle>
            <a:lvl1pPr>
              <a:defRPr lang="en-US" dirty="0"/>
            </a:lvl1pPr>
          </a:lstStyle>
          <a:p>
            <a:pPr lvl="0"/>
            <a:r>
              <a:rPr lang="en-US"/>
              <a:t>Click icon to add picture</a:t>
            </a:r>
          </a:p>
        </p:txBody>
      </p:sp>
      <p:sp>
        <p:nvSpPr>
          <p:cNvPr id="6" name="Picture Placeholder 7">
            <a:extLst>
              <a:ext uri="{FF2B5EF4-FFF2-40B4-BE49-F238E27FC236}">
                <a16:creationId xmlns:a16="http://schemas.microsoft.com/office/drawing/2014/main" id="{E32C76FC-547D-665B-6581-ADBDAF23FFA9}"/>
              </a:ext>
            </a:extLst>
          </p:cNvPr>
          <p:cNvSpPr>
            <a:spLocks noGrp="1" noChangeAspect="1"/>
          </p:cNvSpPr>
          <p:nvPr>
            <p:ph type="pic" sz="quarter" idx="13"/>
          </p:nvPr>
        </p:nvSpPr>
        <p:spPr>
          <a:xfrm>
            <a:off x="6144770" y="1612900"/>
            <a:ext cx="5742432" cy="4306824"/>
          </a:xfrm>
          <a:solidFill>
            <a:srgbClr val="E8E6E3"/>
          </a:solidFill>
        </p:spPr>
        <p:txBody>
          <a:bodyPr vert="horz" lIns="0" tIns="0" rIns="0" bIns="0" rtlCol="0">
            <a:noAutofit/>
          </a:bodyPr>
          <a:lstStyle>
            <a:lvl1pPr>
              <a:defRPr lang="en-US"/>
            </a:lvl1pPr>
          </a:lstStyle>
          <a:p>
            <a:pPr lvl="0"/>
            <a:r>
              <a:rPr lang="en-US"/>
              <a:t>Click icon to add picture</a:t>
            </a:r>
          </a:p>
        </p:txBody>
      </p:sp>
      <p:sp>
        <p:nvSpPr>
          <p:cNvPr id="13" name="Text Placeholder 3">
            <a:extLst>
              <a:ext uri="{FF2B5EF4-FFF2-40B4-BE49-F238E27FC236}">
                <a16:creationId xmlns:a16="http://schemas.microsoft.com/office/drawing/2014/main" id="{B57D7947-BC6B-CDFF-3A1B-F7CB70E0E7EF}"/>
              </a:ext>
            </a:extLst>
          </p:cNvPr>
          <p:cNvSpPr>
            <a:spLocks noGrp="1"/>
          </p:cNvSpPr>
          <p:nvPr>
            <p:ph type="body" sz="half" idx="11"/>
          </p:nvPr>
        </p:nvSpPr>
        <p:spPr>
          <a:xfrm>
            <a:off x="8229601" y="304800"/>
            <a:ext cx="3657600" cy="1003300"/>
          </a:xfrm>
        </p:spPr>
        <p:txBody>
          <a:bodyPr/>
          <a:lstStyle>
            <a:lvl1pPr marL="0" indent="0">
              <a:buNone/>
              <a:defRPr sz="108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edit Master text styles</a:t>
            </a:r>
          </a:p>
        </p:txBody>
      </p:sp>
      <p:sp>
        <p:nvSpPr>
          <p:cNvPr id="3" name="Text Placeholder 3">
            <a:extLst>
              <a:ext uri="{FF2B5EF4-FFF2-40B4-BE49-F238E27FC236}">
                <a16:creationId xmlns:a16="http://schemas.microsoft.com/office/drawing/2014/main" id="{A2F3DA8F-2FC1-1BAD-FAF1-B9B1C2DFA867}"/>
              </a:ext>
            </a:extLst>
          </p:cNvPr>
          <p:cNvSpPr>
            <a:spLocks noGrp="1"/>
          </p:cNvSpPr>
          <p:nvPr>
            <p:ph type="body" sz="half" idx="2" hasCustomPrompt="1"/>
          </p:nvPr>
        </p:nvSpPr>
        <p:spPr>
          <a:xfrm>
            <a:off x="6248400" y="6187669"/>
            <a:ext cx="4648200" cy="365531"/>
          </a:xfrm>
        </p:spPr>
        <p:txBody>
          <a:bodyPr vert="horz" lIns="0" tIns="0" rIns="0" bIns="0" rtlCol="0" anchor="b">
            <a:noAutofit/>
          </a:bodyPr>
          <a:lstStyle>
            <a:lvl1pPr>
              <a:defRPr lang="en-US" sz="720" spc="0">
                <a:solidFill>
                  <a:srgbClr val="6D6D6D"/>
                </a:solidFill>
              </a:defRPr>
            </a:lvl1pPr>
          </a:lstStyle>
          <a:p>
            <a:pPr lvl="0"/>
            <a:r>
              <a:rPr lang="en-US"/>
              <a:t>Click to add footnote/source</a:t>
            </a:r>
          </a:p>
        </p:txBody>
      </p:sp>
      <p:sp>
        <p:nvSpPr>
          <p:cNvPr id="4" name="Title 1">
            <a:extLst>
              <a:ext uri="{FF2B5EF4-FFF2-40B4-BE49-F238E27FC236}">
                <a16:creationId xmlns:a16="http://schemas.microsoft.com/office/drawing/2014/main" id="{8282252D-304D-20F7-4333-7DBAE618D1CF}"/>
              </a:ext>
            </a:extLst>
          </p:cNvPr>
          <p:cNvSpPr>
            <a:spLocks noGrp="1"/>
          </p:cNvSpPr>
          <p:nvPr>
            <p:ph type="title" hasCustomPrompt="1"/>
          </p:nvPr>
        </p:nvSpPr>
        <p:spPr>
          <a:xfrm>
            <a:off x="304800" y="304802"/>
            <a:ext cx="5638800" cy="1003299"/>
          </a:xfrm>
        </p:spPr>
        <p:txBody>
          <a:bodyPr vert="horz"/>
          <a:lstStyle/>
          <a:p>
            <a:r>
              <a:rPr lang="en-US"/>
              <a:t>Click to add title</a:t>
            </a:r>
          </a:p>
        </p:txBody>
      </p:sp>
    </p:spTree>
    <p:extLst>
      <p:ext uri="{BB962C8B-B14F-4D97-AF65-F5344CB8AC3E}">
        <p14:creationId xmlns:p14="http://schemas.microsoft.com/office/powerpoint/2010/main" val="288682134"/>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userDrawn="1">
  <p:cSld name="Text/image, 2 image, 2 text">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14AC3EE7-F3BB-0D0E-7752-84307ED4800C}"/>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9" name="think-cell data - do not delete" hidden="1">
                        <a:extLst>
                          <a:ext uri="{FF2B5EF4-FFF2-40B4-BE49-F238E27FC236}">
                            <a16:creationId xmlns:a16="http://schemas.microsoft.com/office/drawing/2014/main" id="{14AC3EE7-F3BB-0D0E-7752-84307ED4800C}"/>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07C5B4BF-7FF4-6345-9ED8-9F919C5A7B2C}"/>
              </a:ext>
            </a:extLst>
          </p:cNvPr>
          <p:cNvSpPr>
            <a:spLocks noGrp="1"/>
          </p:cNvSpPr>
          <p:nvPr>
            <p:ph type="title" hasCustomPrompt="1"/>
          </p:nvPr>
        </p:nvSpPr>
        <p:spPr>
          <a:xfrm>
            <a:off x="304800" y="304802"/>
            <a:ext cx="5638800" cy="1003299"/>
          </a:xfrm>
        </p:spPr>
        <p:txBody>
          <a:bodyPr vert="horz"/>
          <a:lstStyle/>
          <a:p>
            <a:r>
              <a:rPr lang="en-US"/>
              <a:t>Click to add title</a:t>
            </a:r>
          </a:p>
        </p:txBody>
      </p:sp>
      <p:sp>
        <p:nvSpPr>
          <p:cNvPr id="3" name="Text Placeholder 3">
            <a:extLst>
              <a:ext uri="{FF2B5EF4-FFF2-40B4-BE49-F238E27FC236}">
                <a16:creationId xmlns:a16="http://schemas.microsoft.com/office/drawing/2014/main" id="{A2F3DA8F-2FC1-1BAD-FAF1-B9B1C2DFA867}"/>
              </a:ext>
            </a:extLst>
          </p:cNvPr>
          <p:cNvSpPr>
            <a:spLocks noGrp="1"/>
          </p:cNvSpPr>
          <p:nvPr>
            <p:ph type="body" sz="half" idx="2" hasCustomPrompt="1"/>
          </p:nvPr>
        </p:nvSpPr>
        <p:spPr>
          <a:xfrm>
            <a:off x="6251596" y="6187669"/>
            <a:ext cx="4645004" cy="365531"/>
          </a:xfrm>
        </p:spPr>
        <p:txBody>
          <a:bodyPr vert="horz" lIns="0" tIns="0" rIns="0" bIns="0" rtlCol="0" anchor="b">
            <a:noAutofit/>
          </a:bodyPr>
          <a:lstStyle>
            <a:lvl1pPr>
              <a:defRPr lang="en-US" sz="720" spc="0">
                <a:solidFill>
                  <a:srgbClr val="6D6D6D"/>
                </a:solidFill>
              </a:defRPr>
            </a:lvl1pPr>
          </a:lstStyle>
          <a:p>
            <a:pPr lvl="0"/>
            <a:r>
              <a:rPr lang="en-US"/>
              <a:t>Click to add footnote/source</a:t>
            </a:r>
          </a:p>
        </p:txBody>
      </p:sp>
      <p:sp>
        <p:nvSpPr>
          <p:cNvPr id="4" name="Text Placeholder 3">
            <a:extLst>
              <a:ext uri="{FF2B5EF4-FFF2-40B4-BE49-F238E27FC236}">
                <a16:creationId xmlns:a16="http://schemas.microsoft.com/office/drawing/2014/main" id="{29530A0C-295F-1AD7-BDFE-9393AE79DECF}"/>
              </a:ext>
            </a:extLst>
          </p:cNvPr>
          <p:cNvSpPr>
            <a:spLocks noGrp="1"/>
          </p:cNvSpPr>
          <p:nvPr>
            <p:ph type="body" sz="half" idx="15"/>
          </p:nvPr>
        </p:nvSpPr>
        <p:spPr>
          <a:xfrm>
            <a:off x="6251598" y="304802"/>
            <a:ext cx="2663803" cy="1003300"/>
          </a:xfrm>
        </p:spPr>
        <p:txBody>
          <a:bodyPr/>
          <a:lstStyle>
            <a:lvl1pPr marL="0" indent="0">
              <a:buNone/>
              <a:defRPr sz="108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edit Master text styles</a:t>
            </a:r>
          </a:p>
        </p:txBody>
      </p:sp>
      <p:sp>
        <p:nvSpPr>
          <p:cNvPr id="5" name="Text Placeholder 3">
            <a:extLst>
              <a:ext uri="{FF2B5EF4-FFF2-40B4-BE49-F238E27FC236}">
                <a16:creationId xmlns:a16="http://schemas.microsoft.com/office/drawing/2014/main" id="{26DCC11E-6DCC-B340-817F-CD4D7C4665AE}"/>
              </a:ext>
            </a:extLst>
          </p:cNvPr>
          <p:cNvSpPr>
            <a:spLocks noGrp="1"/>
          </p:cNvSpPr>
          <p:nvPr>
            <p:ph type="body" sz="half" idx="14"/>
          </p:nvPr>
        </p:nvSpPr>
        <p:spPr>
          <a:xfrm>
            <a:off x="9223398" y="304802"/>
            <a:ext cx="2663803" cy="1003300"/>
          </a:xfrm>
        </p:spPr>
        <p:txBody>
          <a:bodyPr/>
          <a:lstStyle>
            <a:lvl1pPr marL="0" indent="0">
              <a:buNone/>
              <a:defRPr sz="108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edit Master text styles</a:t>
            </a:r>
          </a:p>
        </p:txBody>
      </p:sp>
      <p:sp>
        <p:nvSpPr>
          <p:cNvPr id="6" name="Picture Placeholder 7">
            <a:extLst>
              <a:ext uri="{FF2B5EF4-FFF2-40B4-BE49-F238E27FC236}">
                <a16:creationId xmlns:a16="http://schemas.microsoft.com/office/drawing/2014/main" id="{E045B539-866A-92D4-AD8E-40061B0E8D3D}"/>
              </a:ext>
            </a:extLst>
          </p:cNvPr>
          <p:cNvSpPr>
            <a:spLocks noGrp="1" noChangeAspect="1"/>
          </p:cNvSpPr>
          <p:nvPr>
            <p:ph type="pic" sz="quarter" idx="12"/>
          </p:nvPr>
        </p:nvSpPr>
        <p:spPr>
          <a:xfrm>
            <a:off x="304801" y="1612900"/>
            <a:ext cx="5742431" cy="4306824"/>
          </a:xfrm>
          <a:solidFill>
            <a:srgbClr val="E8E6E3"/>
          </a:solidFill>
        </p:spPr>
        <p:txBody>
          <a:bodyPr vert="horz" lIns="0" tIns="0" rIns="0" bIns="0" rtlCol="0">
            <a:noAutofit/>
          </a:bodyPr>
          <a:lstStyle>
            <a:lvl1pPr>
              <a:defRPr lang="en-US" dirty="0"/>
            </a:lvl1pPr>
          </a:lstStyle>
          <a:p>
            <a:pPr lvl="0"/>
            <a:r>
              <a:rPr lang="en-US"/>
              <a:t>Click icon to add picture</a:t>
            </a:r>
          </a:p>
        </p:txBody>
      </p:sp>
      <p:sp>
        <p:nvSpPr>
          <p:cNvPr id="10" name="Picture Placeholder 7">
            <a:extLst>
              <a:ext uri="{FF2B5EF4-FFF2-40B4-BE49-F238E27FC236}">
                <a16:creationId xmlns:a16="http://schemas.microsoft.com/office/drawing/2014/main" id="{F12DE1AB-A4DA-25EE-BBF6-B6615228BE95}"/>
              </a:ext>
            </a:extLst>
          </p:cNvPr>
          <p:cNvSpPr>
            <a:spLocks noGrp="1" noChangeAspect="1"/>
          </p:cNvSpPr>
          <p:nvPr>
            <p:ph type="pic" sz="quarter" idx="13"/>
          </p:nvPr>
        </p:nvSpPr>
        <p:spPr>
          <a:xfrm>
            <a:off x="6144770" y="1612900"/>
            <a:ext cx="5742432" cy="4306824"/>
          </a:xfrm>
          <a:solidFill>
            <a:srgbClr val="E8E6E3"/>
          </a:solidFill>
        </p:spPr>
        <p:txBody>
          <a:bodyPr vert="horz" lIns="0" tIns="0" rIns="0" bIns="0" rtlCol="0">
            <a:noAutofit/>
          </a:bodyPr>
          <a:lstStyle>
            <a:lvl1pPr>
              <a:defRPr lang="en-US"/>
            </a:lvl1pPr>
          </a:lstStyle>
          <a:p>
            <a:pPr lvl="0"/>
            <a:r>
              <a:rPr lang="en-US"/>
              <a:t>Click icon to add picture</a:t>
            </a:r>
          </a:p>
        </p:txBody>
      </p:sp>
    </p:spTree>
    <p:extLst>
      <p:ext uri="{BB962C8B-B14F-4D97-AF65-F5344CB8AC3E}">
        <p14:creationId xmlns:p14="http://schemas.microsoft.com/office/powerpoint/2010/main" val="3116304976"/>
      </p:ext>
    </p:extLst>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userDrawn="1">
  <p:cSld name="Text/image, 3 image, 1 text">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14AC3EE7-F3BB-0D0E-7752-84307ED4800C}"/>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9" name="think-cell data - do not delete" hidden="1">
                        <a:extLst>
                          <a:ext uri="{FF2B5EF4-FFF2-40B4-BE49-F238E27FC236}">
                            <a16:creationId xmlns:a16="http://schemas.microsoft.com/office/drawing/2014/main" id="{14AC3EE7-F3BB-0D0E-7752-84307ED4800C}"/>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07C5B4BF-7FF4-6345-9ED8-9F919C5A7B2C}"/>
              </a:ext>
            </a:extLst>
          </p:cNvPr>
          <p:cNvSpPr>
            <a:spLocks noGrp="1"/>
          </p:cNvSpPr>
          <p:nvPr>
            <p:ph type="title" hasCustomPrompt="1"/>
          </p:nvPr>
        </p:nvSpPr>
        <p:spPr>
          <a:xfrm>
            <a:off x="304800" y="304802"/>
            <a:ext cx="5638800" cy="1003299"/>
          </a:xfrm>
        </p:spPr>
        <p:txBody>
          <a:bodyPr vert="horz"/>
          <a:lstStyle/>
          <a:p>
            <a:r>
              <a:rPr lang="en-US"/>
              <a:t>Click to add title</a:t>
            </a:r>
          </a:p>
        </p:txBody>
      </p:sp>
      <p:sp>
        <p:nvSpPr>
          <p:cNvPr id="13" name="Text Placeholder 3">
            <a:extLst>
              <a:ext uri="{FF2B5EF4-FFF2-40B4-BE49-F238E27FC236}">
                <a16:creationId xmlns:a16="http://schemas.microsoft.com/office/drawing/2014/main" id="{B57D7947-BC6B-CDFF-3A1B-F7CB70E0E7EF}"/>
              </a:ext>
            </a:extLst>
          </p:cNvPr>
          <p:cNvSpPr>
            <a:spLocks noGrp="1"/>
          </p:cNvSpPr>
          <p:nvPr>
            <p:ph type="body" sz="half" idx="11"/>
          </p:nvPr>
        </p:nvSpPr>
        <p:spPr>
          <a:xfrm>
            <a:off x="8229601" y="304800"/>
            <a:ext cx="3657600" cy="1003300"/>
          </a:xfrm>
        </p:spPr>
        <p:txBody>
          <a:bodyPr/>
          <a:lstStyle>
            <a:lvl1pPr marL="0" indent="0">
              <a:buNone/>
              <a:defRPr sz="108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edit Master text styles</a:t>
            </a:r>
          </a:p>
        </p:txBody>
      </p:sp>
      <p:sp>
        <p:nvSpPr>
          <p:cNvPr id="3" name="Text Placeholder 3">
            <a:extLst>
              <a:ext uri="{FF2B5EF4-FFF2-40B4-BE49-F238E27FC236}">
                <a16:creationId xmlns:a16="http://schemas.microsoft.com/office/drawing/2014/main" id="{A2F3DA8F-2FC1-1BAD-FAF1-B9B1C2DFA867}"/>
              </a:ext>
            </a:extLst>
          </p:cNvPr>
          <p:cNvSpPr>
            <a:spLocks noGrp="1"/>
          </p:cNvSpPr>
          <p:nvPr>
            <p:ph type="body" sz="half" idx="2" hasCustomPrompt="1"/>
          </p:nvPr>
        </p:nvSpPr>
        <p:spPr>
          <a:xfrm>
            <a:off x="6248400" y="6187669"/>
            <a:ext cx="4724400" cy="365531"/>
          </a:xfrm>
        </p:spPr>
        <p:txBody>
          <a:bodyPr vert="horz" lIns="0" tIns="0" rIns="0" bIns="0" rtlCol="0" anchor="b">
            <a:noAutofit/>
          </a:bodyPr>
          <a:lstStyle>
            <a:lvl1pPr>
              <a:defRPr lang="en-US" sz="720" spc="0">
                <a:solidFill>
                  <a:srgbClr val="6D6D6D"/>
                </a:solidFill>
              </a:defRPr>
            </a:lvl1pPr>
          </a:lstStyle>
          <a:p>
            <a:pPr lvl="0"/>
            <a:r>
              <a:rPr lang="en-US"/>
              <a:t>Click to add footnote/source</a:t>
            </a:r>
          </a:p>
        </p:txBody>
      </p:sp>
      <p:sp>
        <p:nvSpPr>
          <p:cNvPr id="7" name="Picture Placeholder 7">
            <a:extLst>
              <a:ext uri="{FF2B5EF4-FFF2-40B4-BE49-F238E27FC236}">
                <a16:creationId xmlns:a16="http://schemas.microsoft.com/office/drawing/2014/main" id="{BEBE3663-DF92-82FD-4131-07CB1B9AAA6E}"/>
              </a:ext>
            </a:extLst>
          </p:cNvPr>
          <p:cNvSpPr>
            <a:spLocks noGrp="1" noChangeAspect="1"/>
          </p:cNvSpPr>
          <p:nvPr>
            <p:ph type="pic" sz="quarter" idx="12"/>
          </p:nvPr>
        </p:nvSpPr>
        <p:spPr>
          <a:xfrm>
            <a:off x="304799" y="1612900"/>
            <a:ext cx="3810002" cy="3810870"/>
          </a:xfrm>
          <a:solidFill>
            <a:srgbClr val="E8E6E3"/>
          </a:solidFill>
        </p:spPr>
        <p:txBody>
          <a:bodyPr vert="horz" lIns="0" tIns="0" rIns="0" bIns="0" rtlCol="0">
            <a:noAutofit/>
          </a:bodyPr>
          <a:lstStyle>
            <a:lvl1pPr>
              <a:defRPr lang="en-US" dirty="0"/>
            </a:lvl1pPr>
          </a:lstStyle>
          <a:p>
            <a:pPr lvl="0"/>
            <a:r>
              <a:rPr lang="en-US"/>
              <a:t>Click icon to add picture</a:t>
            </a:r>
          </a:p>
        </p:txBody>
      </p:sp>
      <p:sp>
        <p:nvSpPr>
          <p:cNvPr id="10" name="Picture Placeholder 7">
            <a:extLst>
              <a:ext uri="{FF2B5EF4-FFF2-40B4-BE49-F238E27FC236}">
                <a16:creationId xmlns:a16="http://schemas.microsoft.com/office/drawing/2014/main" id="{B3CA49AB-14E8-8CC0-6F2F-3EE3DEFB5F3D}"/>
              </a:ext>
            </a:extLst>
          </p:cNvPr>
          <p:cNvSpPr>
            <a:spLocks noGrp="1" noChangeAspect="1"/>
          </p:cNvSpPr>
          <p:nvPr>
            <p:ph type="pic" sz="quarter" idx="13"/>
          </p:nvPr>
        </p:nvSpPr>
        <p:spPr>
          <a:xfrm>
            <a:off x="4190999" y="1612900"/>
            <a:ext cx="3810002" cy="3810870"/>
          </a:xfrm>
          <a:solidFill>
            <a:srgbClr val="E8E6E3"/>
          </a:solidFill>
        </p:spPr>
        <p:txBody>
          <a:bodyPr vert="horz" lIns="0" tIns="0" rIns="0" bIns="0" rtlCol="0">
            <a:noAutofit/>
          </a:bodyPr>
          <a:lstStyle>
            <a:lvl1pPr>
              <a:defRPr lang="en-US" dirty="0"/>
            </a:lvl1pPr>
          </a:lstStyle>
          <a:p>
            <a:pPr lvl="0"/>
            <a:r>
              <a:rPr lang="en-US"/>
              <a:t>Click icon to add picture</a:t>
            </a:r>
          </a:p>
        </p:txBody>
      </p:sp>
      <p:sp>
        <p:nvSpPr>
          <p:cNvPr id="11" name="Picture Placeholder 7">
            <a:extLst>
              <a:ext uri="{FF2B5EF4-FFF2-40B4-BE49-F238E27FC236}">
                <a16:creationId xmlns:a16="http://schemas.microsoft.com/office/drawing/2014/main" id="{D0FD4EA4-EAD7-9039-F9F8-8B91DD667DE5}"/>
              </a:ext>
            </a:extLst>
          </p:cNvPr>
          <p:cNvSpPr>
            <a:spLocks noGrp="1" noChangeAspect="1"/>
          </p:cNvSpPr>
          <p:nvPr>
            <p:ph type="pic" sz="quarter" idx="14"/>
          </p:nvPr>
        </p:nvSpPr>
        <p:spPr>
          <a:xfrm>
            <a:off x="8077198" y="1612900"/>
            <a:ext cx="3810002" cy="3810870"/>
          </a:xfrm>
          <a:solidFill>
            <a:srgbClr val="E8E6E3"/>
          </a:solidFill>
        </p:spPr>
        <p:txBody>
          <a:bodyPr vert="horz" lIns="0" tIns="0" rIns="0" bIns="0" rtlCol="0">
            <a:noAutofit/>
          </a:bodyPr>
          <a:lstStyle>
            <a:lvl1pPr>
              <a:defRPr lang="en-US" dirty="0"/>
            </a:lvl1pPr>
          </a:lstStyle>
          <a:p>
            <a:pPr lvl="0"/>
            <a:r>
              <a:rPr lang="en-US"/>
              <a:t>Click icon to add picture</a:t>
            </a:r>
          </a:p>
        </p:txBody>
      </p:sp>
    </p:spTree>
    <p:extLst>
      <p:ext uri="{BB962C8B-B14F-4D97-AF65-F5344CB8AC3E}">
        <p14:creationId xmlns:p14="http://schemas.microsoft.com/office/powerpoint/2010/main" val="2290809239"/>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userDrawn="1">
  <p:cSld name="Text/image, 3 image, 2 text">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14AC3EE7-F3BB-0D0E-7752-84307ED4800C}"/>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9" name="think-cell data - do not delete" hidden="1">
                        <a:extLst>
                          <a:ext uri="{FF2B5EF4-FFF2-40B4-BE49-F238E27FC236}">
                            <a16:creationId xmlns:a16="http://schemas.microsoft.com/office/drawing/2014/main" id="{14AC3EE7-F3BB-0D0E-7752-84307ED4800C}"/>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07C5B4BF-7FF4-6345-9ED8-9F919C5A7B2C}"/>
              </a:ext>
            </a:extLst>
          </p:cNvPr>
          <p:cNvSpPr>
            <a:spLocks noGrp="1"/>
          </p:cNvSpPr>
          <p:nvPr>
            <p:ph type="title" hasCustomPrompt="1"/>
          </p:nvPr>
        </p:nvSpPr>
        <p:spPr>
          <a:xfrm>
            <a:off x="304800" y="304802"/>
            <a:ext cx="5638800" cy="1003299"/>
          </a:xfrm>
        </p:spPr>
        <p:txBody>
          <a:bodyPr vert="horz"/>
          <a:lstStyle/>
          <a:p>
            <a:r>
              <a:rPr lang="en-US"/>
              <a:t>Click to add title</a:t>
            </a:r>
          </a:p>
        </p:txBody>
      </p:sp>
      <p:sp>
        <p:nvSpPr>
          <p:cNvPr id="3" name="Text Placeholder 3">
            <a:extLst>
              <a:ext uri="{FF2B5EF4-FFF2-40B4-BE49-F238E27FC236}">
                <a16:creationId xmlns:a16="http://schemas.microsoft.com/office/drawing/2014/main" id="{A2F3DA8F-2FC1-1BAD-FAF1-B9B1C2DFA867}"/>
              </a:ext>
            </a:extLst>
          </p:cNvPr>
          <p:cNvSpPr>
            <a:spLocks noGrp="1"/>
          </p:cNvSpPr>
          <p:nvPr>
            <p:ph type="body" sz="half" idx="2" hasCustomPrompt="1"/>
          </p:nvPr>
        </p:nvSpPr>
        <p:spPr>
          <a:xfrm>
            <a:off x="6251596" y="6187669"/>
            <a:ext cx="4645004" cy="365531"/>
          </a:xfrm>
        </p:spPr>
        <p:txBody>
          <a:bodyPr vert="horz" lIns="0" tIns="0" rIns="0" bIns="0" rtlCol="0" anchor="b">
            <a:noAutofit/>
          </a:bodyPr>
          <a:lstStyle>
            <a:lvl1pPr>
              <a:defRPr lang="en-US" sz="720" spc="0">
                <a:solidFill>
                  <a:srgbClr val="6D6D6D"/>
                </a:solidFill>
              </a:defRPr>
            </a:lvl1pPr>
          </a:lstStyle>
          <a:p>
            <a:pPr lvl="0"/>
            <a:r>
              <a:rPr lang="en-US"/>
              <a:t>Click to add footnote/source</a:t>
            </a:r>
          </a:p>
        </p:txBody>
      </p:sp>
      <p:sp>
        <p:nvSpPr>
          <p:cNvPr id="7" name="Picture Placeholder 7">
            <a:extLst>
              <a:ext uri="{FF2B5EF4-FFF2-40B4-BE49-F238E27FC236}">
                <a16:creationId xmlns:a16="http://schemas.microsoft.com/office/drawing/2014/main" id="{BEBE3663-DF92-82FD-4131-07CB1B9AAA6E}"/>
              </a:ext>
            </a:extLst>
          </p:cNvPr>
          <p:cNvSpPr>
            <a:spLocks noGrp="1" noChangeAspect="1"/>
          </p:cNvSpPr>
          <p:nvPr>
            <p:ph type="pic" sz="quarter" idx="12"/>
          </p:nvPr>
        </p:nvSpPr>
        <p:spPr>
          <a:xfrm>
            <a:off x="304799" y="1612900"/>
            <a:ext cx="3810002" cy="3810870"/>
          </a:xfrm>
          <a:solidFill>
            <a:srgbClr val="E8E6E3"/>
          </a:solidFill>
        </p:spPr>
        <p:txBody>
          <a:bodyPr vert="horz" lIns="0" tIns="0" rIns="0" bIns="0" rtlCol="0">
            <a:noAutofit/>
          </a:bodyPr>
          <a:lstStyle>
            <a:lvl1pPr>
              <a:defRPr lang="en-US" dirty="0"/>
            </a:lvl1pPr>
          </a:lstStyle>
          <a:p>
            <a:pPr lvl="0"/>
            <a:r>
              <a:rPr lang="en-US"/>
              <a:t>Click icon to add picture</a:t>
            </a:r>
          </a:p>
        </p:txBody>
      </p:sp>
      <p:sp>
        <p:nvSpPr>
          <p:cNvPr id="10" name="Picture Placeholder 7">
            <a:extLst>
              <a:ext uri="{FF2B5EF4-FFF2-40B4-BE49-F238E27FC236}">
                <a16:creationId xmlns:a16="http://schemas.microsoft.com/office/drawing/2014/main" id="{B3CA49AB-14E8-8CC0-6F2F-3EE3DEFB5F3D}"/>
              </a:ext>
            </a:extLst>
          </p:cNvPr>
          <p:cNvSpPr>
            <a:spLocks noGrp="1" noChangeAspect="1"/>
          </p:cNvSpPr>
          <p:nvPr>
            <p:ph type="pic" sz="quarter" idx="13"/>
          </p:nvPr>
        </p:nvSpPr>
        <p:spPr>
          <a:xfrm>
            <a:off x="4190999" y="1612900"/>
            <a:ext cx="3810002" cy="3810870"/>
          </a:xfrm>
          <a:solidFill>
            <a:srgbClr val="E8E6E3"/>
          </a:solidFill>
        </p:spPr>
        <p:txBody>
          <a:bodyPr vert="horz" lIns="0" tIns="0" rIns="0" bIns="0" rtlCol="0">
            <a:noAutofit/>
          </a:bodyPr>
          <a:lstStyle>
            <a:lvl1pPr>
              <a:defRPr lang="en-US" dirty="0"/>
            </a:lvl1pPr>
          </a:lstStyle>
          <a:p>
            <a:pPr lvl="0"/>
            <a:r>
              <a:rPr lang="en-US"/>
              <a:t>Click icon to add picture</a:t>
            </a:r>
          </a:p>
        </p:txBody>
      </p:sp>
      <p:sp>
        <p:nvSpPr>
          <p:cNvPr id="11" name="Picture Placeholder 7">
            <a:extLst>
              <a:ext uri="{FF2B5EF4-FFF2-40B4-BE49-F238E27FC236}">
                <a16:creationId xmlns:a16="http://schemas.microsoft.com/office/drawing/2014/main" id="{D0FD4EA4-EAD7-9039-F9F8-8B91DD667DE5}"/>
              </a:ext>
            </a:extLst>
          </p:cNvPr>
          <p:cNvSpPr>
            <a:spLocks noGrp="1" noChangeAspect="1"/>
          </p:cNvSpPr>
          <p:nvPr>
            <p:ph type="pic" sz="quarter" idx="14"/>
          </p:nvPr>
        </p:nvSpPr>
        <p:spPr>
          <a:xfrm>
            <a:off x="8077198" y="1612900"/>
            <a:ext cx="3810002" cy="3810870"/>
          </a:xfrm>
          <a:solidFill>
            <a:srgbClr val="E8E6E3"/>
          </a:solidFill>
        </p:spPr>
        <p:txBody>
          <a:bodyPr vert="horz" lIns="0" tIns="0" rIns="0" bIns="0" rtlCol="0">
            <a:noAutofit/>
          </a:bodyPr>
          <a:lstStyle>
            <a:lvl1pPr>
              <a:defRPr lang="en-US" dirty="0"/>
            </a:lvl1pPr>
          </a:lstStyle>
          <a:p>
            <a:pPr lvl="0"/>
            <a:r>
              <a:rPr lang="en-US"/>
              <a:t>Click icon to add picture</a:t>
            </a:r>
          </a:p>
        </p:txBody>
      </p:sp>
      <p:sp>
        <p:nvSpPr>
          <p:cNvPr id="4" name="Text Placeholder 3">
            <a:extLst>
              <a:ext uri="{FF2B5EF4-FFF2-40B4-BE49-F238E27FC236}">
                <a16:creationId xmlns:a16="http://schemas.microsoft.com/office/drawing/2014/main" id="{198FCDAD-C382-3915-DB57-0ADC4E60501A}"/>
              </a:ext>
            </a:extLst>
          </p:cNvPr>
          <p:cNvSpPr>
            <a:spLocks noGrp="1"/>
          </p:cNvSpPr>
          <p:nvPr>
            <p:ph type="body" sz="half" idx="15"/>
          </p:nvPr>
        </p:nvSpPr>
        <p:spPr>
          <a:xfrm>
            <a:off x="6251598" y="304802"/>
            <a:ext cx="2663803" cy="1003300"/>
          </a:xfrm>
        </p:spPr>
        <p:txBody>
          <a:bodyPr/>
          <a:lstStyle>
            <a:lvl1pPr marL="0" indent="0">
              <a:buNone/>
              <a:defRPr sz="108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edit Master text styles</a:t>
            </a:r>
          </a:p>
        </p:txBody>
      </p:sp>
      <p:sp>
        <p:nvSpPr>
          <p:cNvPr id="5" name="Text Placeholder 3">
            <a:extLst>
              <a:ext uri="{FF2B5EF4-FFF2-40B4-BE49-F238E27FC236}">
                <a16:creationId xmlns:a16="http://schemas.microsoft.com/office/drawing/2014/main" id="{581B5B31-1861-BD83-3A54-17D6A406D593}"/>
              </a:ext>
            </a:extLst>
          </p:cNvPr>
          <p:cNvSpPr>
            <a:spLocks noGrp="1"/>
          </p:cNvSpPr>
          <p:nvPr>
            <p:ph type="body" sz="half" idx="16"/>
          </p:nvPr>
        </p:nvSpPr>
        <p:spPr>
          <a:xfrm>
            <a:off x="9223398" y="304802"/>
            <a:ext cx="2663803" cy="1003300"/>
          </a:xfrm>
        </p:spPr>
        <p:txBody>
          <a:bodyPr/>
          <a:lstStyle>
            <a:lvl1pPr marL="0" indent="0">
              <a:buNone/>
              <a:defRPr sz="108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edit Master text styles</a:t>
            </a:r>
          </a:p>
        </p:txBody>
      </p:sp>
    </p:spTree>
    <p:extLst>
      <p:ext uri="{BB962C8B-B14F-4D97-AF65-F5344CB8AC3E}">
        <p14:creationId xmlns:p14="http://schemas.microsoft.com/office/powerpoint/2010/main" val="1375413464"/>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p:cSld name="Text/image, 3 columns">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14AC3EE7-F3BB-0D0E-7752-84307ED4800C}"/>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9" name="think-cell data - do not delete" hidden="1">
                        <a:extLst>
                          <a:ext uri="{FF2B5EF4-FFF2-40B4-BE49-F238E27FC236}">
                            <a16:creationId xmlns:a16="http://schemas.microsoft.com/office/drawing/2014/main" id="{14AC3EE7-F3BB-0D0E-7752-84307ED4800C}"/>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5" name="Picture Placeholder 7">
            <a:extLst>
              <a:ext uri="{FF2B5EF4-FFF2-40B4-BE49-F238E27FC236}">
                <a16:creationId xmlns:a16="http://schemas.microsoft.com/office/drawing/2014/main" id="{00313343-EFF0-3370-0D30-BFF7130C4246}"/>
              </a:ext>
            </a:extLst>
          </p:cNvPr>
          <p:cNvSpPr>
            <a:spLocks noGrp="1" noChangeAspect="1"/>
          </p:cNvSpPr>
          <p:nvPr>
            <p:ph type="pic" sz="quarter" idx="12"/>
          </p:nvPr>
        </p:nvSpPr>
        <p:spPr>
          <a:xfrm>
            <a:off x="304801" y="1612901"/>
            <a:ext cx="3657600" cy="2057400"/>
          </a:xfrm>
          <a:solidFill>
            <a:srgbClr val="E8E6E3"/>
          </a:solidFill>
        </p:spPr>
        <p:txBody>
          <a:bodyPr vert="horz" lIns="0" tIns="0" rIns="0" bIns="0" rtlCol="0">
            <a:noAutofit/>
          </a:bodyPr>
          <a:lstStyle>
            <a:lvl1pPr>
              <a:defRPr lang="en-US" dirty="0"/>
            </a:lvl1pPr>
          </a:lstStyle>
          <a:p>
            <a:pPr lvl="0"/>
            <a:r>
              <a:rPr lang="en-US"/>
              <a:t>Click icon to add picture</a:t>
            </a:r>
          </a:p>
        </p:txBody>
      </p:sp>
      <p:sp>
        <p:nvSpPr>
          <p:cNvPr id="8" name="Text Placeholder 7">
            <a:extLst>
              <a:ext uri="{FF2B5EF4-FFF2-40B4-BE49-F238E27FC236}">
                <a16:creationId xmlns:a16="http://schemas.microsoft.com/office/drawing/2014/main" id="{9873F78D-069C-B668-4B93-EB9A76C24866}"/>
              </a:ext>
            </a:extLst>
          </p:cNvPr>
          <p:cNvSpPr>
            <a:spLocks noGrp="1"/>
          </p:cNvSpPr>
          <p:nvPr>
            <p:ph type="body" sz="quarter" idx="13"/>
          </p:nvPr>
        </p:nvSpPr>
        <p:spPr>
          <a:xfrm>
            <a:off x="304800" y="3808520"/>
            <a:ext cx="3657600" cy="2284939"/>
          </a:xfrm>
          <a:noFill/>
        </p:spPr>
        <p:txBody>
          <a:bodyPr/>
          <a:lstStyle>
            <a:lvl1pPr>
              <a:spcBef>
                <a:spcPts val="2160"/>
              </a:spcBef>
              <a:spcAft>
                <a:spcPts val="720"/>
              </a:spcAft>
              <a:defRPr sz="1440" b="1" i="0">
                <a:solidFill>
                  <a:schemeClr val="tx2"/>
                </a:solidFill>
                <a:latin typeface="Overpass SemiBold" pitchFamily="2" charset="77"/>
              </a:defRPr>
            </a:lvl1pPr>
            <a:lvl2pPr marL="4287" indent="0">
              <a:buNone/>
              <a:defRPr/>
            </a:lvl2pPr>
            <a:lvl3pPr marL="207170" indent="-202883">
              <a:tabLst/>
              <a:defRPr/>
            </a:lvl3pPr>
            <a:lvl4pPr marL="414338" indent="-207170">
              <a:tabLst/>
              <a:defRPr/>
            </a:lvl4pPr>
            <a:lvl5pPr marL="621507" indent="-195740">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7">
            <a:extLst>
              <a:ext uri="{FF2B5EF4-FFF2-40B4-BE49-F238E27FC236}">
                <a16:creationId xmlns:a16="http://schemas.microsoft.com/office/drawing/2014/main" id="{4F8147F8-A8DA-1292-C050-11513FD82064}"/>
              </a:ext>
            </a:extLst>
          </p:cNvPr>
          <p:cNvSpPr>
            <a:spLocks noGrp="1" noChangeAspect="1"/>
          </p:cNvSpPr>
          <p:nvPr>
            <p:ph type="pic" sz="quarter" idx="14"/>
          </p:nvPr>
        </p:nvSpPr>
        <p:spPr>
          <a:xfrm>
            <a:off x="4264241" y="1612901"/>
            <a:ext cx="3657600" cy="2057400"/>
          </a:xfrm>
          <a:solidFill>
            <a:srgbClr val="E8E6E3"/>
          </a:solidFill>
        </p:spPr>
        <p:txBody>
          <a:bodyPr vert="horz" lIns="0" tIns="0" rIns="0" bIns="0" rtlCol="0">
            <a:noAutofit/>
          </a:bodyPr>
          <a:lstStyle>
            <a:lvl1pPr>
              <a:defRPr lang="en-US" dirty="0"/>
            </a:lvl1pPr>
          </a:lstStyle>
          <a:p>
            <a:pPr lvl="0"/>
            <a:r>
              <a:rPr lang="en-US"/>
              <a:t>Click icon to add picture</a:t>
            </a:r>
          </a:p>
        </p:txBody>
      </p:sp>
      <p:sp>
        <p:nvSpPr>
          <p:cNvPr id="11" name="Text Placeholder 7">
            <a:extLst>
              <a:ext uri="{FF2B5EF4-FFF2-40B4-BE49-F238E27FC236}">
                <a16:creationId xmlns:a16="http://schemas.microsoft.com/office/drawing/2014/main" id="{71DA1874-6026-62F2-E429-3CE548285A58}"/>
              </a:ext>
            </a:extLst>
          </p:cNvPr>
          <p:cNvSpPr>
            <a:spLocks noGrp="1"/>
          </p:cNvSpPr>
          <p:nvPr>
            <p:ph type="body" sz="quarter" idx="15"/>
          </p:nvPr>
        </p:nvSpPr>
        <p:spPr>
          <a:xfrm>
            <a:off x="4264240" y="3808520"/>
            <a:ext cx="3657600" cy="2284938"/>
          </a:xfrm>
          <a:noFill/>
        </p:spPr>
        <p:txBody>
          <a:bodyPr/>
          <a:lstStyle>
            <a:lvl1pPr>
              <a:spcBef>
                <a:spcPts val="2160"/>
              </a:spcBef>
              <a:spcAft>
                <a:spcPts val="720"/>
              </a:spcAft>
              <a:defRPr sz="1440" b="1" i="0">
                <a:solidFill>
                  <a:schemeClr val="tx2"/>
                </a:solidFill>
                <a:latin typeface="Overpass SemiBold" pitchFamily="2" charset="77"/>
              </a:defRPr>
            </a:lvl1pPr>
            <a:lvl2pPr marL="4287" indent="0">
              <a:buNone/>
              <a:defRPr/>
            </a:lvl2pPr>
            <a:lvl3pPr marL="207170" indent="-202883">
              <a:tabLst/>
              <a:defRPr/>
            </a:lvl3pPr>
            <a:lvl4pPr marL="414338" indent="-207170">
              <a:tabLst/>
              <a:defRPr/>
            </a:lvl4pPr>
            <a:lvl5pPr marL="621507" indent="-195740">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7">
            <a:extLst>
              <a:ext uri="{FF2B5EF4-FFF2-40B4-BE49-F238E27FC236}">
                <a16:creationId xmlns:a16="http://schemas.microsoft.com/office/drawing/2014/main" id="{7CCA2863-8AF5-EF84-4A64-30E9759403F8}"/>
              </a:ext>
            </a:extLst>
          </p:cNvPr>
          <p:cNvSpPr>
            <a:spLocks noGrp="1" noChangeAspect="1"/>
          </p:cNvSpPr>
          <p:nvPr>
            <p:ph type="pic" sz="quarter" idx="16"/>
          </p:nvPr>
        </p:nvSpPr>
        <p:spPr>
          <a:xfrm>
            <a:off x="8223682" y="1612901"/>
            <a:ext cx="3657600" cy="2057400"/>
          </a:xfrm>
          <a:solidFill>
            <a:srgbClr val="E8E6E3"/>
          </a:solidFill>
        </p:spPr>
        <p:txBody>
          <a:bodyPr vert="horz" lIns="0" tIns="0" rIns="0" bIns="0" rtlCol="0">
            <a:noAutofit/>
          </a:bodyPr>
          <a:lstStyle>
            <a:lvl1pPr>
              <a:defRPr lang="en-US" dirty="0"/>
            </a:lvl1pPr>
          </a:lstStyle>
          <a:p>
            <a:pPr lvl="0"/>
            <a:r>
              <a:rPr lang="en-US"/>
              <a:t>Click icon to add picture</a:t>
            </a:r>
          </a:p>
        </p:txBody>
      </p:sp>
      <p:sp>
        <p:nvSpPr>
          <p:cNvPr id="14" name="Text Placeholder 7">
            <a:extLst>
              <a:ext uri="{FF2B5EF4-FFF2-40B4-BE49-F238E27FC236}">
                <a16:creationId xmlns:a16="http://schemas.microsoft.com/office/drawing/2014/main" id="{4F46273C-947F-7834-9CBE-1728A2631542}"/>
              </a:ext>
            </a:extLst>
          </p:cNvPr>
          <p:cNvSpPr>
            <a:spLocks noGrp="1"/>
          </p:cNvSpPr>
          <p:nvPr>
            <p:ph type="body" sz="quarter" idx="17"/>
          </p:nvPr>
        </p:nvSpPr>
        <p:spPr>
          <a:xfrm>
            <a:off x="8223681" y="3808520"/>
            <a:ext cx="3657600" cy="2284938"/>
          </a:xfrm>
          <a:noFill/>
        </p:spPr>
        <p:txBody>
          <a:bodyPr/>
          <a:lstStyle>
            <a:lvl1pPr>
              <a:spcBef>
                <a:spcPts val="2160"/>
              </a:spcBef>
              <a:spcAft>
                <a:spcPts val="720"/>
              </a:spcAft>
              <a:defRPr sz="1440" b="1" i="0">
                <a:solidFill>
                  <a:schemeClr val="tx2"/>
                </a:solidFill>
                <a:latin typeface="Overpass SemiBold" pitchFamily="2" charset="77"/>
              </a:defRPr>
            </a:lvl1pPr>
            <a:lvl2pPr marL="4287" indent="0">
              <a:buNone/>
              <a:defRPr/>
            </a:lvl2pPr>
            <a:lvl3pPr marL="207170" indent="-202883">
              <a:tabLst/>
              <a:defRPr/>
            </a:lvl3pPr>
            <a:lvl4pPr marL="414338" indent="-207170">
              <a:tabLst/>
              <a:defRPr/>
            </a:lvl4pPr>
            <a:lvl5pPr marL="621507" indent="-195740">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itle 14">
            <a:extLst>
              <a:ext uri="{FF2B5EF4-FFF2-40B4-BE49-F238E27FC236}">
                <a16:creationId xmlns:a16="http://schemas.microsoft.com/office/drawing/2014/main" id="{DB3DCF78-A9D3-E19E-8559-93D96F45DBEA}"/>
              </a:ext>
            </a:extLst>
          </p:cNvPr>
          <p:cNvSpPr>
            <a:spLocks noGrp="1"/>
          </p:cNvSpPr>
          <p:nvPr>
            <p:ph type="title" hasCustomPrompt="1"/>
          </p:nvPr>
        </p:nvSpPr>
        <p:spPr/>
        <p:txBody>
          <a:bodyPr vert="horz"/>
          <a:lstStyle/>
          <a:p>
            <a:r>
              <a:rPr lang="en-US"/>
              <a:t>Click to add title</a:t>
            </a:r>
          </a:p>
        </p:txBody>
      </p:sp>
      <p:sp>
        <p:nvSpPr>
          <p:cNvPr id="2" name="Text Placeholder 3">
            <a:extLst>
              <a:ext uri="{FF2B5EF4-FFF2-40B4-BE49-F238E27FC236}">
                <a16:creationId xmlns:a16="http://schemas.microsoft.com/office/drawing/2014/main" id="{53D0394D-5EBC-3D03-4678-2E0F410B6BED}"/>
              </a:ext>
            </a:extLst>
          </p:cNvPr>
          <p:cNvSpPr>
            <a:spLocks noGrp="1"/>
          </p:cNvSpPr>
          <p:nvPr>
            <p:ph type="body" sz="half" idx="2" hasCustomPrompt="1"/>
          </p:nvPr>
        </p:nvSpPr>
        <p:spPr>
          <a:xfrm>
            <a:off x="6248400" y="6187669"/>
            <a:ext cx="4648200" cy="365531"/>
          </a:xfrm>
        </p:spPr>
        <p:txBody>
          <a:bodyPr vert="horz" lIns="0" tIns="0" rIns="0" bIns="0" rtlCol="0" anchor="b">
            <a:noAutofit/>
          </a:bodyPr>
          <a:lstStyle>
            <a:lvl1pPr>
              <a:defRPr lang="en-US" sz="720" spc="0">
                <a:solidFill>
                  <a:srgbClr val="6D6D6D"/>
                </a:solidFill>
              </a:defRPr>
            </a:lvl1pPr>
          </a:lstStyle>
          <a:p>
            <a:pPr lvl="0"/>
            <a:r>
              <a:rPr lang="en-US"/>
              <a:t>Click to add footnote/source</a:t>
            </a:r>
          </a:p>
        </p:txBody>
      </p:sp>
    </p:spTree>
    <p:extLst>
      <p:ext uri="{BB962C8B-B14F-4D97-AF65-F5344CB8AC3E}">
        <p14:creationId xmlns:p14="http://schemas.microsoft.com/office/powerpoint/2010/main" val="1386196545"/>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userDrawn="1">
  <p:cSld name="Text/image, bleed">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BAF6DB64-088F-80A1-8103-0DB491B9F171}"/>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8" name="think-cell data - do not delete" hidden="1">
                        <a:extLst>
                          <a:ext uri="{FF2B5EF4-FFF2-40B4-BE49-F238E27FC236}">
                            <a16:creationId xmlns:a16="http://schemas.microsoft.com/office/drawing/2014/main" id="{BAF6DB64-088F-80A1-8103-0DB491B9F171}"/>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15" name="Picture Placeholder 14">
            <a:extLst>
              <a:ext uri="{FF2B5EF4-FFF2-40B4-BE49-F238E27FC236}">
                <a16:creationId xmlns:a16="http://schemas.microsoft.com/office/drawing/2014/main" id="{4885981C-B61E-40FB-B572-2B60CBC0AA6A}"/>
              </a:ext>
            </a:extLst>
          </p:cNvPr>
          <p:cNvSpPr>
            <a:spLocks noGrp="1"/>
          </p:cNvSpPr>
          <p:nvPr>
            <p:ph type="pic" sz="quarter" idx="13"/>
          </p:nvPr>
        </p:nvSpPr>
        <p:spPr>
          <a:xfrm>
            <a:off x="-3048" y="-4572"/>
            <a:ext cx="12198096" cy="6867144"/>
          </a:xfrm>
          <a:solidFill>
            <a:srgbClr val="E8E6E3"/>
          </a:solidFill>
        </p:spPr>
        <p:txBody>
          <a:bodyPr vert="horz" lIns="0" tIns="0" rIns="0" bIns="0" rtlCol="0">
            <a:noAutofit/>
          </a:bodyPr>
          <a:lstStyle>
            <a:lvl1pPr>
              <a:defRPr lang="en-US"/>
            </a:lvl1pPr>
          </a:lstStyle>
          <a:p>
            <a:pPr lvl="0"/>
            <a:r>
              <a:rPr lang="en-US"/>
              <a:t>Click icon to add picture</a:t>
            </a:r>
          </a:p>
        </p:txBody>
      </p:sp>
      <p:sp>
        <p:nvSpPr>
          <p:cNvPr id="2" name="Title 1">
            <a:extLst>
              <a:ext uri="{FF2B5EF4-FFF2-40B4-BE49-F238E27FC236}">
                <a16:creationId xmlns:a16="http://schemas.microsoft.com/office/drawing/2014/main" id="{DB4716C9-DC0A-061F-4B9A-3D35F44FCEB0}"/>
              </a:ext>
            </a:extLst>
          </p:cNvPr>
          <p:cNvSpPr>
            <a:spLocks noGrp="1"/>
          </p:cNvSpPr>
          <p:nvPr>
            <p:ph type="title" hasCustomPrompt="1"/>
          </p:nvPr>
        </p:nvSpPr>
        <p:spPr>
          <a:xfrm>
            <a:off x="304800" y="1612902"/>
            <a:ext cx="3657600" cy="2324099"/>
          </a:xfrm>
        </p:spPr>
        <p:txBody>
          <a:bodyPr vert="horz" anchor="b"/>
          <a:lstStyle>
            <a:lvl1pPr>
              <a:defRPr>
                <a:solidFill>
                  <a:schemeClr val="bg1"/>
                </a:solidFill>
              </a:defRPr>
            </a:lvl1pPr>
          </a:lstStyle>
          <a:p>
            <a:r>
              <a:rPr lang="en-US"/>
              <a:t>Click to add title</a:t>
            </a:r>
          </a:p>
        </p:txBody>
      </p:sp>
      <p:sp>
        <p:nvSpPr>
          <p:cNvPr id="4" name="Slide Number Placeholder 3">
            <a:extLst>
              <a:ext uri="{FF2B5EF4-FFF2-40B4-BE49-F238E27FC236}">
                <a16:creationId xmlns:a16="http://schemas.microsoft.com/office/drawing/2014/main" id="{EE325D6D-C355-8DCF-F231-DF7A19B8C700}"/>
              </a:ext>
            </a:extLst>
          </p:cNvPr>
          <p:cNvSpPr>
            <a:spLocks noGrp="1"/>
          </p:cNvSpPr>
          <p:nvPr>
            <p:ph type="sldNum" sz="quarter" idx="11"/>
          </p:nvPr>
        </p:nvSpPr>
        <p:spPr>
          <a:xfrm>
            <a:off x="11201400" y="6370322"/>
            <a:ext cx="685800" cy="182879"/>
          </a:xfrm>
          <a:prstGeom prst="rect">
            <a:avLst/>
          </a:prstGeom>
        </p:spPr>
        <p:txBody>
          <a:bodyPr/>
          <a:lstStyle>
            <a:lvl1pPr>
              <a:defRPr>
                <a:solidFill>
                  <a:schemeClr val="bg1"/>
                </a:solidFill>
              </a:defRPr>
            </a:lvl1pPr>
          </a:lstStyle>
          <a:p>
            <a:fld id="{48F63A3B-78C7-47BE-AE5E-E10140E04643}" type="slidenum">
              <a:rPr lang="en-US" smtClean="0"/>
              <a:t>‹#›</a:t>
            </a:fld>
            <a:endParaRPr lang="en-US"/>
          </a:p>
        </p:txBody>
      </p:sp>
      <p:sp>
        <p:nvSpPr>
          <p:cNvPr id="12" name="Text Placeholder 3">
            <a:extLst>
              <a:ext uri="{FF2B5EF4-FFF2-40B4-BE49-F238E27FC236}">
                <a16:creationId xmlns:a16="http://schemas.microsoft.com/office/drawing/2014/main" id="{D3780244-FEFA-C96A-C3A6-A0A2AEF4BE96}"/>
              </a:ext>
            </a:extLst>
          </p:cNvPr>
          <p:cNvSpPr>
            <a:spLocks noGrp="1"/>
          </p:cNvSpPr>
          <p:nvPr>
            <p:ph type="body" sz="half" idx="12"/>
          </p:nvPr>
        </p:nvSpPr>
        <p:spPr>
          <a:xfrm>
            <a:off x="304800" y="4232276"/>
            <a:ext cx="3657600" cy="1833246"/>
          </a:xfrm>
        </p:spPr>
        <p:txBody>
          <a:bodyPr/>
          <a:lstStyle>
            <a:lvl1pPr marL="0" indent="0">
              <a:buNone/>
              <a:defRPr sz="1080">
                <a:solidFill>
                  <a:schemeClr val="bg1"/>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edit Master text styles</a:t>
            </a:r>
          </a:p>
        </p:txBody>
      </p:sp>
      <p:sp>
        <p:nvSpPr>
          <p:cNvPr id="3" name="Footer Placeholder 2">
            <a:extLst>
              <a:ext uri="{FF2B5EF4-FFF2-40B4-BE49-F238E27FC236}">
                <a16:creationId xmlns:a16="http://schemas.microsoft.com/office/drawing/2014/main" id="{87DE4F72-C56F-CBED-902F-6962B5033576}"/>
              </a:ext>
            </a:extLst>
          </p:cNvPr>
          <p:cNvSpPr>
            <a:spLocks noGrp="1"/>
          </p:cNvSpPr>
          <p:nvPr>
            <p:ph type="ftr" sz="quarter" idx="14"/>
          </p:nvPr>
        </p:nvSpPr>
        <p:spPr/>
        <p:txBody>
          <a:bodyPr/>
          <a:lstStyle>
            <a:lvl1pPr>
              <a:defRPr>
                <a:solidFill>
                  <a:schemeClr val="bg1"/>
                </a:solidFill>
              </a:defRPr>
            </a:lvl1pPr>
          </a:lstStyle>
          <a:p>
            <a:r>
              <a:rPr lang="en-US"/>
              <a:t>General Motors</a:t>
            </a:r>
          </a:p>
        </p:txBody>
      </p:sp>
    </p:spTree>
    <p:extLst>
      <p:ext uri="{BB962C8B-B14F-4D97-AF65-F5344CB8AC3E}">
        <p14:creationId xmlns:p14="http://schemas.microsoft.com/office/powerpoint/2010/main" val="1215921663"/>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userDrawn="1">
  <p:cSld name="Text/image, overlay, right">
    <p:spTree>
      <p:nvGrpSpPr>
        <p:cNvPr id="1" name=""/>
        <p:cNvGrpSpPr/>
        <p:nvPr/>
      </p:nvGrpSpPr>
      <p:grpSpPr>
        <a:xfrm>
          <a:off x="0" y="0"/>
          <a:ext cx="0" cy="0"/>
          <a:chOff x="0" y="0"/>
          <a:chExt cx="0" cy="0"/>
        </a:xfrm>
      </p:grpSpPr>
      <p:sp>
        <p:nvSpPr>
          <p:cNvPr id="10" name="Picture Placeholder 14">
            <a:extLst>
              <a:ext uri="{FF2B5EF4-FFF2-40B4-BE49-F238E27FC236}">
                <a16:creationId xmlns:a16="http://schemas.microsoft.com/office/drawing/2014/main" id="{7BD9E156-CA5A-F7A7-B6EA-618CF9E9CF0C}"/>
              </a:ext>
            </a:extLst>
          </p:cNvPr>
          <p:cNvSpPr>
            <a:spLocks noGrp="1"/>
          </p:cNvSpPr>
          <p:nvPr>
            <p:ph type="pic" sz="quarter" idx="13"/>
          </p:nvPr>
        </p:nvSpPr>
        <p:spPr>
          <a:xfrm>
            <a:off x="-3048" y="-4572"/>
            <a:ext cx="12198096" cy="6867144"/>
          </a:xfrm>
          <a:solidFill>
            <a:srgbClr val="E8E6E3"/>
          </a:solidFill>
        </p:spPr>
        <p:txBody>
          <a:bodyPr vert="horz" lIns="0" tIns="0" rIns="0" bIns="0" rtlCol="0">
            <a:noAutofit/>
          </a:bodyPr>
          <a:lstStyle>
            <a:lvl1pPr>
              <a:defRPr lang="en-US"/>
            </a:lvl1pPr>
          </a:lstStyle>
          <a:p>
            <a:pPr lvl="0"/>
            <a:r>
              <a:rPr lang="en-US"/>
              <a:t>Click icon to add picture</a:t>
            </a:r>
          </a:p>
        </p:txBody>
      </p:sp>
      <p:graphicFrame>
        <p:nvGraphicFramePr>
          <p:cNvPr id="8" name="think-cell data - do not delete" hidden="1">
            <a:extLst>
              <a:ext uri="{FF2B5EF4-FFF2-40B4-BE49-F238E27FC236}">
                <a16:creationId xmlns:a16="http://schemas.microsoft.com/office/drawing/2014/main" id="{BAF6DB64-088F-80A1-8103-0DB491B9F171}"/>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8" name="think-cell data - do not delete" hidden="1">
                        <a:extLst>
                          <a:ext uri="{FF2B5EF4-FFF2-40B4-BE49-F238E27FC236}">
                            <a16:creationId xmlns:a16="http://schemas.microsoft.com/office/drawing/2014/main" id="{BAF6DB64-088F-80A1-8103-0DB491B9F171}"/>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9" name="Text Placeholder 8">
            <a:extLst>
              <a:ext uri="{FF2B5EF4-FFF2-40B4-BE49-F238E27FC236}">
                <a16:creationId xmlns:a16="http://schemas.microsoft.com/office/drawing/2014/main" id="{A9E185DF-3544-59A5-D4FB-A2D9D781A663}"/>
              </a:ext>
            </a:extLst>
          </p:cNvPr>
          <p:cNvSpPr>
            <a:spLocks noGrp="1"/>
          </p:cNvSpPr>
          <p:nvPr>
            <p:ph type="body" sz="quarter" idx="14"/>
          </p:nvPr>
        </p:nvSpPr>
        <p:spPr>
          <a:xfrm>
            <a:off x="8077200" y="152400"/>
            <a:ext cx="3962400" cy="6553200"/>
          </a:xfrm>
          <a:prstGeom prst="roundRect">
            <a:avLst>
              <a:gd name="adj" fmla="val 3932"/>
            </a:avLst>
          </a:prstGeom>
          <a:solidFill>
            <a:schemeClr val="tx1">
              <a:alpha val="75000"/>
            </a:schemeClr>
          </a:solidFill>
        </p:spPr>
        <p:txBody>
          <a:bodyPr lIns="91440" tIns="137160" rIns="91440" bIns="137160"/>
          <a:lstStyle>
            <a:lvl1pPr>
              <a:lnSpc>
                <a:spcPct val="100000"/>
              </a:lnSpc>
              <a:defRPr sz="2160" spc="-18" baseline="0">
                <a:solidFill>
                  <a:schemeClr val="bg1"/>
                </a:solidFill>
              </a:defRPr>
            </a:lvl1pPr>
            <a:lvl2pPr marL="4287" indent="0">
              <a:spcBef>
                <a:spcPts val="1080"/>
              </a:spcBef>
              <a:buNone/>
              <a:defRPr lang="en-US" sz="1440" kern="1200" spc="-9" baseline="0" dirty="0">
                <a:solidFill>
                  <a:schemeClr val="bg1"/>
                </a:solidFill>
                <a:latin typeface="Overpass" pitchFamily="2" charset="77"/>
                <a:ea typeface="+mn-ea"/>
                <a:cs typeface="+mn-cs"/>
              </a:defRPr>
            </a:lvl2pPr>
            <a:lvl3pPr marL="205740" indent="-202883">
              <a:tabLst/>
              <a:defRPr lang="en-US" sz="1440" kern="1200" spc="-9" baseline="0" dirty="0">
                <a:solidFill>
                  <a:schemeClr val="bg1"/>
                </a:solidFill>
                <a:latin typeface="Overpass" pitchFamily="2" charset="77"/>
                <a:ea typeface="+mn-ea"/>
                <a:cs typeface="+mn-cs"/>
              </a:defRPr>
            </a:lvl3pPr>
            <a:lvl4pPr marL="412910" indent="-207170">
              <a:tabLst/>
              <a:defRPr lang="en-US" sz="1440" kern="1200" spc="-9" baseline="0" dirty="0">
                <a:solidFill>
                  <a:schemeClr val="bg1"/>
                </a:solidFill>
                <a:latin typeface="Overpass" pitchFamily="2" charset="77"/>
                <a:ea typeface="+mn-ea"/>
                <a:cs typeface="+mn-cs"/>
              </a:defRPr>
            </a:lvl4pPr>
            <a:lvl5pPr marL="620078" indent="-198597">
              <a:tabLst/>
              <a:defRPr lang="en-US" sz="1440" kern="1200" spc="-9" baseline="0" dirty="0">
                <a:solidFill>
                  <a:schemeClr val="bg1"/>
                </a:solidFill>
                <a:latin typeface="Overpass" pitchFamily="2" charset="77"/>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F5C031CA-57E7-80D8-E394-60E2202EE501}"/>
              </a:ext>
            </a:extLst>
          </p:cNvPr>
          <p:cNvSpPr>
            <a:spLocks noGrp="1"/>
          </p:cNvSpPr>
          <p:nvPr>
            <p:ph type="sldNum" sz="quarter" idx="15"/>
          </p:nvPr>
        </p:nvSpPr>
        <p:spPr/>
        <p:txBody>
          <a:bodyPr/>
          <a:lstStyle>
            <a:lvl1pPr>
              <a:defRPr>
                <a:solidFill>
                  <a:schemeClr val="bg1"/>
                </a:solidFill>
              </a:defRPr>
            </a:lvl1pPr>
          </a:lstStyle>
          <a:p>
            <a:fld id="{48F63A3B-78C7-47BE-AE5E-E10140E04643}" type="slidenum">
              <a:rPr lang="en-US" smtClean="0"/>
              <a:pPr/>
              <a:t>‹#›</a:t>
            </a:fld>
            <a:endParaRPr lang="en-US"/>
          </a:p>
        </p:txBody>
      </p:sp>
      <p:sp>
        <p:nvSpPr>
          <p:cNvPr id="3" name="Footer Placeholder 2">
            <a:extLst>
              <a:ext uri="{FF2B5EF4-FFF2-40B4-BE49-F238E27FC236}">
                <a16:creationId xmlns:a16="http://schemas.microsoft.com/office/drawing/2014/main" id="{F42BD03C-CD90-D343-C7C6-2E1CCF609C97}"/>
              </a:ext>
            </a:extLst>
          </p:cNvPr>
          <p:cNvSpPr>
            <a:spLocks noGrp="1"/>
          </p:cNvSpPr>
          <p:nvPr>
            <p:ph type="ftr" sz="quarter" idx="16"/>
          </p:nvPr>
        </p:nvSpPr>
        <p:spPr/>
        <p:txBody>
          <a:bodyPr/>
          <a:lstStyle>
            <a:lvl1pPr>
              <a:defRPr>
                <a:solidFill>
                  <a:schemeClr val="bg1"/>
                </a:solidFill>
              </a:defRPr>
            </a:lvl1pPr>
          </a:lstStyle>
          <a:p>
            <a:r>
              <a:rPr lang="en-US"/>
              <a:t>General Motors</a:t>
            </a:r>
          </a:p>
        </p:txBody>
      </p:sp>
    </p:spTree>
    <p:extLst>
      <p:ext uri="{BB962C8B-B14F-4D97-AF65-F5344CB8AC3E}">
        <p14:creationId xmlns:p14="http://schemas.microsoft.com/office/powerpoint/2010/main" val="511196105"/>
      </p:ext>
    </p:extLst>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userDrawn="1">
  <p:cSld name="Text/image, overlay, left">
    <p:spTree>
      <p:nvGrpSpPr>
        <p:cNvPr id="1" name=""/>
        <p:cNvGrpSpPr/>
        <p:nvPr/>
      </p:nvGrpSpPr>
      <p:grpSpPr>
        <a:xfrm>
          <a:off x="0" y="0"/>
          <a:ext cx="0" cy="0"/>
          <a:chOff x="0" y="0"/>
          <a:chExt cx="0" cy="0"/>
        </a:xfrm>
      </p:grpSpPr>
      <p:sp>
        <p:nvSpPr>
          <p:cNvPr id="10" name="Picture Placeholder 14">
            <a:extLst>
              <a:ext uri="{FF2B5EF4-FFF2-40B4-BE49-F238E27FC236}">
                <a16:creationId xmlns:a16="http://schemas.microsoft.com/office/drawing/2014/main" id="{7BD9E156-CA5A-F7A7-B6EA-618CF9E9CF0C}"/>
              </a:ext>
            </a:extLst>
          </p:cNvPr>
          <p:cNvSpPr>
            <a:spLocks noGrp="1"/>
          </p:cNvSpPr>
          <p:nvPr>
            <p:ph type="pic" sz="quarter" idx="13"/>
          </p:nvPr>
        </p:nvSpPr>
        <p:spPr>
          <a:xfrm>
            <a:off x="-3048" y="-4572"/>
            <a:ext cx="12198096" cy="6867144"/>
          </a:xfrm>
          <a:solidFill>
            <a:srgbClr val="E8E6E3"/>
          </a:solidFill>
        </p:spPr>
        <p:txBody>
          <a:bodyPr vert="horz" lIns="0" tIns="0" rIns="0" bIns="0" rtlCol="0">
            <a:noAutofit/>
          </a:bodyPr>
          <a:lstStyle>
            <a:lvl1pPr>
              <a:defRPr lang="en-US"/>
            </a:lvl1pPr>
          </a:lstStyle>
          <a:p>
            <a:pPr lvl="0"/>
            <a:r>
              <a:rPr lang="en-US"/>
              <a:t>Click icon to add picture</a:t>
            </a:r>
          </a:p>
        </p:txBody>
      </p:sp>
      <p:graphicFrame>
        <p:nvGraphicFramePr>
          <p:cNvPr id="8" name="think-cell data - do not delete" hidden="1">
            <a:extLst>
              <a:ext uri="{FF2B5EF4-FFF2-40B4-BE49-F238E27FC236}">
                <a16:creationId xmlns:a16="http://schemas.microsoft.com/office/drawing/2014/main" id="{BAF6DB64-088F-80A1-8103-0DB491B9F171}"/>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8" name="think-cell data - do not delete" hidden="1">
                        <a:extLst>
                          <a:ext uri="{FF2B5EF4-FFF2-40B4-BE49-F238E27FC236}">
                            <a16:creationId xmlns:a16="http://schemas.microsoft.com/office/drawing/2014/main" id="{BAF6DB64-088F-80A1-8103-0DB491B9F171}"/>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9" name="Text Placeholder 8">
            <a:extLst>
              <a:ext uri="{FF2B5EF4-FFF2-40B4-BE49-F238E27FC236}">
                <a16:creationId xmlns:a16="http://schemas.microsoft.com/office/drawing/2014/main" id="{A9E185DF-3544-59A5-D4FB-A2D9D781A663}"/>
              </a:ext>
            </a:extLst>
          </p:cNvPr>
          <p:cNvSpPr>
            <a:spLocks noGrp="1"/>
          </p:cNvSpPr>
          <p:nvPr>
            <p:ph type="body" sz="quarter" idx="14"/>
          </p:nvPr>
        </p:nvSpPr>
        <p:spPr>
          <a:xfrm>
            <a:off x="152400" y="152400"/>
            <a:ext cx="3962400" cy="6553200"/>
          </a:xfrm>
          <a:prstGeom prst="roundRect">
            <a:avLst>
              <a:gd name="adj" fmla="val 3932"/>
            </a:avLst>
          </a:prstGeom>
          <a:solidFill>
            <a:schemeClr val="tx1">
              <a:alpha val="75000"/>
            </a:schemeClr>
          </a:solidFill>
        </p:spPr>
        <p:txBody>
          <a:bodyPr lIns="91440" tIns="137160" rIns="91440" bIns="137160"/>
          <a:lstStyle>
            <a:lvl1pPr>
              <a:lnSpc>
                <a:spcPct val="100000"/>
              </a:lnSpc>
              <a:defRPr sz="2160" spc="-18" baseline="0">
                <a:solidFill>
                  <a:schemeClr val="bg1"/>
                </a:solidFill>
              </a:defRPr>
            </a:lvl1pPr>
            <a:lvl2pPr marL="4287" indent="0">
              <a:spcBef>
                <a:spcPts val="1080"/>
              </a:spcBef>
              <a:buNone/>
              <a:defRPr lang="en-US" sz="1440" kern="1200" spc="-9" baseline="0" dirty="0">
                <a:solidFill>
                  <a:schemeClr val="bg1"/>
                </a:solidFill>
                <a:latin typeface="Overpass" pitchFamily="2" charset="77"/>
                <a:ea typeface="+mn-ea"/>
                <a:cs typeface="+mn-cs"/>
              </a:defRPr>
            </a:lvl2pPr>
            <a:lvl3pPr marL="205740" indent="-202883">
              <a:tabLst/>
              <a:defRPr lang="en-US" sz="1440" kern="1200" spc="-9" baseline="0" dirty="0">
                <a:solidFill>
                  <a:schemeClr val="bg1"/>
                </a:solidFill>
                <a:latin typeface="Overpass" pitchFamily="2" charset="77"/>
                <a:ea typeface="+mn-ea"/>
                <a:cs typeface="+mn-cs"/>
              </a:defRPr>
            </a:lvl3pPr>
            <a:lvl4pPr marL="412910" indent="-207170">
              <a:tabLst/>
              <a:defRPr lang="en-US" sz="1440" kern="1200" spc="-9" baseline="0" dirty="0">
                <a:solidFill>
                  <a:schemeClr val="bg1"/>
                </a:solidFill>
                <a:latin typeface="Overpass" pitchFamily="2" charset="77"/>
                <a:ea typeface="+mn-ea"/>
                <a:cs typeface="+mn-cs"/>
              </a:defRPr>
            </a:lvl4pPr>
            <a:lvl5pPr marL="620078" indent="-198597">
              <a:tabLst/>
              <a:defRPr lang="en-US" sz="1440" kern="1200" spc="-9" baseline="0" dirty="0">
                <a:solidFill>
                  <a:schemeClr val="bg1"/>
                </a:solidFill>
                <a:latin typeface="Overpass" pitchFamily="2" charset="77"/>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F5C031CA-57E7-80D8-E394-60E2202EE501}"/>
              </a:ext>
            </a:extLst>
          </p:cNvPr>
          <p:cNvSpPr>
            <a:spLocks noGrp="1"/>
          </p:cNvSpPr>
          <p:nvPr>
            <p:ph type="sldNum" sz="quarter" idx="15"/>
          </p:nvPr>
        </p:nvSpPr>
        <p:spPr/>
        <p:txBody>
          <a:bodyPr/>
          <a:lstStyle>
            <a:lvl1pPr>
              <a:defRPr>
                <a:solidFill>
                  <a:schemeClr val="bg1"/>
                </a:solidFill>
              </a:defRPr>
            </a:lvl1pPr>
          </a:lstStyle>
          <a:p>
            <a:fld id="{48F63A3B-78C7-47BE-AE5E-E10140E04643}" type="slidenum">
              <a:rPr lang="en-US" smtClean="0"/>
              <a:pPr/>
              <a:t>‹#›</a:t>
            </a:fld>
            <a:endParaRPr lang="en-US"/>
          </a:p>
        </p:txBody>
      </p:sp>
      <p:sp>
        <p:nvSpPr>
          <p:cNvPr id="3" name="Footer Placeholder 2">
            <a:extLst>
              <a:ext uri="{FF2B5EF4-FFF2-40B4-BE49-F238E27FC236}">
                <a16:creationId xmlns:a16="http://schemas.microsoft.com/office/drawing/2014/main" id="{F42BD03C-CD90-D343-C7C6-2E1CCF609C97}"/>
              </a:ext>
            </a:extLst>
          </p:cNvPr>
          <p:cNvSpPr>
            <a:spLocks noGrp="1"/>
          </p:cNvSpPr>
          <p:nvPr>
            <p:ph type="ftr" sz="quarter" idx="16"/>
          </p:nvPr>
        </p:nvSpPr>
        <p:spPr/>
        <p:txBody>
          <a:bodyPr/>
          <a:lstStyle>
            <a:lvl1pPr>
              <a:defRPr>
                <a:solidFill>
                  <a:schemeClr val="bg1"/>
                </a:solidFill>
              </a:defRPr>
            </a:lvl1pPr>
          </a:lstStyle>
          <a:p>
            <a:r>
              <a:rPr lang="en-US"/>
              <a:t>General Motors</a:t>
            </a:r>
          </a:p>
        </p:txBody>
      </p:sp>
    </p:spTree>
    <p:extLst>
      <p:ext uri="{BB962C8B-B14F-4D97-AF65-F5344CB8AC3E}">
        <p14:creationId xmlns:p14="http://schemas.microsoft.com/office/powerpoint/2010/main" val="495364457"/>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userDrawn="1">
  <p:cSld name="Text/image, left">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81DFF676-1F3D-5071-A741-243437B63822}"/>
              </a:ext>
            </a:extLst>
          </p:cNvPr>
          <p:cNvGraphicFramePr>
            <a:graphicFrameLocks noChangeAspect="1"/>
          </p:cNvGraphicFramePr>
          <p:nvPr userDrawn="1">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8" name="think-cell data - do not delete" hidden="1">
                        <a:extLst>
                          <a:ext uri="{FF2B5EF4-FFF2-40B4-BE49-F238E27FC236}">
                            <a16:creationId xmlns:a16="http://schemas.microsoft.com/office/drawing/2014/main" id="{81DFF676-1F3D-5071-A741-243437B63822}"/>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9" name="Picture Placeholder 2">
            <a:extLst>
              <a:ext uri="{FF2B5EF4-FFF2-40B4-BE49-F238E27FC236}">
                <a16:creationId xmlns:a16="http://schemas.microsoft.com/office/drawing/2014/main" id="{AA784A4B-7C3F-37F2-5720-17B364ED1A98}"/>
              </a:ext>
            </a:extLst>
          </p:cNvPr>
          <p:cNvSpPr>
            <a:spLocks noGrp="1" noChangeAspect="1"/>
          </p:cNvSpPr>
          <p:nvPr>
            <p:ph type="pic" idx="1"/>
          </p:nvPr>
        </p:nvSpPr>
        <p:spPr>
          <a:xfrm>
            <a:off x="3275556" y="-8888"/>
            <a:ext cx="8922362" cy="6866889"/>
          </a:xfrm>
          <a:solidFill>
            <a:srgbClr val="E8E6E3"/>
          </a:solidFill>
        </p:spPr>
        <p:txBody>
          <a:bodyPr vert="horz" lIns="0" tIns="0" rIns="0" bIns="0" rtlCol="0">
            <a:noAutofit/>
          </a:bodyPr>
          <a:lstStyle>
            <a:lvl1pPr>
              <a:defRPr lang="en-US" dirty="0"/>
            </a:lvl1pPr>
          </a:lstStyle>
          <a:p>
            <a:pPr lvl="0"/>
            <a:r>
              <a:rPr lang="en-US"/>
              <a:t>Click icon to add picture</a:t>
            </a:r>
          </a:p>
        </p:txBody>
      </p:sp>
      <p:sp>
        <p:nvSpPr>
          <p:cNvPr id="2" name="Title 1">
            <a:extLst>
              <a:ext uri="{FF2B5EF4-FFF2-40B4-BE49-F238E27FC236}">
                <a16:creationId xmlns:a16="http://schemas.microsoft.com/office/drawing/2014/main" id="{913FEFAC-26FA-CA0C-AEB6-34EEF99C6715}"/>
              </a:ext>
            </a:extLst>
          </p:cNvPr>
          <p:cNvSpPr>
            <a:spLocks noGrp="1"/>
          </p:cNvSpPr>
          <p:nvPr>
            <p:ph type="title"/>
          </p:nvPr>
        </p:nvSpPr>
        <p:spPr>
          <a:xfrm>
            <a:off x="304800" y="304802"/>
            <a:ext cx="2667000" cy="1003299"/>
          </a:xfrm>
        </p:spPr>
        <p:txBody>
          <a:bodyPr vert="horz"/>
          <a:lstStyle/>
          <a:p>
            <a:r>
              <a:rPr lang="en-US"/>
              <a:t>Click to edit Master title style</a:t>
            </a:r>
          </a:p>
        </p:txBody>
      </p:sp>
      <p:sp>
        <p:nvSpPr>
          <p:cNvPr id="3" name="Slide Number Placeholder 2">
            <a:extLst>
              <a:ext uri="{FF2B5EF4-FFF2-40B4-BE49-F238E27FC236}">
                <a16:creationId xmlns:a16="http://schemas.microsoft.com/office/drawing/2014/main" id="{171B3311-44F9-7864-0B53-297EB56CD3E6}"/>
              </a:ext>
            </a:extLst>
          </p:cNvPr>
          <p:cNvSpPr>
            <a:spLocks noGrp="1"/>
          </p:cNvSpPr>
          <p:nvPr>
            <p:ph type="sldNum" sz="quarter" idx="10"/>
          </p:nvPr>
        </p:nvSpPr>
        <p:spPr/>
        <p:txBody>
          <a:bodyPr/>
          <a:lstStyle/>
          <a:p>
            <a:fld id="{48F63A3B-78C7-47BE-AE5E-E10140E04643}" type="slidenum">
              <a:rPr lang="en-US" smtClean="0"/>
              <a:t>‹#›</a:t>
            </a:fld>
            <a:endParaRPr lang="en-US"/>
          </a:p>
        </p:txBody>
      </p:sp>
      <p:sp>
        <p:nvSpPr>
          <p:cNvPr id="10" name="Text Placeholder 10">
            <a:extLst>
              <a:ext uri="{FF2B5EF4-FFF2-40B4-BE49-F238E27FC236}">
                <a16:creationId xmlns:a16="http://schemas.microsoft.com/office/drawing/2014/main" id="{50F151DD-E940-EE18-B994-9D6E7EA4DD78}"/>
              </a:ext>
            </a:extLst>
          </p:cNvPr>
          <p:cNvSpPr>
            <a:spLocks noGrp="1"/>
          </p:cNvSpPr>
          <p:nvPr>
            <p:ph type="body" sz="quarter" idx="12"/>
          </p:nvPr>
        </p:nvSpPr>
        <p:spPr>
          <a:xfrm>
            <a:off x="304800" y="1612900"/>
            <a:ext cx="2667000" cy="4330700"/>
          </a:xfrm>
        </p:spPr>
        <p:txBody>
          <a:bodyPr/>
          <a:lstStyle>
            <a:lvl1pPr>
              <a:defRPr sz="1080"/>
            </a:lvl1pPr>
            <a:lvl2pPr>
              <a:defRPr sz="1080"/>
            </a:lvl2pPr>
            <a:lvl3pPr>
              <a:defRPr sz="1080"/>
            </a:lvl3pPr>
            <a:lvl4pPr>
              <a:defRPr sz="1080"/>
            </a:lvl4pPr>
            <a:lvl5pPr>
              <a:defRPr sz="108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83987831"/>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Text/image, right">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81DFF676-1F3D-5071-A741-243437B63822}"/>
              </a:ext>
            </a:extLst>
          </p:cNvPr>
          <p:cNvGraphicFramePr>
            <a:graphicFrameLocks noChangeAspect="1"/>
          </p:cNvGraphicFramePr>
          <p:nvPr userDrawn="1">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8" name="think-cell data - do not delete" hidden="1">
                        <a:extLst>
                          <a:ext uri="{FF2B5EF4-FFF2-40B4-BE49-F238E27FC236}">
                            <a16:creationId xmlns:a16="http://schemas.microsoft.com/office/drawing/2014/main" id="{81DFF676-1F3D-5071-A741-243437B63822}"/>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9" name="Picture Placeholder 2">
            <a:extLst>
              <a:ext uri="{FF2B5EF4-FFF2-40B4-BE49-F238E27FC236}">
                <a16:creationId xmlns:a16="http://schemas.microsoft.com/office/drawing/2014/main" id="{AA784A4B-7C3F-37F2-5720-17B364ED1A98}"/>
              </a:ext>
            </a:extLst>
          </p:cNvPr>
          <p:cNvSpPr>
            <a:spLocks noGrp="1" noChangeAspect="1"/>
          </p:cNvSpPr>
          <p:nvPr>
            <p:ph type="pic" idx="1"/>
          </p:nvPr>
        </p:nvSpPr>
        <p:spPr>
          <a:xfrm>
            <a:off x="0" y="-8888"/>
            <a:ext cx="8922362" cy="6866889"/>
          </a:xfrm>
          <a:solidFill>
            <a:srgbClr val="E8E6E3"/>
          </a:solidFill>
        </p:spPr>
        <p:txBody>
          <a:bodyPr vert="horz" lIns="0" tIns="0" rIns="0" bIns="0" rtlCol="0">
            <a:noAutofit/>
          </a:bodyPr>
          <a:lstStyle>
            <a:lvl1pPr>
              <a:defRPr lang="en-US" dirty="0"/>
            </a:lvl1pPr>
          </a:lstStyle>
          <a:p>
            <a:pPr lvl="0"/>
            <a:r>
              <a:rPr lang="en-US"/>
              <a:t>Click icon to add picture</a:t>
            </a:r>
          </a:p>
        </p:txBody>
      </p:sp>
      <p:sp>
        <p:nvSpPr>
          <p:cNvPr id="2" name="Title 1">
            <a:extLst>
              <a:ext uri="{FF2B5EF4-FFF2-40B4-BE49-F238E27FC236}">
                <a16:creationId xmlns:a16="http://schemas.microsoft.com/office/drawing/2014/main" id="{913FEFAC-26FA-CA0C-AEB6-34EEF99C6715}"/>
              </a:ext>
            </a:extLst>
          </p:cNvPr>
          <p:cNvSpPr>
            <a:spLocks noGrp="1"/>
          </p:cNvSpPr>
          <p:nvPr>
            <p:ph type="title"/>
          </p:nvPr>
        </p:nvSpPr>
        <p:spPr>
          <a:xfrm>
            <a:off x="9220200" y="304802"/>
            <a:ext cx="2667000" cy="1003299"/>
          </a:xfrm>
        </p:spPr>
        <p:txBody>
          <a:bodyPr vert="horz"/>
          <a:lstStyle/>
          <a:p>
            <a:r>
              <a:rPr lang="en-US"/>
              <a:t>Click to edit Master title style</a:t>
            </a:r>
          </a:p>
        </p:txBody>
      </p:sp>
      <p:sp>
        <p:nvSpPr>
          <p:cNvPr id="10" name="Text Placeholder 10">
            <a:extLst>
              <a:ext uri="{FF2B5EF4-FFF2-40B4-BE49-F238E27FC236}">
                <a16:creationId xmlns:a16="http://schemas.microsoft.com/office/drawing/2014/main" id="{50F151DD-E940-EE18-B994-9D6E7EA4DD78}"/>
              </a:ext>
            </a:extLst>
          </p:cNvPr>
          <p:cNvSpPr>
            <a:spLocks noGrp="1"/>
          </p:cNvSpPr>
          <p:nvPr>
            <p:ph type="body" sz="quarter" idx="12"/>
          </p:nvPr>
        </p:nvSpPr>
        <p:spPr>
          <a:xfrm>
            <a:off x="9220200" y="1612900"/>
            <a:ext cx="2667000" cy="4330700"/>
          </a:xfrm>
        </p:spPr>
        <p:txBody>
          <a:bodyPr/>
          <a:lstStyle>
            <a:lvl1pPr>
              <a:defRPr sz="1080"/>
            </a:lvl1pPr>
            <a:lvl2pPr>
              <a:defRPr sz="1080"/>
            </a:lvl2pPr>
            <a:lvl3pPr>
              <a:defRPr sz="1080"/>
            </a:lvl3pPr>
            <a:lvl4pPr>
              <a:defRPr sz="1080"/>
            </a:lvl4pPr>
            <a:lvl5pPr>
              <a:defRPr sz="108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FBF02371-0C8D-2965-8E8E-8DA245F4E095}"/>
              </a:ext>
            </a:extLst>
          </p:cNvPr>
          <p:cNvSpPr>
            <a:spLocks noGrp="1"/>
          </p:cNvSpPr>
          <p:nvPr>
            <p:ph type="ftr" sz="quarter" idx="13"/>
          </p:nvPr>
        </p:nvSpPr>
        <p:spPr/>
        <p:txBody>
          <a:bodyPr/>
          <a:lstStyle>
            <a:lvl1pPr>
              <a:defRPr>
                <a:solidFill>
                  <a:schemeClr val="bg1"/>
                </a:solidFill>
              </a:defRPr>
            </a:lvl1pPr>
          </a:lstStyle>
          <a:p>
            <a:r>
              <a:rPr lang="en-US"/>
              <a:t>General Motors</a:t>
            </a:r>
          </a:p>
        </p:txBody>
      </p:sp>
    </p:spTree>
    <p:extLst>
      <p:ext uri="{BB962C8B-B14F-4D97-AF65-F5344CB8AC3E}">
        <p14:creationId xmlns:p14="http://schemas.microsoft.com/office/powerpoint/2010/main" val="3546602770"/>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Text/image, left, gray">
    <p:bg>
      <p:bgPr>
        <a:solidFill>
          <a:srgbClr val="040A10"/>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81DFF676-1F3D-5071-A741-243437B63822}"/>
              </a:ext>
            </a:extLst>
          </p:cNvPr>
          <p:cNvGraphicFramePr>
            <a:graphicFrameLocks noChangeAspect="1"/>
          </p:cNvGraphicFramePr>
          <p:nvPr userDrawn="1">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8" name="think-cell data - do not delete" hidden="1">
                        <a:extLst>
                          <a:ext uri="{FF2B5EF4-FFF2-40B4-BE49-F238E27FC236}">
                            <a16:creationId xmlns:a16="http://schemas.microsoft.com/office/drawing/2014/main" id="{81DFF676-1F3D-5071-A741-243437B63822}"/>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9" name="Picture Placeholder 2">
            <a:extLst>
              <a:ext uri="{FF2B5EF4-FFF2-40B4-BE49-F238E27FC236}">
                <a16:creationId xmlns:a16="http://schemas.microsoft.com/office/drawing/2014/main" id="{AA784A4B-7C3F-37F2-5720-17B364ED1A98}"/>
              </a:ext>
            </a:extLst>
          </p:cNvPr>
          <p:cNvSpPr>
            <a:spLocks noGrp="1" noChangeAspect="1"/>
          </p:cNvSpPr>
          <p:nvPr>
            <p:ph type="pic" idx="1"/>
          </p:nvPr>
        </p:nvSpPr>
        <p:spPr>
          <a:xfrm>
            <a:off x="3275556" y="0"/>
            <a:ext cx="8922362" cy="6858000"/>
          </a:xfrm>
          <a:solidFill>
            <a:srgbClr val="E8E6E3"/>
          </a:solidFill>
        </p:spPr>
        <p:txBody>
          <a:bodyPr vert="horz" lIns="0" tIns="0" rIns="0" bIns="0" rtlCol="0">
            <a:noAutofit/>
          </a:bodyPr>
          <a:lstStyle>
            <a:lvl1pPr>
              <a:defRPr lang="en-US" dirty="0">
                <a:solidFill>
                  <a:schemeClr val="bg1"/>
                </a:solidFill>
              </a:defRPr>
            </a:lvl1pPr>
          </a:lstStyle>
          <a:p>
            <a:pPr lvl="0"/>
            <a:r>
              <a:rPr lang="en-US"/>
              <a:t>Click icon to add picture</a:t>
            </a:r>
          </a:p>
        </p:txBody>
      </p:sp>
      <p:sp>
        <p:nvSpPr>
          <p:cNvPr id="2" name="Title 1">
            <a:extLst>
              <a:ext uri="{FF2B5EF4-FFF2-40B4-BE49-F238E27FC236}">
                <a16:creationId xmlns:a16="http://schemas.microsoft.com/office/drawing/2014/main" id="{913FEFAC-26FA-CA0C-AEB6-34EEF99C6715}"/>
              </a:ext>
            </a:extLst>
          </p:cNvPr>
          <p:cNvSpPr>
            <a:spLocks noGrp="1"/>
          </p:cNvSpPr>
          <p:nvPr>
            <p:ph type="title"/>
          </p:nvPr>
        </p:nvSpPr>
        <p:spPr>
          <a:xfrm>
            <a:off x="304800" y="304802"/>
            <a:ext cx="2667000" cy="1003299"/>
          </a:xfrm>
        </p:spPr>
        <p:txBody>
          <a:bodyPr vert="horz"/>
          <a:lstStyle/>
          <a:p>
            <a:r>
              <a:rPr lang="en-US"/>
              <a:t>Click to edit Master title style</a:t>
            </a:r>
          </a:p>
        </p:txBody>
      </p:sp>
      <p:sp>
        <p:nvSpPr>
          <p:cNvPr id="3" name="Slide Number Placeholder 2">
            <a:extLst>
              <a:ext uri="{FF2B5EF4-FFF2-40B4-BE49-F238E27FC236}">
                <a16:creationId xmlns:a16="http://schemas.microsoft.com/office/drawing/2014/main" id="{171B3311-44F9-7864-0B53-297EB56CD3E6}"/>
              </a:ext>
            </a:extLst>
          </p:cNvPr>
          <p:cNvSpPr>
            <a:spLocks noGrp="1"/>
          </p:cNvSpPr>
          <p:nvPr>
            <p:ph type="sldNum" sz="quarter" idx="10"/>
          </p:nvPr>
        </p:nvSpPr>
        <p:spPr/>
        <p:txBody>
          <a:bodyPr/>
          <a:lstStyle/>
          <a:p>
            <a:fld id="{48F63A3B-78C7-47BE-AE5E-E10140E04643}" type="slidenum">
              <a:rPr lang="en-US" smtClean="0"/>
              <a:t>‹#›</a:t>
            </a:fld>
            <a:endParaRPr lang="en-US"/>
          </a:p>
        </p:txBody>
      </p:sp>
      <p:sp>
        <p:nvSpPr>
          <p:cNvPr id="10" name="Text Placeholder 10">
            <a:extLst>
              <a:ext uri="{FF2B5EF4-FFF2-40B4-BE49-F238E27FC236}">
                <a16:creationId xmlns:a16="http://schemas.microsoft.com/office/drawing/2014/main" id="{50F151DD-E940-EE18-B994-9D6E7EA4DD78}"/>
              </a:ext>
            </a:extLst>
          </p:cNvPr>
          <p:cNvSpPr>
            <a:spLocks noGrp="1"/>
          </p:cNvSpPr>
          <p:nvPr>
            <p:ph type="body" sz="quarter" idx="12"/>
          </p:nvPr>
        </p:nvSpPr>
        <p:spPr>
          <a:xfrm>
            <a:off x="304800" y="1612900"/>
            <a:ext cx="2667000" cy="4330700"/>
          </a:xfrm>
        </p:spPr>
        <p:txBody>
          <a:bodyPr/>
          <a:lstStyle>
            <a:lvl1pPr>
              <a:defRPr sz="1080"/>
            </a:lvl1pPr>
            <a:lvl2pPr>
              <a:defRPr sz="1080"/>
            </a:lvl2pPr>
            <a:lvl3pPr>
              <a:defRPr sz="1080"/>
            </a:lvl3pPr>
            <a:lvl4pPr>
              <a:defRPr sz="1080"/>
            </a:lvl4pPr>
            <a:lvl5pPr>
              <a:defRPr sz="108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08747442"/>
      </p:ext>
    </p:extLst>
  </p:cSld>
  <p:clrMapOvr>
    <a:overrideClrMapping bg1="dk1" tx1="lt1" bg2="dk2" tx2="lt2" accent1="accent1" accent2="accent2" accent3="accent3" accent4="accent4" accent5="accent5" accent6="accent6" hlink="hlink" folHlink="folHlink"/>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Text/image, right, gray">
    <p:bg>
      <p:bgPr>
        <a:solidFill>
          <a:srgbClr val="040A10"/>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81DFF676-1F3D-5071-A741-243437B63822}"/>
              </a:ext>
            </a:extLst>
          </p:cNvPr>
          <p:cNvGraphicFramePr>
            <a:graphicFrameLocks noChangeAspect="1"/>
          </p:cNvGraphicFramePr>
          <p:nvPr userDrawn="1">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8" name="think-cell data - do not delete" hidden="1">
                        <a:extLst>
                          <a:ext uri="{FF2B5EF4-FFF2-40B4-BE49-F238E27FC236}">
                            <a16:creationId xmlns:a16="http://schemas.microsoft.com/office/drawing/2014/main" id="{81DFF676-1F3D-5071-A741-243437B63822}"/>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9" name="Picture Placeholder 2">
            <a:extLst>
              <a:ext uri="{FF2B5EF4-FFF2-40B4-BE49-F238E27FC236}">
                <a16:creationId xmlns:a16="http://schemas.microsoft.com/office/drawing/2014/main" id="{AA784A4B-7C3F-37F2-5720-17B364ED1A98}"/>
              </a:ext>
            </a:extLst>
          </p:cNvPr>
          <p:cNvSpPr>
            <a:spLocks noGrp="1" noChangeAspect="1"/>
          </p:cNvSpPr>
          <p:nvPr>
            <p:ph type="pic" idx="1"/>
          </p:nvPr>
        </p:nvSpPr>
        <p:spPr>
          <a:xfrm>
            <a:off x="0" y="-8888"/>
            <a:ext cx="8922362" cy="6866889"/>
          </a:xfrm>
          <a:solidFill>
            <a:srgbClr val="E8E6E3"/>
          </a:solidFill>
        </p:spPr>
        <p:txBody>
          <a:bodyPr vert="horz" lIns="0" tIns="0" rIns="0" bIns="0" rtlCol="0">
            <a:noAutofit/>
          </a:bodyPr>
          <a:lstStyle>
            <a:lvl1pPr>
              <a:defRPr lang="en-US" dirty="0">
                <a:solidFill>
                  <a:schemeClr val="bg1"/>
                </a:solidFill>
              </a:defRPr>
            </a:lvl1pPr>
          </a:lstStyle>
          <a:p>
            <a:pPr lvl="0"/>
            <a:r>
              <a:rPr lang="en-US"/>
              <a:t>Click icon to add picture</a:t>
            </a:r>
          </a:p>
        </p:txBody>
      </p:sp>
      <p:sp>
        <p:nvSpPr>
          <p:cNvPr id="2" name="Title 1">
            <a:extLst>
              <a:ext uri="{FF2B5EF4-FFF2-40B4-BE49-F238E27FC236}">
                <a16:creationId xmlns:a16="http://schemas.microsoft.com/office/drawing/2014/main" id="{913FEFAC-26FA-CA0C-AEB6-34EEF99C6715}"/>
              </a:ext>
            </a:extLst>
          </p:cNvPr>
          <p:cNvSpPr>
            <a:spLocks noGrp="1"/>
          </p:cNvSpPr>
          <p:nvPr>
            <p:ph type="title"/>
          </p:nvPr>
        </p:nvSpPr>
        <p:spPr>
          <a:xfrm>
            <a:off x="9220200" y="304802"/>
            <a:ext cx="2667000" cy="1003299"/>
          </a:xfrm>
        </p:spPr>
        <p:txBody>
          <a:bodyPr vert="horz"/>
          <a:lstStyle/>
          <a:p>
            <a:r>
              <a:rPr lang="en-US"/>
              <a:t>Click to edit Master title style</a:t>
            </a:r>
          </a:p>
        </p:txBody>
      </p:sp>
      <p:sp>
        <p:nvSpPr>
          <p:cNvPr id="10" name="Text Placeholder 10">
            <a:extLst>
              <a:ext uri="{FF2B5EF4-FFF2-40B4-BE49-F238E27FC236}">
                <a16:creationId xmlns:a16="http://schemas.microsoft.com/office/drawing/2014/main" id="{50F151DD-E940-EE18-B994-9D6E7EA4DD78}"/>
              </a:ext>
            </a:extLst>
          </p:cNvPr>
          <p:cNvSpPr>
            <a:spLocks noGrp="1"/>
          </p:cNvSpPr>
          <p:nvPr>
            <p:ph type="body" sz="quarter" idx="12"/>
          </p:nvPr>
        </p:nvSpPr>
        <p:spPr>
          <a:xfrm>
            <a:off x="9220200" y="1612900"/>
            <a:ext cx="2667000" cy="4330700"/>
          </a:xfrm>
        </p:spPr>
        <p:txBody>
          <a:bodyPr/>
          <a:lstStyle>
            <a:lvl1pPr>
              <a:defRPr sz="1080"/>
            </a:lvl1pPr>
            <a:lvl2pPr>
              <a:defRPr sz="1080"/>
            </a:lvl2pPr>
            <a:lvl3pPr>
              <a:defRPr sz="1080"/>
            </a:lvl3pPr>
            <a:lvl4pPr>
              <a:defRPr sz="1080"/>
            </a:lvl4pPr>
            <a:lvl5pPr>
              <a:defRPr sz="108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FBF02371-0C8D-2965-8E8E-8DA245F4E095}"/>
              </a:ext>
            </a:extLst>
          </p:cNvPr>
          <p:cNvSpPr>
            <a:spLocks noGrp="1"/>
          </p:cNvSpPr>
          <p:nvPr>
            <p:ph type="ftr" sz="quarter" idx="13"/>
          </p:nvPr>
        </p:nvSpPr>
        <p:spPr/>
        <p:txBody>
          <a:bodyPr/>
          <a:lstStyle>
            <a:lvl1pPr>
              <a:defRPr>
                <a:solidFill>
                  <a:schemeClr val="tx1"/>
                </a:solidFill>
              </a:defRPr>
            </a:lvl1pPr>
          </a:lstStyle>
          <a:p>
            <a:r>
              <a:rPr lang="en-US"/>
              <a:t>General Motors</a:t>
            </a:r>
          </a:p>
        </p:txBody>
      </p:sp>
    </p:spTree>
    <p:extLst>
      <p:ext uri="{BB962C8B-B14F-4D97-AF65-F5344CB8AC3E}">
        <p14:creationId xmlns:p14="http://schemas.microsoft.com/office/powerpoint/2010/main" val="2180917735"/>
      </p:ext>
    </p:extLst>
  </p:cSld>
  <p:clrMapOvr>
    <a:overrideClrMapping bg1="dk1" tx1="lt1" bg2="dk2" tx2="lt2" accent1="accent1" accent2="accent2" accent3="accent3" accent4="accent4" accent5="accent5" accent6="accent6" hlink="hlink" folHlink="folHlink"/>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Text/image, squar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71481748-6877-A125-E424-6E14D6E24EF1}"/>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8" name="think-cell data - do not delete" hidden="1">
                        <a:extLst>
                          <a:ext uri="{FF2B5EF4-FFF2-40B4-BE49-F238E27FC236}">
                            <a16:creationId xmlns:a16="http://schemas.microsoft.com/office/drawing/2014/main" id="{71481748-6877-A125-E424-6E14D6E24EF1}"/>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9" name="Picture Placeholder 8">
            <a:extLst>
              <a:ext uri="{FF2B5EF4-FFF2-40B4-BE49-F238E27FC236}">
                <a16:creationId xmlns:a16="http://schemas.microsoft.com/office/drawing/2014/main" id="{3ACCCED7-1D75-BBEF-D13C-230905C2F44B}"/>
              </a:ext>
            </a:extLst>
          </p:cNvPr>
          <p:cNvSpPr>
            <a:spLocks noGrp="1"/>
          </p:cNvSpPr>
          <p:nvPr>
            <p:ph type="pic" sz="quarter" idx="10"/>
          </p:nvPr>
        </p:nvSpPr>
        <p:spPr>
          <a:xfrm>
            <a:off x="5335588" y="0"/>
            <a:ext cx="6858000" cy="6858000"/>
          </a:xfrm>
          <a:solidFill>
            <a:srgbClr val="E8E6E3"/>
          </a:solidFill>
        </p:spPr>
        <p:txBody>
          <a:bodyPr/>
          <a:lstStyle/>
          <a:p>
            <a:r>
              <a:rPr lang="en-US"/>
              <a:t>Click icon to add picture</a:t>
            </a:r>
          </a:p>
        </p:txBody>
      </p:sp>
      <p:sp>
        <p:nvSpPr>
          <p:cNvPr id="2" name="Title 1">
            <a:extLst>
              <a:ext uri="{FF2B5EF4-FFF2-40B4-BE49-F238E27FC236}">
                <a16:creationId xmlns:a16="http://schemas.microsoft.com/office/drawing/2014/main" id="{DECA17D9-66BF-3687-9719-5C00B1171881}"/>
              </a:ext>
            </a:extLst>
          </p:cNvPr>
          <p:cNvSpPr>
            <a:spLocks noGrp="1"/>
          </p:cNvSpPr>
          <p:nvPr>
            <p:ph type="title" hasCustomPrompt="1"/>
          </p:nvPr>
        </p:nvSpPr>
        <p:spPr>
          <a:xfrm>
            <a:off x="304801" y="304803"/>
            <a:ext cx="3664527" cy="1003298"/>
          </a:xfrm>
        </p:spPr>
        <p:txBody>
          <a:bodyPr vert="horz"/>
          <a:lstStyle>
            <a:lvl1pPr>
              <a:defRPr sz="1080"/>
            </a:lvl1pPr>
          </a:lstStyle>
          <a:p>
            <a:r>
              <a:rPr lang="en-US"/>
              <a:t>Click to add title</a:t>
            </a:r>
          </a:p>
        </p:txBody>
      </p:sp>
      <p:sp>
        <p:nvSpPr>
          <p:cNvPr id="5" name="Slide Number Placeholder 4">
            <a:extLst>
              <a:ext uri="{FF2B5EF4-FFF2-40B4-BE49-F238E27FC236}">
                <a16:creationId xmlns:a16="http://schemas.microsoft.com/office/drawing/2014/main" id="{B56190AC-F314-3430-13C9-1E58EDD2399A}"/>
              </a:ext>
            </a:extLst>
          </p:cNvPr>
          <p:cNvSpPr>
            <a:spLocks noGrp="1"/>
          </p:cNvSpPr>
          <p:nvPr>
            <p:ph type="sldNum" sz="quarter" idx="12"/>
          </p:nvPr>
        </p:nvSpPr>
        <p:spPr/>
        <p:txBody>
          <a:bodyPr/>
          <a:lstStyle/>
          <a:p>
            <a:fld id="{48F63A3B-78C7-47BE-AE5E-E10140E04643}" type="slidenum">
              <a:rPr lang="en-US" smtClean="0"/>
              <a:t>‹#›</a:t>
            </a:fld>
            <a:endParaRPr lang="en-US"/>
          </a:p>
        </p:txBody>
      </p:sp>
    </p:spTree>
    <p:extLst>
      <p:ext uri="{BB962C8B-B14F-4D97-AF65-F5344CB8AC3E}">
        <p14:creationId xmlns:p14="http://schemas.microsoft.com/office/powerpoint/2010/main" val="2363182527"/>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Text/image, square, gray">
    <p:bg>
      <p:bgPr>
        <a:solidFill>
          <a:srgbClr val="040A10"/>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71481748-6877-A125-E424-6E14D6E24EF1}"/>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8" name="think-cell data - do not delete" hidden="1">
                        <a:extLst>
                          <a:ext uri="{FF2B5EF4-FFF2-40B4-BE49-F238E27FC236}">
                            <a16:creationId xmlns:a16="http://schemas.microsoft.com/office/drawing/2014/main" id="{71481748-6877-A125-E424-6E14D6E24EF1}"/>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9" name="Picture Placeholder 8">
            <a:extLst>
              <a:ext uri="{FF2B5EF4-FFF2-40B4-BE49-F238E27FC236}">
                <a16:creationId xmlns:a16="http://schemas.microsoft.com/office/drawing/2014/main" id="{3ACCCED7-1D75-BBEF-D13C-230905C2F44B}"/>
              </a:ext>
            </a:extLst>
          </p:cNvPr>
          <p:cNvSpPr>
            <a:spLocks noGrp="1"/>
          </p:cNvSpPr>
          <p:nvPr>
            <p:ph type="pic" sz="quarter" idx="10"/>
          </p:nvPr>
        </p:nvSpPr>
        <p:spPr>
          <a:xfrm>
            <a:off x="5335588" y="0"/>
            <a:ext cx="6858000" cy="6858000"/>
          </a:xfrm>
          <a:solidFill>
            <a:srgbClr val="E8E6E3"/>
          </a:solidFill>
        </p:spPr>
        <p:txBody>
          <a:bodyPr/>
          <a:lstStyle>
            <a:lvl1pPr>
              <a:defRPr>
                <a:solidFill>
                  <a:schemeClr val="bg1"/>
                </a:solidFill>
              </a:defRPr>
            </a:lvl1pPr>
          </a:lstStyle>
          <a:p>
            <a:r>
              <a:rPr lang="en-US"/>
              <a:t>Click icon to add picture</a:t>
            </a:r>
          </a:p>
        </p:txBody>
      </p:sp>
      <p:sp>
        <p:nvSpPr>
          <p:cNvPr id="2" name="Title 1">
            <a:extLst>
              <a:ext uri="{FF2B5EF4-FFF2-40B4-BE49-F238E27FC236}">
                <a16:creationId xmlns:a16="http://schemas.microsoft.com/office/drawing/2014/main" id="{DECA17D9-66BF-3687-9719-5C00B1171881}"/>
              </a:ext>
            </a:extLst>
          </p:cNvPr>
          <p:cNvSpPr>
            <a:spLocks noGrp="1"/>
          </p:cNvSpPr>
          <p:nvPr>
            <p:ph type="title" hasCustomPrompt="1"/>
          </p:nvPr>
        </p:nvSpPr>
        <p:spPr>
          <a:xfrm>
            <a:off x="304801" y="304803"/>
            <a:ext cx="3664527" cy="1003298"/>
          </a:xfrm>
        </p:spPr>
        <p:txBody>
          <a:bodyPr vert="horz"/>
          <a:lstStyle>
            <a:lvl1pPr>
              <a:defRPr sz="1080"/>
            </a:lvl1pPr>
          </a:lstStyle>
          <a:p>
            <a:r>
              <a:rPr lang="en-US"/>
              <a:t>Click to add title</a:t>
            </a:r>
          </a:p>
        </p:txBody>
      </p:sp>
      <p:sp>
        <p:nvSpPr>
          <p:cNvPr id="5" name="Slide Number Placeholder 4">
            <a:extLst>
              <a:ext uri="{FF2B5EF4-FFF2-40B4-BE49-F238E27FC236}">
                <a16:creationId xmlns:a16="http://schemas.microsoft.com/office/drawing/2014/main" id="{9877F3F9-15D2-0728-4632-26274B8DCCA7}"/>
              </a:ext>
            </a:extLst>
          </p:cNvPr>
          <p:cNvSpPr>
            <a:spLocks noGrp="1"/>
          </p:cNvSpPr>
          <p:nvPr>
            <p:ph type="sldNum" sz="quarter" idx="12"/>
          </p:nvPr>
        </p:nvSpPr>
        <p:spPr/>
        <p:txBody>
          <a:bodyPr/>
          <a:lstStyle/>
          <a:p>
            <a:fld id="{48F63A3B-78C7-47BE-AE5E-E10140E04643}" type="slidenum">
              <a:rPr lang="en-US" smtClean="0"/>
              <a:t>‹#›</a:t>
            </a:fld>
            <a:endParaRPr lang="en-US"/>
          </a:p>
        </p:txBody>
      </p:sp>
    </p:spTree>
    <p:extLst>
      <p:ext uri="{BB962C8B-B14F-4D97-AF65-F5344CB8AC3E}">
        <p14:creationId xmlns:p14="http://schemas.microsoft.com/office/powerpoint/2010/main" val="3029397978"/>
      </p:ext>
    </p:extLst>
  </p:cSld>
  <p:clrMapOvr>
    <a:overrideClrMapping bg1="dk1" tx1="lt1" bg2="dk2" tx2="lt2" accent1="accent1" accent2="accent2" accent3="accent3" accent4="accent4" accent5="accent5" accent6="accent6" hlink="hlink" folHlink="folHlink"/>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Schematic">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71481748-6877-A125-E424-6E14D6E24EF1}"/>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8" name="think-cell data - do not delete" hidden="1">
                        <a:extLst>
                          <a:ext uri="{FF2B5EF4-FFF2-40B4-BE49-F238E27FC236}">
                            <a16:creationId xmlns:a16="http://schemas.microsoft.com/office/drawing/2014/main" id="{71481748-6877-A125-E424-6E14D6E24EF1}"/>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3" name="Text Placeholder 3">
            <a:extLst>
              <a:ext uri="{FF2B5EF4-FFF2-40B4-BE49-F238E27FC236}">
                <a16:creationId xmlns:a16="http://schemas.microsoft.com/office/drawing/2014/main" id="{1AD19F4A-0056-1671-4A06-5CE9DB04460F}"/>
              </a:ext>
            </a:extLst>
          </p:cNvPr>
          <p:cNvSpPr>
            <a:spLocks noGrp="1"/>
          </p:cNvSpPr>
          <p:nvPr>
            <p:ph type="body" sz="half" idx="2" hasCustomPrompt="1"/>
          </p:nvPr>
        </p:nvSpPr>
        <p:spPr>
          <a:xfrm>
            <a:off x="6248400" y="6187669"/>
            <a:ext cx="4648200" cy="365531"/>
          </a:xfrm>
        </p:spPr>
        <p:txBody>
          <a:bodyPr vert="horz" lIns="0" tIns="0" rIns="0" bIns="0" rtlCol="0" anchor="b">
            <a:noAutofit/>
          </a:bodyPr>
          <a:lstStyle>
            <a:lvl1pPr>
              <a:defRPr lang="en-US" sz="720" spc="0">
                <a:solidFill>
                  <a:srgbClr val="6D6D6D"/>
                </a:solidFill>
              </a:defRPr>
            </a:lvl1pPr>
          </a:lstStyle>
          <a:p>
            <a:pPr lvl="0"/>
            <a:r>
              <a:rPr lang="en-US"/>
              <a:t>Click to add footnote/source</a:t>
            </a:r>
          </a:p>
        </p:txBody>
      </p:sp>
      <p:sp>
        <p:nvSpPr>
          <p:cNvPr id="4" name="Title 6">
            <a:extLst>
              <a:ext uri="{FF2B5EF4-FFF2-40B4-BE49-F238E27FC236}">
                <a16:creationId xmlns:a16="http://schemas.microsoft.com/office/drawing/2014/main" id="{E951B3B3-724F-6C8C-A8D2-6E70A9B51603}"/>
              </a:ext>
            </a:extLst>
          </p:cNvPr>
          <p:cNvSpPr>
            <a:spLocks noGrp="1"/>
          </p:cNvSpPr>
          <p:nvPr>
            <p:ph type="title" hasCustomPrompt="1"/>
          </p:nvPr>
        </p:nvSpPr>
        <p:spPr>
          <a:xfrm>
            <a:off x="304800" y="304802"/>
            <a:ext cx="7620000" cy="1003299"/>
          </a:xfrm>
        </p:spPr>
        <p:txBody>
          <a:bodyPr vert="horz"/>
          <a:lstStyle/>
          <a:p>
            <a:r>
              <a:rPr lang="en-US"/>
              <a:t>Click to add title</a:t>
            </a:r>
          </a:p>
        </p:txBody>
      </p:sp>
      <p:sp>
        <p:nvSpPr>
          <p:cNvPr id="5" name="Text Placeholder 3">
            <a:extLst>
              <a:ext uri="{FF2B5EF4-FFF2-40B4-BE49-F238E27FC236}">
                <a16:creationId xmlns:a16="http://schemas.microsoft.com/office/drawing/2014/main" id="{1F34A680-D32E-66D2-998B-3301B6A6532F}"/>
              </a:ext>
            </a:extLst>
          </p:cNvPr>
          <p:cNvSpPr>
            <a:spLocks noGrp="1"/>
          </p:cNvSpPr>
          <p:nvPr>
            <p:ph type="body" sz="half" idx="20"/>
          </p:nvPr>
        </p:nvSpPr>
        <p:spPr>
          <a:xfrm>
            <a:off x="8229601" y="304800"/>
            <a:ext cx="3657600" cy="1003300"/>
          </a:xfrm>
        </p:spPr>
        <p:txBody>
          <a:bodyPr/>
          <a:lstStyle>
            <a:lvl1pPr marL="0" indent="0">
              <a:buNone/>
              <a:defRPr sz="108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edit Master text styles</a:t>
            </a:r>
          </a:p>
        </p:txBody>
      </p:sp>
    </p:spTree>
    <p:extLst>
      <p:ext uri="{BB962C8B-B14F-4D97-AF65-F5344CB8AC3E}">
        <p14:creationId xmlns:p14="http://schemas.microsoft.com/office/powerpoint/2010/main" val="4257973436"/>
      </p:ext>
    </p:extLst>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userDrawn="1">
  <p:cSld name="Schematic, gray">
    <p:bg>
      <p:bgPr>
        <a:solidFill>
          <a:srgbClr val="040A10"/>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71481748-6877-A125-E424-6E14D6E24EF1}"/>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8" name="think-cell data - do not delete" hidden="1">
                        <a:extLst>
                          <a:ext uri="{FF2B5EF4-FFF2-40B4-BE49-F238E27FC236}">
                            <a16:creationId xmlns:a16="http://schemas.microsoft.com/office/drawing/2014/main" id="{71481748-6877-A125-E424-6E14D6E24EF1}"/>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3" name="Text Placeholder 3">
            <a:extLst>
              <a:ext uri="{FF2B5EF4-FFF2-40B4-BE49-F238E27FC236}">
                <a16:creationId xmlns:a16="http://schemas.microsoft.com/office/drawing/2014/main" id="{1AD19F4A-0056-1671-4A06-5CE9DB04460F}"/>
              </a:ext>
            </a:extLst>
          </p:cNvPr>
          <p:cNvSpPr>
            <a:spLocks noGrp="1"/>
          </p:cNvSpPr>
          <p:nvPr>
            <p:ph type="body" sz="half" idx="2" hasCustomPrompt="1"/>
          </p:nvPr>
        </p:nvSpPr>
        <p:spPr>
          <a:xfrm>
            <a:off x="6248400" y="6187669"/>
            <a:ext cx="4648200" cy="365531"/>
          </a:xfrm>
        </p:spPr>
        <p:txBody>
          <a:bodyPr vert="horz" lIns="0" tIns="0" rIns="0" bIns="0" rtlCol="0" anchor="b">
            <a:noAutofit/>
          </a:bodyPr>
          <a:lstStyle>
            <a:lvl1pPr>
              <a:defRPr lang="en-US" sz="720" spc="0">
                <a:solidFill>
                  <a:srgbClr val="868F9D"/>
                </a:solidFill>
              </a:defRPr>
            </a:lvl1pPr>
          </a:lstStyle>
          <a:p>
            <a:pPr lvl="0"/>
            <a:r>
              <a:rPr lang="en-US"/>
              <a:t>Click to add footnote/source</a:t>
            </a:r>
          </a:p>
        </p:txBody>
      </p:sp>
      <p:sp>
        <p:nvSpPr>
          <p:cNvPr id="4" name="Title 6">
            <a:extLst>
              <a:ext uri="{FF2B5EF4-FFF2-40B4-BE49-F238E27FC236}">
                <a16:creationId xmlns:a16="http://schemas.microsoft.com/office/drawing/2014/main" id="{6568169C-FE3E-D1B4-B20A-27580296F8EE}"/>
              </a:ext>
            </a:extLst>
          </p:cNvPr>
          <p:cNvSpPr>
            <a:spLocks noGrp="1"/>
          </p:cNvSpPr>
          <p:nvPr>
            <p:ph type="title" hasCustomPrompt="1"/>
          </p:nvPr>
        </p:nvSpPr>
        <p:spPr>
          <a:xfrm>
            <a:off x="304800" y="304802"/>
            <a:ext cx="7620000" cy="1003299"/>
          </a:xfrm>
        </p:spPr>
        <p:txBody>
          <a:bodyPr vert="horz"/>
          <a:lstStyle/>
          <a:p>
            <a:r>
              <a:rPr lang="en-US"/>
              <a:t>Click to add title</a:t>
            </a:r>
          </a:p>
        </p:txBody>
      </p:sp>
      <p:sp>
        <p:nvSpPr>
          <p:cNvPr id="5" name="Text Placeholder 3">
            <a:extLst>
              <a:ext uri="{FF2B5EF4-FFF2-40B4-BE49-F238E27FC236}">
                <a16:creationId xmlns:a16="http://schemas.microsoft.com/office/drawing/2014/main" id="{9B7AA03C-D8EE-5F71-CAB0-8CEEA0630B45}"/>
              </a:ext>
            </a:extLst>
          </p:cNvPr>
          <p:cNvSpPr>
            <a:spLocks noGrp="1"/>
          </p:cNvSpPr>
          <p:nvPr>
            <p:ph type="body" sz="half" idx="20"/>
          </p:nvPr>
        </p:nvSpPr>
        <p:spPr>
          <a:xfrm>
            <a:off x="8229601" y="304800"/>
            <a:ext cx="3657600" cy="1003300"/>
          </a:xfrm>
        </p:spPr>
        <p:txBody>
          <a:bodyPr/>
          <a:lstStyle>
            <a:lvl1pPr marL="0" indent="0">
              <a:buNone/>
              <a:defRPr sz="108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edit Master text styles</a:t>
            </a:r>
          </a:p>
        </p:txBody>
      </p:sp>
    </p:spTree>
    <p:extLst>
      <p:ext uri="{BB962C8B-B14F-4D97-AF65-F5344CB8AC3E}">
        <p14:creationId xmlns:p14="http://schemas.microsoft.com/office/powerpoint/2010/main" val="1533997935"/>
      </p:ext>
    </p:extLst>
  </p:cSld>
  <p:clrMapOvr>
    <a:overrideClrMapping bg1="dk1" tx1="lt1" bg2="dk2" tx2="lt2" accent1="accent1" accent2="accent2" accent3="accent3" accent4="accent4" accent5="accent5" accent6="accent6" hlink="hlink" folHlink="folHlink"/>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userDrawn="1">
  <p:cSld name="Schematic, small">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71481748-6877-A125-E424-6E14D6E24EF1}"/>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8" name="think-cell data - do not delete" hidden="1">
                        <a:extLst>
                          <a:ext uri="{FF2B5EF4-FFF2-40B4-BE49-F238E27FC236}">
                            <a16:creationId xmlns:a16="http://schemas.microsoft.com/office/drawing/2014/main" id="{71481748-6877-A125-E424-6E14D6E24EF1}"/>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6" name="Text Placeholder 10">
            <a:extLst>
              <a:ext uri="{FF2B5EF4-FFF2-40B4-BE49-F238E27FC236}">
                <a16:creationId xmlns:a16="http://schemas.microsoft.com/office/drawing/2014/main" id="{6E73DE61-81E8-7FCF-18CD-F6CF13218EC5}"/>
              </a:ext>
            </a:extLst>
          </p:cNvPr>
          <p:cNvSpPr>
            <a:spLocks noGrp="1"/>
          </p:cNvSpPr>
          <p:nvPr>
            <p:ph type="body" sz="quarter" idx="12"/>
          </p:nvPr>
        </p:nvSpPr>
        <p:spPr>
          <a:xfrm>
            <a:off x="10210800" y="304802"/>
            <a:ext cx="1676400" cy="2311399"/>
          </a:xfrm>
        </p:spPr>
        <p:txBody>
          <a:bodyPr/>
          <a:lstStyle>
            <a:lvl1pPr>
              <a:defRPr sz="720" spc="0"/>
            </a:lvl1pPr>
            <a:lvl2pPr>
              <a:defRPr sz="720"/>
            </a:lvl2pPr>
            <a:lvl3pPr>
              <a:defRPr sz="720"/>
            </a:lvl3pPr>
            <a:lvl4pPr>
              <a:defRPr sz="720"/>
            </a:lvl4pPr>
            <a:lvl5pPr>
              <a:defRPr sz="720"/>
            </a:lvl5pPr>
          </a:lstStyle>
          <a:p>
            <a:pPr lvl="0"/>
            <a:r>
              <a:rPr lang="en-US"/>
              <a:t>Click to edit Master text styles</a:t>
            </a:r>
          </a:p>
        </p:txBody>
      </p:sp>
      <p:sp>
        <p:nvSpPr>
          <p:cNvPr id="2" name="Title 1">
            <a:extLst>
              <a:ext uri="{FF2B5EF4-FFF2-40B4-BE49-F238E27FC236}">
                <a16:creationId xmlns:a16="http://schemas.microsoft.com/office/drawing/2014/main" id="{DECA17D9-66BF-3687-9719-5C00B1171881}"/>
              </a:ext>
            </a:extLst>
          </p:cNvPr>
          <p:cNvSpPr>
            <a:spLocks noGrp="1"/>
          </p:cNvSpPr>
          <p:nvPr>
            <p:ph type="title" hasCustomPrompt="1"/>
          </p:nvPr>
        </p:nvSpPr>
        <p:spPr>
          <a:xfrm>
            <a:off x="304801" y="304803"/>
            <a:ext cx="3664527" cy="1003298"/>
          </a:xfrm>
        </p:spPr>
        <p:txBody>
          <a:bodyPr vert="horz"/>
          <a:lstStyle>
            <a:lvl1pPr>
              <a:defRPr sz="1080"/>
            </a:lvl1pPr>
          </a:lstStyle>
          <a:p>
            <a:r>
              <a:rPr lang="en-US"/>
              <a:t>Click to add title</a:t>
            </a:r>
          </a:p>
        </p:txBody>
      </p:sp>
      <p:sp>
        <p:nvSpPr>
          <p:cNvPr id="3" name="Text Placeholder 3">
            <a:extLst>
              <a:ext uri="{FF2B5EF4-FFF2-40B4-BE49-F238E27FC236}">
                <a16:creationId xmlns:a16="http://schemas.microsoft.com/office/drawing/2014/main" id="{1AD19F4A-0056-1671-4A06-5CE9DB04460F}"/>
              </a:ext>
            </a:extLst>
          </p:cNvPr>
          <p:cNvSpPr>
            <a:spLocks noGrp="1"/>
          </p:cNvSpPr>
          <p:nvPr>
            <p:ph type="body" sz="half" idx="2" hasCustomPrompt="1"/>
          </p:nvPr>
        </p:nvSpPr>
        <p:spPr>
          <a:xfrm>
            <a:off x="6248400" y="6187669"/>
            <a:ext cx="4648200" cy="365531"/>
          </a:xfrm>
        </p:spPr>
        <p:txBody>
          <a:bodyPr vert="horz" lIns="0" tIns="0" rIns="0" bIns="0" rtlCol="0" anchor="b">
            <a:noAutofit/>
          </a:bodyPr>
          <a:lstStyle>
            <a:lvl1pPr>
              <a:defRPr lang="en-US" sz="720" spc="0">
                <a:solidFill>
                  <a:srgbClr val="6D6D6D"/>
                </a:solidFill>
              </a:defRPr>
            </a:lvl1pPr>
          </a:lstStyle>
          <a:p>
            <a:pPr lvl="0"/>
            <a:r>
              <a:rPr lang="en-US"/>
              <a:t>Click to add footnote/source</a:t>
            </a:r>
          </a:p>
        </p:txBody>
      </p:sp>
    </p:spTree>
    <p:extLst>
      <p:ext uri="{BB962C8B-B14F-4D97-AF65-F5344CB8AC3E}">
        <p14:creationId xmlns:p14="http://schemas.microsoft.com/office/powerpoint/2010/main" val="2460094048"/>
      </p:ext>
    </p:extLst>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userDrawn="1">
  <p:cSld name="Schematic, small, gray">
    <p:bg>
      <p:bgPr>
        <a:solidFill>
          <a:srgbClr val="040A10"/>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71481748-6877-A125-E424-6E14D6E24EF1}"/>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8" name="think-cell data - do not delete" hidden="1">
                        <a:extLst>
                          <a:ext uri="{FF2B5EF4-FFF2-40B4-BE49-F238E27FC236}">
                            <a16:creationId xmlns:a16="http://schemas.microsoft.com/office/drawing/2014/main" id="{71481748-6877-A125-E424-6E14D6E24EF1}"/>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6" name="Text Placeholder 10">
            <a:extLst>
              <a:ext uri="{FF2B5EF4-FFF2-40B4-BE49-F238E27FC236}">
                <a16:creationId xmlns:a16="http://schemas.microsoft.com/office/drawing/2014/main" id="{6E73DE61-81E8-7FCF-18CD-F6CF13218EC5}"/>
              </a:ext>
            </a:extLst>
          </p:cNvPr>
          <p:cNvSpPr>
            <a:spLocks noGrp="1"/>
          </p:cNvSpPr>
          <p:nvPr>
            <p:ph type="body" sz="quarter" idx="12"/>
          </p:nvPr>
        </p:nvSpPr>
        <p:spPr>
          <a:xfrm>
            <a:off x="10210800" y="304802"/>
            <a:ext cx="1676400" cy="2311399"/>
          </a:xfrm>
        </p:spPr>
        <p:txBody>
          <a:bodyPr/>
          <a:lstStyle>
            <a:lvl1pPr>
              <a:defRPr sz="720" spc="0"/>
            </a:lvl1pPr>
            <a:lvl2pPr>
              <a:defRPr sz="720"/>
            </a:lvl2pPr>
            <a:lvl3pPr>
              <a:defRPr sz="720"/>
            </a:lvl3pPr>
            <a:lvl4pPr>
              <a:defRPr sz="720"/>
            </a:lvl4pPr>
            <a:lvl5pPr>
              <a:defRPr sz="720"/>
            </a:lvl5pPr>
          </a:lstStyle>
          <a:p>
            <a:pPr lvl="0"/>
            <a:r>
              <a:rPr lang="en-US"/>
              <a:t>Click to edit Master text styles</a:t>
            </a:r>
          </a:p>
        </p:txBody>
      </p:sp>
      <p:sp>
        <p:nvSpPr>
          <p:cNvPr id="2" name="Title 1">
            <a:extLst>
              <a:ext uri="{FF2B5EF4-FFF2-40B4-BE49-F238E27FC236}">
                <a16:creationId xmlns:a16="http://schemas.microsoft.com/office/drawing/2014/main" id="{DECA17D9-66BF-3687-9719-5C00B1171881}"/>
              </a:ext>
            </a:extLst>
          </p:cNvPr>
          <p:cNvSpPr>
            <a:spLocks noGrp="1"/>
          </p:cNvSpPr>
          <p:nvPr>
            <p:ph type="title" hasCustomPrompt="1"/>
          </p:nvPr>
        </p:nvSpPr>
        <p:spPr>
          <a:xfrm>
            <a:off x="304801" y="304803"/>
            <a:ext cx="3664527" cy="1003298"/>
          </a:xfrm>
        </p:spPr>
        <p:txBody>
          <a:bodyPr vert="horz"/>
          <a:lstStyle>
            <a:lvl1pPr>
              <a:defRPr sz="1080"/>
            </a:lvl1pPr>
          </a:lstStyle>
          <a:p>
            <a:r>
              <a:rPr lang="en-US"/>
              <a:t>Click to add title</a:t>
            </a:r>
          </a:p>
        </p:txBody>
      </p:sp>
      <p:sp>
        <p:nvSpPr>
          <p:cNvPr id="3" name="Text Placeholder 3">
            <a:extLst>
              <a:ext uri="{FF2B5EF4-FFF2-40B4-BE49-F238E27FC236}">
                <a16:creationId xmlns:a16="http://schemas.microsoft.com/office/drawing/2014/main" id="{1AD19F4A-0056-1671-4A06-5CE9DB04460F}"/>
              </a:ext>
            </a:extLst>
          </p:cNvPr>
          <p:cNvSpPr>
            <a:spLocks noGrp="1"/>
          </p:cNvSpPr>
          <p:nvPr>
            <p:ph type="body" sz="half" idx="2" hasCustomPrompt="1"/>
          </p:nvPr>
        </p:nvSpPr>
        <p:spPr>
          <a:xfrm>
            <a:off x="6248400" y="6187669"/>
            <a:ext cx="4648200" cy="365531"/>
          </a:xfrm>
        </p:spPr>
        <p:txBody>
          <a:bodyPr vert="horz" lIns="0" tIns="0" rIns="0" bIns="0" rtlCol="0" anchor="b">
            <a:noAutofit/>
          </a:bodyPr>
          <a:lstStyle>
            <a:lvl1pPr>
              <a:defRPr lang="en-US" sz="720" spc="0">
                <a:solidFill>
                  <a:srgbClr val="868F9D"/>
                </a:solidFill>
              </a:defRPr>
            </a:lvl1pPr>
          </a:lstStyle>
          <a:p>
            <a:pPr lvl="0"/>
            <a:r>
              <a:rPr lang="en-US"/>
              <a:t>Click to add footnote/source</a:t>
            </a:r>
          </a:p>
        </p:txBody>
      </p:sp>
    </p:spTree>
    <p:extLst>
      <p:ext uri="{BB962C8B-B14F-4D97-AF65-F5344CB8AC3E}">
        <p14:creationId xmlns:p14="http://schemas.microsoft.com/office/powerpoint/2010/main" val="3340675847"/>
      </p:ext>
    </p:extLst>
  </p:cSld>
  <p:clrMapOvr>
    <a:overrideClrMapping bg1="dk1" tx1="lt1" bg2="dk2" tx2="lt2" accent1="accent1" accent2="accent2" accent3="accent3" accent4="accent4" accent5="accent5" accent6="accent6" hlink="hlink" folHlink="folHlink"/>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p:cSld name="Key points, image, 2">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14AC3EE7-F3BB-0D0E-7752-84307ED4800C}"/>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9" name="think-cell data - do not delete" hidden="1">
                        <a:extLst>
                          <a:ext uri="{FF2B5EF4-FFF2-40B4-BE49-F238E27FC236}">
                            <a16:creationId xmlns:a16="http://schemas.microsoft.com/office/drawing/2014/main" id="{14AC3EE7-F3BB-0D0E-7752-84307ED4800C}"/>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5" name="Picture Placeholder 7">
            <a:extLst>
              <a:ext uri="{FF2B5EF4-FFF2-40B4-BE49-F238E27FC236}">
                <a16:creationId xmlns:a16="http://schemas.microsoft.com/office/drawing/2014/main" id="{00313343-EFF0-3370-0D30-BFF7130C4246}"/>
              </a:ext>
            </a:extLst>
          </p:cNvPr>
          <p:cNvSpPr>
            <a:spLocks noGrp="1" noChangeAspect="1"/>
          </p:cNvSpPr>
          <p:nvPr>
            <p:ph type="pic" sz="quarter" idx="12"/>
          </p:nvPr>
        </p:nvSpPr>
        <p:spPr>
          <a:xfrm>
            <a:off x="152400" y="1473200"/>
            <a:ext cx="5870448" cy="4402059"/>
          </a:xfrm>
          <a:prstGeom prst="roundRect">
            <a:avLst>
              <a:gd name="adj" fmla="val 2024"/>
            </a:avLst>
          </a:prstGeom>
          <a:solidFill>
            <a:srgbClr val="E8E6E3"/>
          </a:solidFill>
        </p:spPr>
        <p:txBody>
          <a:bodyPr vert="horz" lIns="0" tIns="0" rIns="0" bIns="0" rtlCol="0" anchor="ctr">
            <a:noAutofit/>
          </a:bodyPr>
          <a:lstStyle>
            <a:lvl1pPr>
              <a:defRPr lang="en-US" dirty="0"/>
            </a:lvl1pPr>
          </a:lstStyle>
          <a:p>
            <a:pPr lvl="0"/>
            <a:r>
              <a:rPr lang="en-US"/>
              <a:t>Click icon to add picture</a:t>
            </a:r>
          </a:p>
        </p:txBody>
      </p:sp>
      <p:sp>
        <p:nvSpPr>
          <p:cNvPr id="13" name="Text Placeholder 3">
            <a:extLst>
              <a:ext uri="{FF2B5EF4-FFF2-40B4-BE49-F238E27FC236}">
                <a16:creationId xmlns:a16="http://schemas.microsoft.com/office/drawing/2014/main" id="{B57D7947-BC6B-CDFF-3A1B-F7CB70E0E7EF}"/>
              </a:ext>
            </a:extLst>
          </p:cNvPr>
          <p:cNvSpPr>
            <a:spLocks noGrp="1"/>
          </p:cNvSpPr>
          <p:nvPr>
            <p:ph type="body" sz="half" idx="11" hasCustomPrompt="1"/>
          </p:nvPr>
        </p:nvSpPr>
        <p:spPr>
          <a:xfrm>
            <a:off x="152399" y="4232275"/>
            <a:ext cx="5868789" cy="1642982"/>
          </a:xfrm>
        </p:spPr>
        <p:txBody>
          <a:bodyPr lIns="155448" tIns="155448" rIns="155448" bIns="155448" anchor="b" anchorCtr="0"/>
          <a:lstStyle>
            <a:lvl1pPr marL="0" indent="0">
              <a:buNone/>
              <a:defRPr sz="1080">
                <a:solidFill>
                  <a:schemeClr val="bg1"/>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add caption</a:t>
            </a:r>
          </a:p>
        </p:txBody>
      </p:sp>
      <p:sp>
        <p:nvSpPr>
          <p:cNvPr id="8" name="Text Placeholder 3">
            <a:extLst>
              <a:ext uri="{FF2B5EF4-FFF2-40B4-BE49-F238E27FC236}">
                <a16:creationId xmlns:a16="http://schemas.microsoft.com/office/drawing/2014/main" id="{FD92ED38-35F8-C48B-2DDD-3475F1A2F69C}"/>
              </a:ext>
            </a:extLst>
          </p:cNvPr>
          <p:cNvSpPr>
            <a:spLocks noGrp="1"/>
          </p:cNvSpPr>
          <p:nvPr>
            <p:ph type="body" sz="half" idx="13" hasCustomPrompt="1"/>
          </p:nvPr>
        </p:nvSpPr>
        <p:spPr>
          <a:xfrm>
            <a:off x="152399" y="1472353"/>
            <a:ext cx="5868790" cy="1153373"/>
          </a:xfrm>
        </p:spPr>
        <p:txBody>
          <a:bodyPr lIns="155448" tIns="155448" rIns="155448" bIns="155448" anchor="t" anchorCtr="0"/>
          <a:lstStyle>
            <a:lvl1pPr marL="0" indent="0">
              <a:lnSpc>
                <a:spcPct val="100000"/>
              </a:lnSpc>
              <a:buNone/>
              <a:defRPr sz="2160" spc="-18" baseline="0">
                <a:solidFill>
                  <a:schemeClr val="bg1"/>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add headline</a:t>
            </a:r>
          </a:p>
        </p:txBody>
      </p:sp>
      <p:sp>
        <p:nvSpPr>
          <p:cNvPr id="10" name="Picture Placeholder 7">
            <a:extLst>
              <a:ext uri="{FF2B5EF4-FFF2-40B4-BE49-F238E27FC236}">
                <a16:creationId xmlns:a16="http://schemas.microsoft.com/office/drawing/2014/main" id="{DDD7ABDF-17FF-9C8E-14E2-23305CD310BB}"/>
              </a:ext>
            </a:extLst>
          </p:cNvPr>
          <p:cNvSpPr>
            <a:spLocks noGrp="1" noChangeAspect="1"/>
          </p:cNvSpPr>
          <p:nvPr>
            <p:ph type="pic" sz="quarter" idx="14"/>
          </p:nvPr>
        </p:nvSpPr>
        <p:spPr>
          <a:xfrm>
            <a:off x="6169154" y="1473199"/>
            <a:ext cx="5870448" cy="4402058"/>
          </a:xfrm>
          <a:prstGeom prst="roundRect">
            <a:avLst>
              <a:gd name="adj" fmla="val 2024"/>
            </a:avLst>
          </a:prstGeom>
          <a:solidFill>
            <a:srgbClr val="E8E6E3"/>
          </a:solidFill>
        </p:spPr>
        <p:txBody>
          <a:bodyPr vert="horz" lIns="0" tIns="0" rIns="0" bIns="0" rtlCol="0" anchor="ctr">
            <a:noAutofit/>
          </a:bodyPr>
          <a:lstStyle>
            <a:lvl1pPr>
              <a:defRPr lang="en-US" dirty="0"/>
            </a:lvl1pPr>
          </a:lstStyle>
          <a:p>
            <a:pPr lvl="0"/>
            <a:r>
              <a:rPr lang="en-US"/>
              <a:t>Click icon to add picture</a:t>
            </a:r>
          </a:p>
        </p:txBody>
      </p:sp>
      <p:sp>
        <p:nvSpPr>
          <p:cNvPr id="11" name="Text Placeholder 3">
            <a:extLst>
              <a:ext uri="{FF2B5EF4-FFF2-40B4-BE49-F238E27FC236}">
                <a16:creationId xmlns:a16="http://schemas.microsoft.com/office/drawing/2014/main" id="{E84B93CF-7E3B-BB3C-D85E-7A564F62FCA6}"/>
              </a:ext>
            </a:extLst>
          </p:cNvPr>
          <p:cNvSpPr>
            <a:spLocks noGrp="1"/>
          </p:cNvSpPr>
          <p:nvPr>
            <p:ph type="body" sz="half" idx="15" hasCustomPrompt="1"/>
          </p:nvPr>
        </p:nvSpPr>
        <p:spPr>
          <a:xfrm>
            <a:off x="6167495" y="4232275"/>
            <a:ext cx="5872106" cy="1642982"/>
          </a:xfrm>
        </p:spPr>
        <p:txBody>
          <a:bodyPr lIns="155448" tIns="155448" rIns="155448" bIns="155448" anchor="b" anchorCtr="0"/>
          <a:lstStyle>
            <a:lvl1pPr marL="0" indent="0">
              <a:buNone/>
              <a:defRPr sz="1080">
                <a:solidFill>
                  <a:schemeClr val="bg1"/>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add caption</a:t>
            </a:r>
          </a:p>
        </p:txBody>
      </p:sp>
      <p:sp>
        <p:nvSpPr>
          <p:cNvPr id="12" name="Text Placeholder 3">
            <a:extLst>
              <a:ext uri="{FF2B5EF4-FFF2-40B4-BE49-F238E27FC236}">
                <a16:creationId xmlns:a16="http://schemas.microsoft.com/office/drawing/2014/main" id="{88C27357-EDAA-C2AE-7007-5468C3FBDC1C}"/>
              </a:ext>
            </a:extLst>
          </p:cNvPr>
          <p:cNvSpPr>
            <a:spLocks noGrp="1"/>
          </p:cNvSpPr>
          <p:nvPr>
            <p:ph type="body" sz="half" idx="16" hasCustomPrompt="1"/>
          </p:nvPr>
        </p:nvSpPr>
        <p:spPr>
          <a:xfrm>
            <a:off x="6169154" y="1472352"/>
            <a:ext cx="5722483" cy="1153373"/>
          </a:xfrm>
        </p:spPr>
        <p:txBody>
          <a:bodyPr lIns="155448" tIns="155448" rIns="155448" bIns="155448" anchor="t" anchorCtr="0"/>
          <a:lstStyle>
            <a:lvl1pPr marL="0" indent="0">
              <a:lnSpc>
                <a:spcPct val="100000"/>
              </a:lnSpc>
              <a:buNone/>
              <a:defRPr sz="2160" spc="-18" baseline="0">
                <a:solidFill>
                  <a:schemeClr val="bg1"/>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add headline</a:t>
            </a:r>
          </a:p>
        </p:txBody>
      </p:sp>
      <p:sp>
        <p:nvSpPr>
          <p:cNvPr id="14" name="Title 13">
            <a:extLst>
              <a:ext uri="{FF2B5EF4-FFF2-40B4-BE49-F238E27FC236}">
                <a16:creationId xmlns:a16="http://schemas.microsoft.com/office/drawing/2014/main" id="{7CDC127B-621F-6836-8F68-C936E186B6F1}"/>
              </a:ext>
            </a:extLst>
          </p:cNvPr>
          <p:cNvSpPr>
            <a:spLocks noGrp="1"/>
          </p:cNvSpPr>
          <p:nvPr>
            <p:ph type="title" hasCustomPrompt="1"/>
          </p:nvPr>
        </p:nvSpPr>
        <p:spPr/>
        <p:txBody>
          <a:bodyPr vert="horz"/>
          <a:lstStyle/>
          <a:p>
            <a:r>
              <a:rPr lang="en-US"/>
              <a:t>Click to add title</a:t>
            </a:r>
          </a:p>
        </p:txBody>
      </p:sp>
      <p:sp>
        <p:nvSpPr>
          <p:cNvPr id="2" name="Text Placeholder 3">
            <a:extLst>
              <a:ext uri="{FF2B5EF4-FFF2-40B4-BE49-F238E27FC236}">
                <a16:creationId xmlns:a16="http://schemas.microsoft.com/office/drawing/2014/main" id="{D0169F40-E1EE-6D22-3430-8747EBD8EDA4}"/>
              </a:ext>
            </a:extLst>
          </p:cNvPr>
          <p:cNvSpPr>
            <a:spLocks noGrp="1"/>
          </p:cNvSpPr>
          <p:nvPr>
            <p:ph type="body" sz="half" idx="2" hasCustomPrompt="1"/>
          </p:nvPr>
        </p:nvSpPr>
        <p:spPr>
          <a:xfrm>
            <a:off x="6248400" y="6187669"/>
            <a:ext cx="4648200" cy="365531"/>
          </a:xfrm>
        </p:spPr>
        <p:txBody>
          <a:bodyPr vert="horz" lIns="0" tIns="0" rIns="0" bIns="0" rtlCol="0" anchor="b">
            <a:noAutofit/>
          </a:bodyPr>
          <a:lstStyle>
            <a:lvl1pPr>
              <a:defRPr lang="en-US" sz="720" spc="0">
                <a:solidFill>
                  <a:srgbClr val="6D6D6D"/>
                </a:solidFill>
              </a:defRPr>
            </a:lvl1pPr>
          </a:lstStyle>
          <a:p>
            <a:pPr lvl="0"/>
            <a:r>
              <a:rPr lang="en-US"/>
              <a:t>Click to add footnote/source</a:t>
            </a:r>
          </a:p>
        </p:txBody>
      </p:sp>
    </p:spTree>
    <p:extLst>
      <p:ext uri="{BB962C8B-B14F-4D97-AF65-F5344CB8AC3E}">
        <p14:creationId xmlns:p14="http://schemas.microsoft.com/office/powerpoint/2010/main" val="3560942897"/>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p:cSld name="Key points, image, 3">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14AC3EE7-F3BB-0D0E-7752-84307ED4800C}"/>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9" name="think-cell data - do not delete" hidden="1">
                        <a:extLst>
                          <a:ext uri="{FF2B5EF4-FFF2-40B4-BE49-F238E27FC236}">
                            <a16:creationId xmlns:a16="http://schemas.microsoft.com/office/drawing/2014/main" id="{14AC3EE7-F3BB-0D0E-7752-84307ED4800C}"/>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5" name="Picture Placeholder 7">
            <a:extLst>
              <a:ext uri="{FF2B5EF4-FFF2-40B4-BE49-F238E27FC236}">
                <a16:creationId xmlns:a16="http://schemas.microsoft.com/office/drawing/2014/main" id="{00313343-EFF0-3370-0D30-BFF7130C4246}"/>
              </a:ext>
            </a:extLst>
          </p:cNvPr>
          <p:cNvSpPr>
            <a:spLocks noGrp="1" noChangeAspect="1"/>
          </p:cNvSpPr>
          <p:nvPr>
            <p:ph type="pic" sz="quarter" idx="12"/>
          </p:nvPr>
        </p:nvSpPr>
        <p:spPr>
          <a:xfrm>
            <a:off x="152401" y="1473201"/>
            <a:ext cx="3858768" cy="3858768"/>
          </a:xfrm>
          <a:prstGeom prst="roundRect">
            <a:avLst>
              <a:gd name="adj" fmla="val 2325"/>
            </a:avLst>
          </a:prstGeom>
          <a:solidFill>
            <a:srgbClr val="E8E6E3"/>
          </a:solidFill>
        </p:spPr>
        <p:txBody>
          <a:bodyPr vert="horz" lIns="0" tIns="0" rIns="0" bIns="0" rtlCol="0" anchor="ctr">
            <a:noAutofit/>
          </a:bodyPr>
          <a:lstStyle>
            <a:lvl1pPr>
              <a:defRPr lang="en-US" dirty="0"/>
            </a:lvl1pPr>
          </a:lstStyle>
          <a:p>
            <a:pPr lvl="0"/>
            <a:r>
              <a:rPr lang="en-US"/>
              <a:t>Click icon to add picture</a:t>
            </a:r>
          </a:p>
        </p:txBody>
      </p:sp>
      <p:sp>
        <p:nvSpPr>
          <p:cNvPr id="13" name="Text Placeholder 3">
            <a:extLst>
              <a:ext uri="{FF2B5EF4-FFF2-40B4-BE49-F238E27FC236}">
                <a16:creationId xmlns:a16="http://schemas.microsoft.com/office/drawing/2014/main" id="{B57D7947-BC6B-CDFF-3A1B-F7CB70E0E7EF}"/>
              </a:ext>
            </a:extLst>
          </p:cNvPr>
          <p:cNvSpPr>
            <a:spLocks noGrp="1"/>
          </p:cNvSpPr>
          <p:nvPr>
            <p:ph type="body" sz="half" idx="11" hasCustomPrompt="1"/>
          </p:nvPr>
        </p:nvSpPr>
        <p:spPr>
          <a:xfrm>
            <a:off x="156071" y="4089400"/>
            <a:ext cx="3858768" cy="1242566"/>
          </a:xfrm>
        </p:spPr>
        <p:txBody>
          <a:bodyPr lIns="155448" tIns="155448" rIns="155448" bIns="155448" anchor="b" anchorCtr="0"/>
          <a:lstStyle>
            <a:lvl1pPr marL="0" indent="0">
              <a:buNone/>
              <a:defRPr sz="1080">
                <a:solidFill>
                  <a:schemeClr val="bg1"/>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add caption</a:t>
            </a:r>
          </a:p>
        </p:txBody>
      </p:sp>
      <p:sp>
        <p:nvSpPr>
          <p:cNvPr id="8" name="Text Placeholder 3">
            <a:extLst>
              <a:ext uri="{FF2B5EF4-FFF2-40B4-BE49-F238E27FC236}">
                <a16:creationId xmlns:a16="http://schemas.microsoft.com/office/drawing/2014/main" id="{FD92ED38-35F8-C48B-2DDD-3475F1A2F69C}"/>
              </a:ext>
            </a:extLst>
          </p:cNvPr>
          <p:cNvSpPr>
            <a:spLocks noGrp="1"/>
          </p:cNvSpPr>
          <p:nvPr>
            <p:ph type="body" sz="half" idx="13" hasCustomPrompt="1"/>
          </p:nvPr>
        </p:nvSpPr>
        <p:spPr>
          <a:xfrm>
            <a:off x="152401" y="1472352"/>
            <a:ext cx="3855099" cy="1143000"/>
          </a:xfrm>
        </p:spPr>
        <p:txBody>
          <a:bodyPr lIns="155448" tIns="155448" rIns="155448" bIns="155448" anchor="t" anchorCtr="0"/>
          <a:lstStyle>
            <a:lvl1pPr marL="0" indent="0">
              <a:lnSpc>
                <a:spcPct val="100000"/>
              </a:lnSpc>
              <a:buNone/>
              <a:defRPr sz="2160" spc="-18" baseline="0">
                <a:solidFill>
                  <a:schemeClr val="bg1"/>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add headline</a:t>
            </a:r>
          </a:p>
        </p:txBody>
      </p:sp>
      <p:sp>
        <p:nvSpPr>
          <p:cNvPr id="7" name="Title 6">
            <a:extLst>
              <a:ext uri="{FF2B5EF4-FFF2-40B4-BE49-F238E27FC236}">
                <a16:creationId xmlns:a16="http://schemas.microsoft.com/office/drawing/2014/main" id="{F99ED278-141D-F9A5-8865-8BCA129522DA}"/>
              </a:ext>
            </a:extLst>
          </p:cNvPr>
          <p:cNvSpPr>
            <a:spLocks noGrp="1"/>
          </p:cNvSpPr>
          <p:nvPr>
            <p:ph type="title" hasCustomPrompt="1"/>
          </p:nvPr>
        </p:nvSpPr>
        <p:spPr/>
        <p:txBody>
          <a:bodyPr vert="horz"/>
          <a:lstStyle/>
          <a:p>
            <a:r>
              <a:rPr lang="en-US"/>
              <a:t>Click to add title</a:t>
            </a:r>
          </a:p>
        </p:txBody>
      </p:sp>
      <p:sp>
        <p:nvSpPr>
          <p:cNvPr id="15" name="Picture Placeholder 7">
            <a:extLst>
              <a:ext uri="{FF2B5EF4-FFF2-40B4-BE49-F238E27FC236}">
                <a16:creationId xmlns:a16="http://schemas.microsoft.com/office/drawing/2014/main" id="{A02C6C64-795E-886B-1821-0F93D0AE6879}"/>
              </a:ext>
            </a:extLst>
          </p:cNvPr>
          <p:cNvSpPr>
            <a:spLocks noGrp="1" noChangeAspect="1"/>
          </p:cNvSpPr>
          <p:nvPr>
            <p:ph type="pic" sz="quarter" idx="14"/>
          </p:nvPr>
        </p:nvSpPr>
        <p:spPr>
          <a:xfrm>
            <a:off x="4168448" y="1473200"/>
            <a:ext cx="3855102" cy="3858768"/>
          </a:xfrm>
          <a:prstGeom prst="roundRect">
            <a:avLst>
              <a:gd name="adj" fmla="val 2325"/>
            </a:avLst>
          </a:prstGeom>
          <a:solidFill>
            <a:srgbClr val="E8E6E3"/>
          </a:solidFill>
        </p:spPr>
        <p:txBody>
          <a:bodyPr vert="horz" lIns="0" tIns="0" rIns="0" bIns="0" rtlCol="0" anchor="ctr">
            <a:noAutofit/>
          </a:bodyPr>
          <a:lstStyle>
            <a:lvl1pPr>
              <a:defRPr lang="en-US" dirty="0"/>
            </a:lvl1pPr>
          </a:lstStyle>
          <a:p>
            <a:pPr lvl="0"/>
            <a:r>
              <a:rPr lang="en-US"/>
              <a:t>Click icon to add picture</a:t>
            </a:r>
          </a:p>
        </p:txBody>
      </p:sp>
      <p:sp>
        <p:nvSpPr>
          <p:cNvPr id="16" name="Text Placeholder 3">
            <a:extLst>
              <a:ext uri="{FF2B5EF4-FFF2-40B4-BE49-F238E27FC236}">
                <a16:creationId xmlns:a16="http://schemas.microsoft.com/office/drawing/2014/main" id="{F227039C-2809-B572-9877-26DBFBB42083}"/>
              </a:ext>
            </a:extLst>
          </p:cNvPr>
          <p:cNvSpPr>
            <a:spLocks noGrp="1"/>
          </p:cNvSpPr>
          <p:nvPr>
            <p:ph type="body" sz="half" idx="15" hasCustomPrompt="1"/>
          </p:nvPr>
        </p:nvSpPr>
        <p:spPr>
          <a:xfrm>
            <a:off x="4169664" y="4089400"/>
            <a:ext cx="3858768" cy="1242566"/>
          </a:xfrm>
        </p:spPr>
        <p:txBody>
          <a:bodyPr lIns="155448" tIns="155448" rIns="155448" bIns="155448" anchor="b" anchorCtr="0"/>
          <a:lstStyle>
            <a:lvl1pPr marL="0" indent="0">
              <a:buNone/>
              <a:defRPr sz="1080">
                <a:solidFill>
                  <a:schemeClr val="bg1"/>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add caption</a:t>
            </a:r>
          </a:p>
        </p:txBody>
      </p:sp>
      <p:sp>
        <p:nvSpPr>
          <p:cNvPr id="17" name="Text Placeholder 3">
            <a:extLst>
              <a:ext uri="{FF2B5EF4-FFF2-40B4-BE49-F238E27FC236}">
                <a16:creationId xmlns:a16="http://schemas.microsoft.com/office/drawing/2014/main" id="{24636B77-4D3C-C7C7-D743-9909292C9C4E}"/>
              </a:ext>
            </a:extLst>
          </p:cNvPr>
          <p:cNvSpPr>
            <a:spLocks noGrp="1"/>
          </p:cNvSpPr>
          <p:nvPr>
            <p:ph type="body" sz="half" idx="16" hasCustomPrompt="1"/>
          </p:nvPr>
        </p:nvSpPr>
        <p:spPr>
          <a:xfrm>
            <a:off x="4164779" y="1472352"/>
            <a:ext cx="3855099" cy="1143000"/>
          </a:xfrm>
        </p:spPr>
        <p:txBody>
          <a:bodyPr lIns="155448" tIns="155448" rIns="155448" bIns="155448" anchor="t" anchorCtr="0"/>
          <a:lstStyle>
            <a:lvl1pPr marL="0" indent="0">
              <a:lnSpc>
                <a:spcPct val="100000"/>
              </a:lnSpc>
              <a:buNone/>
              <a:defRPr sz="2160" spc="-18" baseline="0">
                <a:solidFill>
                  <a:schemeClr val="bg1"/>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add headline</a:t>
            </a:r>
          </a:p>
        </p:txBody>
      </p:sp>
      <p:sp>
        <p:nvSpPr>
          <p:cNvPr id="18" name="Picture Placeholder 7">
            <a:extLst>
              <a:ext uri="{FF2B5EF4-FFF2-40B4-BE49-F238E27FC236}">
                <a16:creationId xmlns:a16="http://schemas.microsoft.com/office/drawing/2014/main" id="{899FA0BB-D9D0-04CE-437B-F5F2DDDD3E43}"/>
              </a:ext>
            </a:extLst>
          </p:cNvPr>
          <p:cNvSpPr>
            <a:spLocks noGrp="1" noChangeAspect="1"/>
          </p:cNvSpPr>
          <p:nvPr>
            <p:ph type="pic" sz="quarter" idx="17"/>
          </p:nvPr>
        </p:nvSpPr>
        <p:spPr>
          <a:xfrm>
            <a:off x="8184498" y="1473200"/>
            <a:ext cx="3855102" cy="3858768"/>
          </a:xfrm>
          <a:prstGeom prst="roundRect">
            <a:avLst>
              <a:gd name="adj" fmla="val 2325"/>
            </a:avLst>
          </a:prstGeom>
          <a:solidFill>
            <a:srgbClr val="E8E6E3"/>
          </a:solidFill>
        </p:spPr>
        <p:txBody>
          <a:bodyPr vert="horz" lIns="0" tIns="0" rIns="0" bIns="0" rtlCol="0" anchor="ctr">
            <a:noAutofit/>
          </a:bodyPr>
          <a:lstStyle>
            <a:lvl1pPr>
              <a:defRPr lang="en-US" dirty="0"/>
            </a:lvl1pPr>
          </a:lstStyle>
          <a:p>
            <a:pPr lvl="0"/>
            <a:r>
              <a:rPr lang="en-US"/>
              <a:t>Click icon to add picture</a:t>
            </a:r>
          </a:p>
        </p:txBody>
      </p:sp>
      <p:sp>
        <p:nvSpPr>
          <p:cNvPr id="19" name="Text Placeholder 3">
            <a:extLst>
              <a:ext uri="{FF2B5EF4-FFF2-40B4-BE49-F238E27FC236}">
                <a16:creationId xmlns:a16="http://schemas.microsoft.com/office/drawing/2014/main" id="{14D9D4BA-C700-34B4-B438-E0AB9195F49A}"/>
              </a:ext>
            </a:extLst>
          </p:cNvPr>
          <p:cNvSpPr>
            <a:spLocks noGrp="1"/>
          </p:cNvSpPr>
          <p:nvPr>
            <p:ph type="body" sz="half" idx="18" hasCustomPrompt="1"/>
          </p:nvPr>
        </p:nvSpPr>
        <p:spPr>
          <a:xfrm>
            <a:off x="8180830" y="4089401"/>
            <a:ext cx="3855098" cy="1242567"/>
          </a:xfrm>
        </p:spPr>
        <p:txBody>
          <a:bodyPr lIns="155448" tIns="155448" rIns="155448" bIns="155448" anchor="b" anchorCtr="0"/>
          <a:lstStyle>
            <a:lvl1pPr marL="0" indent="0">
              <a:buNone/>
              <a:defRPr sz="1080">
                <a:solidFill>
                  <a:schemeClr val="bg1"/>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add caption</a:t>
            </a:r>
          </a:p>
        </p:txBody>
      </p:sp>
      <p:sp>
        <p:nvSpPr>
          <p:cNvPr id="20" name="Text Placeholder 3">
            <a:extLst>
              <a:ext uri="{FF2B5EF4-FFF2-40B4-BE49-F238E27FC236}">
                <a16:creationId xmlns:a16="http://schemas.microsoft.com/office/drawing/2014/main" id="{E08DAB69-C765-FF3C-9A7B-23746294A2D8}"/>
              </a:ext>
            </a:extLst>
          </p:cNvPr>
          <p:cNvSpPr>
            <a:spLocks noGrp="1"/>
          </p:cNvSpPr>
          <p:nvPr>
            <p:ph type="body" sz="half" idx="19" hasCustomPrompt="1"/>
          </p:nvPr>
        </p:nvSpPr>
        <p:spPr>
          <a:xfrm>
            <a:off x="8184502" y="1472352"/>
            <a:ext cx="3855099" cy="1143000"/>
          </a:xfrm>
        </p:spPr>
        <p:txBody>
          <a:bodyPr lIns="155448" tIns="155448" rIns="155448" bIns="155448" anchor="t" anchorCtr="0"/>
          <a:lstStyle>
            <a:lvl1pPr marL="0" indent="0">
              <a:lnSpc>
                <a:spcPct val="100000"/>
              </a:lnSpc>
              <a:buNone/>
              <a:defRPr sz="2160" spc="-18" baseline="0">
                <a:solidFill>
                  <a:schemeClr val="bg1"/>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add headline</a:t>
            </a:r>
          </a:p>
        </p:txBody>
      </p:sp>
      <p:sp>
        <p:nvSpPr>
          <p:cNvPr id="2" name="Text Placeholder 3">
            <a:extLst>
              <a:ext uri="{FF2B5EF4-FFF2-40B4-BE49-F238E27FC236}">
                <a16:creationId xmlns:a16="http://schemas.microsoft.com/office/drawing/2014/main" id="{E80A2E24-4E95-8B2F-4FE0-B15281BC9DB2}"/>
              </a:ext>
            </a:extLst>
          </p:cNvPr>
          <p:cNvSpPr>
            <a:spLocks noGrp="1"/>
          </p:cNvSpPr>
          <p:nvPr>
            <p:ph type="body" sz="half" idx="2" hasCustomPrompt="1"/>
          </p:nvPr>
        </p:nvSpPr>
        <p:spPr>
          <a:xfrm>
            <a:off x="6248400" y="6187669"/>
            <a:ext cx="4648200" cy="365531"/>
          </a:xfrm>
        </p:spPr>
        <p:txBody>
          <a:bodyPr vert="horz" lIns="0" tIns="0" rIns="0" bIns="0" rtlCol="0" anchor="b">
            <a:noAutofit/>
          </a:bodyPr>
          <a:lstStyle>
            <a:lvl1pPr>
              <a:defRPr lang="en-US" sz="720" spc="0">
                <a:solidFill>
                  <a:srgbClr val="6D6D6D"/>
                </a:solidFill>
              </a:defRPr>
            </a:lvl1pPr>
          </a:lstStyle>
          <a:p>
            <a:pPr lvl="0"/>
            <a:r>
              <a:rPr lang="en-US"/>
              <a:t>Click to add footnote/source</a:t>
            </a:r>
          </a:p>
        </p:txBody>
      </p:sp>
    </p:spTree>
    <p:extLst>
      <p:ext uri="{BB962C8B-B14F-4D97-AF65-F5344CB8AC3E}">
        <p14:creationId xmlns:p14="http://schemas.microsoft.com/office/powerpoint/2010/main" val="2350923739"/>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p:cSld name="Key points, image, 4">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14AC3EE7-F3BB-0D0E-7752-84307ED4800C}"/>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9" name="think-cell data - do not delete" hidden="1">
                        <a:extLst>
                          <a:ext uri="{FF2B5EF4-FFF2-40B4-BE49-F238E27FC236}">
                            <a16:creationId xmlns:a16="http://schemas.microsoft.com/office/drawing/2014/main" id="{14AC3EE7-F3BB-0D0E-7752-84307ED4800C}"/>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5" name="Picture Placeholder 7">
            <a:extLst>
              <a:ext uri="{FF2B5EF4-FFF2-40B4-BE49-F238E27FC236}">
                <a16:creationId xmlns:a16="http://schemas.microsoft.com/office/drawing/2014/main" id="{00313343-EFF0-3370-0D30-BFF7130C4246}"/>
              </a:ext>
            </a:extLst>
          </p:cNvPr>
          <p:cNvSpPr>
            <a:spLocks noGrp="1" noChangeAspect="1"/>
          </p:cNvSpPr>
          <p:nvPr>
            <p:ph type="pic" sz="quarter" idx="12"/>
          </p:nvPr>
        </p:nvSpPr>
        <p:spPr>
          <a:xfrm>
            <a:off x="152400" y="1473199"/>
            <a:ext cx="2862072" cy="4297212"/>
          </a:xfrm>
          <a:prstGeom prst="roundRect">
            <a:avLst>
              <a:gd name="adj" fmla="val 3175"/>
            </a:avLst>
          </a:prstGeom>
          <a:solidFill>
            <a:srgbClr val="E8E6E3"/>
          </a:solidFill>
        </p:spPr>
        <p:txBody>
          <a:bodyPr anchor="ctr"/>
          <a:lstStyle/>
          <a:p>
            <a:r>
              <a:rPr lang="en-US"/>
              <a:t>Click icon to add picture</a:t>
            </a:r>
          </a:p>
        </p:txBody>
      </p:sp>
      <p:sp>
        <p:nvSpPr>
          <p:cNvPr id="13" name="Text Placeholder 3">
            <a:extLst>
              <a:ext uri="{FF2B5EF4-FFF2-40B4-BE49-F238E27FC236}">
                <a16:creationId xmlns:a16="http://schemas.microsoft.com/office/drawing/2014/main" id="{B57D7947-BC6B-CDFF-3A1B-F7CB70E0E7EF}"/>
              </a:ext>
            </a:extLst>
          </p:cNvPr>
          <p:cNvSpPr>
            <a:spLocks noGrp="1"/>
          </p:cNvSpPr>
          <p:nvPr>
            <p:ph type="body" sz="half" idx="11" hasCustomPrompt="1"/>
          </p:nvPr>
        </p:nvSpPr>
        <p:spPr>
          <a:xfrm>
            <a:off x="152400" y="4089400"/>
            <a:ext cx="2862072" cy="1681010"/>
          </a:xfrm>
        </p:spPr>
        <p:txBody>
          <a:bodyPr lIns="155448" tIns="155448" rIns="155448" bIns="155448" anchor="b" anchorCtr="0"/>
          <a:lstStyle>
            <a:lvl1pPr marL="0" indent="0">
              <a:buNone/>
              <a:defRPr sz="1080">
                <a:solidFill>
                  <a:schemeClr val="bg1"/>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add caption</a:t>
            </a:r>
          </a:p>
        </p:txBody>
      </p:sp>
      <p:sp>
        <p:nvSpPr>
          <p:cNvPr id="8" name="Text Placeholder 3">
            <a:extLst>
              <a:ext uri="{FF2B5EF4-FFF2-40B4-BE49-F238E27FC236}">
                <a16:creationId xmlns:a16="http://schemas.microsoft.com/office/drawing/2014/main" id="{FD92ED38-35F8-C48B-2DDD-3475F1A2F69C}"/>
              </a:ext>
            </a:extLst>
          </p:cNvPr>
          <p:cNvSpPr>
            <a:spLocks noGrp="1"/>
          </p:cNvSpPr>
          <p:nvPr>
            <p:ph type="body" sz="half" idx="13" hasCustomPrompt="1"/>
          </p:nvPr>
        </p:nvSpPr>
        <p:spPr>
          <a:xfrm>
            <a:off x="152400" y="1472353"/>
            <a:ext cx="2862072" cy="1296248"/>
          </a:xfrm>
        </p:spPr>
        <p:txBody>
          <a:bodyPr lIns="155448" tIns="155448" rIns="155448" bIns="155448" anchor="t" anchorCtr="0"/>
          <a:lstStyle>
            <a:lvl1pPr marL="0" indent="0">
              <a:lnSpc>
                <a:spcPct val="100000"/>
              </a:lnSpc>
              <a:buNone/>
              <a:defRPr sz="1440">
                <a:solidFill>
                  <a:schemeClr val="bg1"/>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Add headline</a:t>
            </a:r>
          </a:p>
        </p:txBody>
      </p:sp>
      <p:sp>
        <p:nvSpPr>
          <p:cNvPr id="7" name="Title 6">
            <a:extLst>
              <a:ext uri="{FF2B5EF4-FFF2-40B4-BE49-F238E27FC236}">
                <a16:creationId xmlns:a16="http://schemas.microsoft.com/office/drawing/2014/main" id="{F99ED278-141D-F9A5-8865-8BCA129522DA}"/>
              </a:ext>
            </a:extLst>
          </p:cNvPr>
          <p:cNvSpPr>
            <a:spLocks noGrp="1"/>
          </p:cNvSpPr>
          <p:nvPr>
            <p:ph type="title" hasCustomPrompt="1"/>
          </p:nvPr>
        </p:nvSpPr>
        <p:spPr/>
        <p:txBody>
          <a:bodyPr vert="horz"/>
          <a:lstStyle/>
          <a:p>
            <a:r>
              <a:rPr lang="en-US"/>
              <a:t>Click to add title</a:t>
            </a:r>
          </a:p>
        </p:txBody>
      </p:sp>
      <p:sp>
        <p:nvSpPr>
          <p:cNvPr id="6" name="Picture Placeholder 7">
            <a:extLst>
              <a:ext uri="{FF2B5EF4-FFF2-40B4-BE49-F238E27FC236}">
                <a16:creationId xmlns:a16="http://schemas.microsoft.com/office/drawing/2014/main" id="{DD65D4D3-1117-D0ED-FE47-1664C55B6BF2}"/>
              </a:ext>
            </a:extLst>
          </p:cNvPr>
          <p:cNvSpPr>
            <a:spLocks noGrp="1" noChangeAspect="1"/>
          </p:cNvSpPr>
          <p:nvPr>
            <p:ph type="pic" sz="quarter" idx="14"/>
          </p:nvPr>
        </p:nvSpPr>
        <p:spPr>
          <a:xfrm>
            <a:off x="3160332" y="1473199"/>
            <a:ext cx="2862072" cy="4297212"/>
          </a:xfrm>
          <a:prstGeom prst="roundRect">
            <a:avLst>
              <a:gd name="adj" fmla="val 3175"/>
            </a:avLst>
          </a:prstGeom>
          <a:solidFill>
            <a:srgbClr val="E8E6E3"/>
          </a:solidFill>
        </p:spPr>
        <p:txBody>
          <a:bodyPr anchor="ctr"/>
          <a:lstStyle/>
          <a:p>
            <a:r>
              <a:rPr lang="en-US"/>
              <a:t>Click icon to add picture</a:t>
            </a:r>
          </a:p>
        </p:txBody>
      </p:sp>
      <p:sp>
        <p:nvSpPr>
          <p:cNvPr id="10" name="Text Placeholder 3">
            <a:extLst>
              <a:ext uri="{FF2B5EF4-FFF2-40B4-BE49-F238E27FC236}">
                <a16:creationId xmlns:a16="http://schemas.microsoft.com/office/drawing/2014/main" id="{621052AC-2136-A35C-9BB9-BC5A439917D1}"/>
              </a:ext>
            </a:extLst>
          </p:cNvPr>
          <p:cNvSpPr>
            <a:spLocks noGrp="1"/>
          </p:cNvSpPr>
          <p:nvPr>
            <p:ph type="body" sz="half" idx="15" hasCustomPrompt="1"/>
          </p:nvPr>
        </p:nvSpPr>
        <p:spPr>
          <a:xfrm>
            <a:off x="3160332" y="4089401"/>
            <a:ext cx="2862072" cy="1703752"/>
          </a:xfrm>
        </p:spPr>
        <p:txBody>
          <a:bodyPr lIns="155448" tIns="155448" rIns="155448" bIns="155448" anchor="b" anchorCtr="0"/>
          <a:lstStyle>
            <a:lvl1pPr marL="0" indent="0">
              <a:buNone/>
              <a:defRPr sz="1080">
                <a:solidFill>
                  <a:schemeClr val="bg1"/>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add caption</a:t>
            </a:r>
          </a:p>
        </p:txBody>
      </p:sp>
      <p:sp>
        <p:nvSpPr>
          <p:cNvPr id="11" name="Text Placeholder 3">
            <a:extLst>
              <a:ext uri="{FF2B5EF4-FFF2-40B4-BE49-F238E27FC236}">
                <a16:creationId xmlns:a16="http://schemas.microsoft.com/office/drawing/2014/main" id="{C5399DB2-7A1F-5B97-02AE-2706CC99C190}"/>
              </a:ext>
            </a:extLst>
          </p:cNvPr>
          <p:cNvSpPr>
            <a:spLocks noGrp="1"/>
          </p:cNvSpPr>
          <p:nvPr>
            <p:ph type="body" sz="half" idx="16" hasCustomPrompt="1"/>
          </p:nvPr>
        </p:nvSpPr>
        <p:spPr>
          <a:xfrm>
            <a:off x="3124201" y="1472353"/>
            <a:ext cx="2905631" cy="1296248"/>
          </a:xfrm>
        </p:spPr>
        <p:txBody>
          <a:bodyPr lIns="155448" tIns="155448" rIns="155448" bIns="155448" anchor="t" anchorCtr="0"/>
          <a:lstStyle>
            <a:lvl1pPr marL="0" indent="0">
              <a:lnSpc>
                <a:spcPct val="100000"/>
              </a:lnSpc>
              <a:buNone/>
              <a:defRPr sz="1440">
                <a:solidFill>
                  <a:schemeClr val="bg1"/>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Add headline</a:t>
            </a:r>
          </a:p>
        </p:txBody>
      </p:sp>
      <p:sp>
        <p:nvSpPr>
          <p:cNvPr id="12" name="Picture Placeholder 7">
            <a:extLst>
              <a:ext uri="{FF2B5EF4-FFF2-40B4-BE49-F238E27FC236}">
                <a16:creationId xmlns:a16="http://schemas.microsoft.com/office/drawing/2014/main" id="{0F7B36AC-FFB5-B0C1-F59D-55815523D5E7}"/>
              </a:ext>
            </a:extLst>
          </p:cNvPr>
          <p:cNvSpPr>
            <a:spLocks noGrp="1" noChangeAspect="1"/>
          </p:cNvSpPr>
          <p:nvPr>
            <p:ph type="pic" sz="quarter" idx="17"/>
          </p:nvPr>
        </p:nvSpPr>
        <p:spPr>
          <a:xfrm>
            <a:off x="6168264" y="1473199"/>
            <a:ext cx="2862072" cy="4297212"/>
          </a:xfrm>
          <a:prstGeom prst="roundRect">
            <a:avLst>
              <a:gd name="adj" fmla="val 3175"/>
            </a:avLst>
          </a:prstGeom>
          <a:solidFill>
            <a:srgbClr val="E8E6E3"/>
          </a:solidFill>
        </p:spPr>
        <p:txBody>
          <a:bodyPr anchor="ctr"/>
          <a:lstStyle/>
          <a:p>
            <a:r>
              <a:rPr lang="en-US"/>
              <a:t>Click icon to add picture</a:t>
            </a:r>
          </a:p>
        </p:txBody>
      </p:sp>
      <p:sp>
        <p:nvSpPr>
          <p:cNvPr id="14" name="Text Placeholder 3">
            <a:extLst>
              <a:ext uri="{FF2B5EF4-FFF2-40B4-BE49-F238E27FC236}">
                <a16:creationId xmlns:a16="http://schemas.microsoft.com/office/drawing/2014/main" id="{9A411993-FD39-ECA2-1894-54B4C3E7B0B0}"/>
              </a:ext>
            </a:extLst>
          </p:cNvPr>
          <p:cNvSpPr>
            <a:spLocks noGrp="1"/>
          </p:cNvSpPr>
          <p:nvPr>
            <p:ph type="body" sz="half" idx="18" hasCustomPrompt="1"/>
          </p:nvPr>
        </p:nvSpPr>
        <p:spPr>
          <a:xfrm>
            <a:off x="6168264" y="4087368"/>
            <a:ext cx="2854645" cy="1703752"/>
          </a:xfrm>
        </p:spPr>
        <p:txBody>
          <a:bodyPr lIns="155448" tIns="155448" rIns="155448" bIns="155448" anchor="b" anchorCtr="0"/>
          <a:lstStyle>
            <a:lvl1pPr marL="0" indent="0">
              <a:buNone/>
              <a:defRPr sz="1080">
                <a:solidFill>
                  <a:schemeClr val="bg1"/>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add caption</a:t>
            </a:r>
          </a:p>
        </p:txBody>
      </p:sp>
      <p:sp>
        <p:nvSpPr>
          <p:cNvPr id="21" name="Text Placeholder 3">
            <a:extLst>
              <a:ext uri="{FF2B5EF4-FFF2-40B4-BE49-F238E27FC236}">
                <a16:creationId xmlns:a16="http://schemas.microsoft.com/office/drawing/2014/main" id="{20AE492B-0C0A-15C3-D9AA-F6B66385E7A5}"/>
              </a:ext>
            </a:extLst>
          </p:cNvPr>
          <p:cNvSpPr>
            <a:spLocks noGrp="1"/>
          </p:cNvSpPr>
          <p:nvPr>
            <p:ph type="body" sz="half" idx="19" hasCustomPrompt="1"/>
          </p:nvPr>
        </p:nvSpPr>
        <p:spPr>
          <a:xfrm>
            <a:off x="6172199" y="1472352"/>
            <a:ext cx="2862072" cy="1371600"/>
          </a:xfrm>
        </p:spPr>
        <p:txBody>
          <a:bodyPr lIns="155448" tIns="155448" rIns="155448" bIns="155448" anchor="t" anchorCtr="0"/>
          <a:lstStyle>
            <a:lvl1pPr marL="0" indent="0">
              <a:lnSpc>
                <a:spcPct val="100000"/>
              </a:lnSpc>
              <a:buNone/>
              <a:defRPr sz="1440">
                <a:solidFill>
                  <a:schemeClr val="bg1"/>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Add headline</a:t>
            </a:r>
          </a:p>
        </p:txBody>
      </p:sp>
      <p:sp>
        <p:nvSpPr>
          <p:cNvPr id="22" name="Picture Placeholder 7">
            <a:extLst>
              <a:ext uri="{FF2B5EF4-FFF2-40B4-BE49-F238E27FC236}">
                <a16:creationId xmlns:a16="http://schemas.microsoft.com/office/drawing/2014/main" id="{4C3A36CC-52C4-87E5-855B-DC022536365C}"/>
              </a:ext>
            </a:extLst>
          </p:cNvPr>
          <p:cNvSpPr>
            <a:spLocks noGrp="1" noChangeAspect="1"/>
          </p:cNvSpPr>
          <p:nvPr>
            <p:ph type="pic" sz="quarter" idx="20"/>
          </p:nvPr>
        </p:nvSpPr>
        <p:spPr>
          <a:xfrm>
            <a:off x="9176196" y="1473199"/>
            <a:ext cx="2862072" cy="4297212"/>
          </a:xfrm>
          <a:prstGeom prst="roundRect">
            <a:avLst>
              <a:gd name="adj" fmla="val 3175"/>
            </a:avLst>
          </a:prstGeom>
          <a:solidFill>
            <a:srgbClr val="E8E6E3"/>
          </a:solidFill>
        </p:spPr>
        <p:txBody>
          <a:bodyPr anchor="ctr"/>
          <a:lstStyle/>
          <a:p>
            <a:r>
              <a:rPr lang="en-US"/>
              <a:t>Click icon to add picture</a:t>
            </a:r>
          </a:p>
        </p:txBody>
      </p:sp>
      <p:sp>
        <p:nvSpPr>
          <p:cNvPr id="23" name="Text Placeholder 3">
            <a:extLst>
              <a:ext uri="{FF2B5EF4-FFF2-40B4-BE49-F238E27FC236}">
                <a16:creationId xmlns:a16="http://schemas.microsoft.com/office/drawing/2014/main" id="{15D52F43-97BD-13B6-0ABD-6ECC03573C17}"/>
              </a:ext>
            </a:extLst>
          </p:cNvPr>
          <p:cNvSpPr>
            <a:spLocks noGrp="1"/>
          </p:cNvSpPr>
          <p:nvPr>
            <p:ph type="body" sz="half" idx="21" hasCustomPrompt="1"/>
          </p:nvPr>
        </p:nvSpPr>
        <p:spPr>
          <a:xfrm>
            <a:off x="9168770" y="4089400"/>
            <a:ext cx="2870831" cy="1681010"/>
          </a:xfrm>
        </p:spPr>
        <p:txBody>
          <a:bodyPr lIns="155448" tIns="155448" rIns="155448" bIns="155448" anchor="b" anchorCtr="0"/>
          <a:lstStyle>
            <a:lvl1pPr marL="0" indent="0">
              <a:buNone/>
              <a:defRPr sz="1080">
                <a:solidFill>
                  <a:schemeClr val="bg1"/>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add caption</a:t>
            </a:r>
          </a:p>
        </p:txBody>
      </p:sp>
      <p:sp>
        <p:nvSpPr>
          <p:cNvPr id="24" name="Text Placeholder 3">
            <a:extLst>
              <a:ext uri="{FF2B5EF4-FFF2-40B4-BE49-F238E27FC236}">
                <a16:creationId xmlns:a16="http://schemas.microsoft.com/office/drawing/2014/main" id="{30F839F2-B0D4-9890-A5C5-2D0AF05455F4}"/>
              </a:ext>
            </a:extLst>
          </p:cNvPr>
          <p:cNvSpPr>
            <a:spLocks noGrp="1"/>
          </p:cNvSpPr>
          <p:nvPr>
            <p:ph type="body" sz="half" idx="22" hasCustomPrompt="1"/>
          </p:nvPr>
        </p:nvSpPr>
        <p:spPr>
          <a:xfrm>
            <a:off x="9180575" y="1472352"/>
            <a:ext cx="2862072" cy="1371600"/>
          </a:xfrm>
        </p:spPr>
        <p:txBody>
          <a:bodyPr lIns="155448" tIns="155448" rIns="155448" bIns="155448" anchor="t" anchorCtr="0"/>
          <a:lstStyle>
            <a:lvl1pPr marL="0" indent="0">
              <a:lnSpc>
                <a:spcPct val="100000"/>
              </a:lnSpc>
              <a:buNone/>
              <a:defRPr sz="1440">
                <a:solidFill>
                  <a:schemeClr val="bg1"/>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Add headline</a:t>
            </a:r>
          </a:p>
        </p:txBody>
      </p:sp>
      <p:sp>
        <p:nvSpPr>
          <p:cNvPr id="2" name="Text Placeholder 3">
            <a:extLst>
              <a:ext uri="{FF2B5EF4-FFF2-40B4-BE49-F238E27FC236}">
                <a16:creationId xmlns:a16="http://schemas.microsoft.com/office/drawing/2014/main" id="{332C3A46-7CDA-D1CA-3EBC-CD83D1A30C37}"/>
              </a:ext>
            </a:extLst>
          </p:cNvPr>
          <p:cNvSpPr>
            <a:spLocks noGrp="1"/>
          </p:cNvSpPr>
          <p:nvPr>
            <p:ph type="body" sz="half" idx="2" hasCustomPrompt="1"/>
          </p:nvPr>
        </p:nvSpPr>
        <p:spPr>
          <a:xfrm>
            <a:off x="6248400" y="6187669"/>
            <a:ext cx="4648200" cy="365531"/>
          </a:xfrm>
        </p:spPr>
        <p:txBody>
          <a:bodyPr vert="horz" lIns="0" tIns="0" rIns="0" bIns="0" rtlCol="0" anchor="b">
            <a:noAutofit/>
          </a:bodyPr>
          <a:lstStyle>
            <a:lvl1pPr>
              <a:defRPr lang="en-US" sz="720" spc="0">
                <a:solidFill>
                  <a:srgbClr val="6D6D6D"/>
                </a:solidFill>
              </a:defRPr>
            </a:lvl1pPr>
          </a:lstStyle>
          <a:p>
            <a:pPr lvl="0"/>
            <a:r>
              <a:rPr lang="en-US"/>
              <a:t>Click to add footnote/source</a:t>
            </a:r>
          </a:p>
        </p:txBody>
      </p:sp>
    </p:spTree>
    <p:extLst>
      <p:ext uri="{BB962C8B-B14F-4D97-AF65-F5344CB8AC3E}">
        <p14:creationId xmlns:p14="http://schemas.microsoft.com/office/powerpoint/2010/main" val="1226307293"/>
      </p:ext>
    </p:extLst>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userDrawn="1">
  <p:cSld name="Key points, image, 5">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4CDA9150-AB8B-B243-6C66-D1C8E6557E2F}"/>
              </a:ext>
            </a:extLst>
          </p:cNvPr>
          <p:cNvGraphicFramePr>
            <a:graphicFrameLocks noChangeAspect="1"/>
          </p:cNvGraphicFramePr>
          <p:nvPr userDrawn="1">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8" name="think-cell data - do not delete" hidden="1">
                        <a:extLst>
                          <a:ext uri="{FF2B5EF4-FFF2-40B4-BE49-F238E27FC236}">
                            <a16:creationId xmlns:a16="http://schemas.microsoft.com/office/drawing/2014/main" id="{4CDA9150-AB8B-B243-6C66-D1C8E6557E2F}"/>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10" name="Text Placeholder 3">
            <a:extLst>
              <a:ext uri="{FF2B5EF4-FFF2-40B4-BE49-F238E27FC236}">
                <a16:creationId xmlns:a16="http://schemas.microsoft.com/office/drawing/2014/main" id="{5B950318-EDE6-5BE9-265F-8724F3873FBC}"/>
              </a:ext>
            </a:extLst>
          </p:cNvPr>
          <p:cNvSpPr>
            <a:spLocks noGrp="1"/>
          </p:cNvSpPr>
          <p:nvPr>
            <p:ph type="body" sz="half" idx="13" hasCustomPrompt="1"/>
          </p:nvPr>
        </p:nvSpPr>
        <p:spPr>
          <a:xfrm>
            <a:off x="152399" y="1472351"/>
            <a:ext cx="5895585" cy="857491"/>
          </a:xfrm>
          <a:prstGeom prst="roundRect">
            <a:avLst>
              <a:gd name="adj" fmla="val 8769"/>
            </a:avLst>
          </a:prstGeom>
          <a:solidFill>
            <a:srgbClr val="E0E5ED"/>
          </a:solidFill>
          <a:ln>
            <a:noFill/>
          </a:ln>
        </p:spPr>
        <p:txBody>
          <a:bodyPr lIns="128016" tIns="128016" rIns="128016" bIns="128016" anchor="t" anchorCtr="0"/>
          <a:lstStyle>
            <a:lvl1pPr marL="0" indent="0">
              <a:lnSpc>
                <a:spcPct val="100000"/>
              </a:lnSpc>
              <a:buNone/>
              <a:defRPr sz="1440" spc="-9" baseline="0">
                <a:solidFill>
                  <a:schemeClr val="tx1"/>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Header</a:t>
            </a:r>
          </a:p>
        </p:txBody>
      </p:sp>
      <p:sp>
        <p:nvSpPr>
          <p:cNvPr id="2" name="Title 1">
            <a:extLst>
              <a:ext uri="{FF2B5EF4-FFF2-40B4-BE49-F238E27FC236}">
                <a16:creationId xmlns:a16="http://schemas.microsoft.com/office/drawing/2014/main" id="{6F772DB5-6A1C-D493-7947-A3DF2F515C45}"/>
              </a:ext>
            </a:extLst>
          </p:cNvPr>
          <p:cNvSpPr>
            <a:spLocks noGrp="1"/>
          </p:cNvSpPr>
          <p:nvPr>
            <p:ph type="title" hasCustomPrompt="1"/>
          </p:nvPr>
        </p:nvSpPr>
        <p:spPr/>
        <p:txBody>
          <a:bodyPr vert="horz"/>
          <a:lstStyle/>
          <a:p>
            <a:r>
              <a:rPr lang="en-US"/>
              <a:t>Click to add title</a:t>
            </a:r>
          </a:p>
        </p:txBody>
      </p:sp>
      <p:sp>
        <p:nvSpPr>
          <p:cNvPr id="9" name="Picture Placeholder 7">
            <a:extLst>
              <a:ext uri="{FF2B5EF4-FFF2-40B4-BE49-F238E27FC236}">
                <a16:creationId xmlns:a16="http://schemas.microsoft.com/office/drawing/2014/main" id="{AA5D695B-7920-C585-13FB-F0BC2A93E93D}"/>
              </a:ext>
            </a:extLst>
          </p:cNvPr>
          <p:cNvSpPr>
            <a:spLocks noGrp="1" noChangeAspect="1"/>
          </p:cNvSpPr>
          <p:nvPr>
            <p:ph type="pic" sz="quarter" idx="14"/>
          </p:nvPr>
        </p:nvSpPr>
        <p:spPr>
          <a:xfrm>
            <a:off x="6144016" y="1473199"/>
            <a:ext cx="5895586" cy="4584093"/>
          </a:xfrm>
          <a:prstGeom prst="roundRect">
            <a:avLst>
              <a:gd name="adj" fmla="val 2026"/>
            </a:avLst>
          </a:prstGeom>
          <a:solidFill>
            <a:srgbClr val="E8E6E3"/>
          </a:solidFill>
        </p:spPr>
        <p:txBody>
          <a:bodyPr vert="horz" lIns="0" tIns="0" rIns="0" bIns="0" rtlCol="0" anchor="t">
            <a:noAutofit/>
          </a:bodyPr>
          <a:lstStyle>
            <a:lvl1pPr>
              <a:defRPr lang="en-US" dirty="0"/>
            </a:lvl1pPr>
          </a:lstStyle>
          <a:p>
            <a:pPr lvl="0"/>
            <a:r>
              <a:rPr lang="en-US"/>
              <a:t>Click icon to add picture</a:t>
            </a:r>
          </a:p>
        </p:txBody>
      </p:sp>
      <p:sp>
        <p:nvSpPr>
          <p:cNvPr id="11" name="Text Placeholder 3">
            <a:extLst>
              <a:ext uri="{FF2B5EF4-FFF2-40B4-BE49-F238E27FC236}">
                <a16:creationId xmlns:a16="http://schemas.microsoft.com/office/drawing/2014/main" id="{8A572C93-B6BA-B75F-1863-3C762A4F0771}"/>
              </a:ext>
            </a:extLst>
          </p:cNvPr>
          <p:cNvSpPr>
            <a:spLocks noGrp="1"/>
          </p:cNvSpPr>
          <p:nvPr>
            <p:ph type="body" sz="half" idx="11" hasCustomPrompt="1"/>
          </p:nvPr>
        </p:nvSpPr>
        <p:spPr>
          <a:xfrm>
            <a:off x="3387726" y="1612902"/>
            <a:ext cx="2555875" cy="606424"/>
          </a:xfrm>
        </p:spPr>
        <p:txBody>
          <a:bodyPr lIns="0" tIns="0" rIns="0" bIns="0" anchor="t" anchorCtr="0"/>
          <a:lstStyle>
            <a:lvl1pPr marL="102870" indent="-102870">
              <a:buFont typeface="Arial" panose="020B0604020202020204" pitchFamily="34" charset="0"/>
              <a:buChar char="•"/>
              <a:tabLst/>
              <a:defRPr sz="810" spc="0">
                <a:solidFill>
                  <a:schemeClr val="tx1"/>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add bullets</a:t>
            </a:r>
          </a:p>
        </p:txBody>
      </p:sp>
      <p:sp>
        <p:nvSpPr>
          <p:cNvPr id="12" name="Text Placeholder 3">
            <a:extLst>
              <a:ext uri="{FF2B5EF4-FFF2-40B4-BE49-F238E27FC236}">
                <a16:creationId xmlns:a16="http://schemas.microsoft.com/office/drawing/2014/main" id="{CA0DE301-0936-7578-FA69-CBE4663D9060}"/>
              </a:ext>
            </a:extLst>
          </p:cNvPr>
          <p:cNvSpPr>
            <a:spLocks noGrp="1"/>
          </p:cNvSpPr>
          <p:nvPr>
            <p:ph type="body" sz="half" idx="15" hasCustomPrompt="1"/>
          </p:nvPr>
        </p:nvSpPr>
        <p:spPr>
          <a:xfrm>
            <a:off x="152399" y="2404214"/>
            <a:ext cx="5895585" cy="857491"/>
          </a:xfrm>
          <a:prstGeom prst="roundRect">
            <a:avLst>
              <a:gd name="adj" fmla="val 8769"/>
            </a:avLst>
          </a:prstGeom>
          <a:solidFill>
            <a:srgbClr val="E0E5ED"/>
          </a:solidFill>
          <a:ln>
            <a:noFill/>
          </a:ln>
        </p:spPr>
        <p:txBody>
          <a:bodyPr lIns="128016" tIns="128016" rIns="128016" bIns="128016" anchor="t" anchorCtr="0"/>
          <a:lstStyle>
            <a:lvl1pPr marL="0" indent="0">
              <a:lnSpc>
                <a:spcPct val="100000"/>
              </a:lnSpc>
              <a:buNone/>
              <a:defRPr sz="1440" spc="-9" baseline="0">
                <a:solidFill>
                  <a:schemeClr val="tx1"/>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Header</a:t>
            </a:r>
          </a:p>
        </p:txBody>
      </p:sp>
      <p:sp>
        <p:nvSpPr>
          <p:cNvPr id="13" name="Text Placeholder 3">
            <a:extLst>
              <a:ext uri="{FF2B5EF4-FFF2-40B4-BE49-F238E27FC236}">
                <a16:creationId xmlns:a16="http://schemas.microsoft.com/office/drawing/2014/main" id="{6B07415A-86AC-8385-54BC-C30680C0F6C9}"/>
              </a:ext>
            </a:extLst>
          </p:cNvPr>
          <p:cNvSpPr>
            <a:spLocks noGrp="1"/>
          </p:cNvSpPr>
          <p:nvPr>
            <p:ph type="body" sz="half" idx="16" hasCustomPrompt="1"/>
          </p:nvPr>
        </p:nvSpPr>
        <p:spPr>
          <a:xfrm>
            <a:off x="3387726" y="2544765"/>
            <a:ext cx="2555875" cy="606424"/>
          </a:xfrm>
        </p:spPr>
        <p:txBody>
          <a:bodyPr lIns="0" tIns="0" rIns="0" bIns="0" anchor="t" anchorCtr="0"/>
          <a:lstStyle>
            <a:lvl1pPr marL="102870" indent="-102870">
              <a:buFont typeface="Arial" panose="020B0604020202020204" pitchFamily="34" charset="0"/>
              <a:buChar char="•"/>
              <a:tabLst/>
              <a:defRPr sz="810" spc="0">
                <a:solidFill>
                  <a:schemeClr val="tx1"/>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add bullets</a:t>
            </a:r>
          </a:p>
        </p:txBody>
      </p:sp>
      <p:sp>
        <p:nvSpPr>
          <p:cNvPr id="14" name="Text Placeholder 3">
            <a:extLst>
              <a:ext uri="{FF2B5EF4-FFF2-40B4-BE49-F238E27FC236}">
                <a16:creationId xmlns:a16="http://schemas.microsoft.com/office/drawing/2014/main" id="{C2C470C7-8C5E-68DA-D500-0A6F48C501DD}"/>
              </a:ext>
            </a:extLst>
          </p:cNvPr>
          <p:cNvSpPr>
            <a:spLocks noGrp="1"/>
          </p:cNvSpPr>
          <p:nvPr>
            <p:ph type="body" sz="half" idx="17" hasCustomPrompt="1"/>
          </p:nvPr>
        </p:nvSpPr>
        <p:spPr>
          <a:xfrm>
            <a:off x="152399" y="3336077"/>
            <a:ext cx="5895585" cy="857491"/>
          </a:xfrm>
          <a:prstGeom prst="roundRect">
            <a:avLst>
              <a:gd name="adj" fmla="val 8769"/>
            </a:avLst>
          </a:prstGeom>
          <a:solidFill>
            <a:srgbClr val="E0E5ED"/>
          </a:solidFill>
          <a:ln>
            <a:noFill/>
          </a:ln>
        </p:spPr>
        <p:txBody>
          <a:bodyPr lIns="128016" tIns="128016" rIns="128016" bIns="128016" anchor="t" anchorCtr="0"/>
          <a:lstStyle>
            <a:lvl1pPr marL="0" indent="0">
              <a:lnSpc>
                <a:spcPct val="100000"/>
              </a:lnSpc>
              <a:buNone/>
              <a:defRPr sz="1440" spc="-9" baseline="0">
                <a:solidFill>
                  <a:schemeClr val="tx1"/>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Header</a:t>
            </a:r>
          </a:p>
        </p:txBody>
      </p:sp>
      <p:sp>
        <p:nvSpPr>
          <p:cNvPr id="15" name="Text Placeholder 3">
            <a:extLst>
              <a:ext uri="{FF2B5EF4-FFF2-40B4-BE49-F238E27FC236}">
                <a16:creationId xmlns:a16="http://schemas.microsoft.com/office/drawing/2014/main" id="{C284B815-9E4C-4759-1B80-FD3F71767C8A}"/>
              </a:ext>
            </a:extLst>
          </p:cNvPr>
          <p:cNvSpPr>
            <a:spLocks noGrp="1"/>
          </p:cNvSpPr>
          <p:nvPr>
            <p:ph type="body" sz="half" idx="18" hasCustomPrompt="1"/>
          </p:nvPr>
        </p:nvSpPr>
        <p:spPr>
          <a:xfrm>
            <a:off x="3387726" y="3476628"/>
            <a:ext cx="2555875" cy="606424"/>
          </a:xfrm>
        </p:spPr>
        <p:txBody>
          <a:bodyPr lIns="0" tIns="0" rIns="0" bIns="0" anchor="t" anchorCtr="0"/>
          <a:lstStyle>
            <a:lvl1pPr marL="102870" indent="-102870">
              <a:buFont typeface="Arial" panose="020B0604020202020204" pitchFamily="34" charset="0"/>
              <a:buChar char="•"/>
              <a:tabLst/>
              <a:defRPr sz="810" spc="0">
                <a:solidFill>
                  <a:schemeClr val="tx1"/>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add bullets</a:t>
            </a:r>
          </a:p>
        </p:txBody>
      </p:sp>
      <p:sp>
        <p:nvSpPr>
          <p:cNvPr id="16" name="Text Placeholder 3">
            <a:extLst>
              <a:ext uri="{FF2B5EF4-FFF2-40B4-BE49-F238E27FC236}">
                <a16:creationId xmlns:a16="http://schemas.microsoft.com/office/drawing/2014/main" id="{981C24F3-1564-E499-5B57-1B1D69F1FF71}"/>
              </a:ext>
            </a:extLst>
          </p:cNvPr>
          <p:cNvSpPr>
            <a:spLocks noGrp="1"/>
          </p:cNvSpPr>
          <p:nvPr>
            <p:ph type="body" sz="half" idx="19" hasCustomPrompt="1"/>
          </p:nvPr>
        </p:nvSpPr>
        <p:spPr>
          <a:xfrm>
            <a:off x="152399" y="4267940"/>
            <a:ext cx="5895585" cy="857491"/>
          </a:xfrm>
          <a:prstGeom prst="roundRect">
            <a:avLst>
              <a:gd name="adj" fmla="val 8769"/>
            </a:avLst>
          </a:prstGeom>
          <a:solidFill>
            <a:srgbClr val="E0E5ED"/>
          </a:solidFill>
          <a:ln>
            <a:noFill/>
          </a:ln>
        </p:spPr>
        <p:txBody>
          <a:bodyPr lIns="128016" tIns="128016" rIns="128016" bIns="128016" anchor="t" anchorCtr="0"/>
          <a:lstStyle>
            <a:lvl1pPr marL="0" indent="0">
              <a:lnSpc>
                <a:spcPct val="100000"/>
              </a:lnSpc>
              <a:buNone/>
              <a:defRPr sz="1440" spc="-9" baseline="0">
                <a:solidFill>
                  <a:schemeClr val="tx1"/>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Header</a:t>
            </a:r>
          </a:p>
        </p:txBody>
      </p:sp>
      <p:sp>
        <p:nvSpPr>
          <p:cNvPr id="17" name="Text Placeholder 3">
            <a:extLst>
              <a:ext uri="{FF2B5EF4-FFF2-40B4-BE49-F238E27FC236}">
                <a16:creationId xmlns:a16="http://schemas.microsoft.com/office/drawing/2014/main" id="{5F83B010-5267-3DF6-B04E-7D5E65E9898C}"/>
              </a:ext>
            </a:extLst>
          </p:cNvPr>
          <p:cNvSpPr>
            <a:spLocks noGrp="1"/>
          </p:cNvSpPr>
          <p:nvPr>
            <p:ph type="body" sz="half" idx="20" hasCustomPrompt="1"/>
          </p:nvPr>
        </p:nvSpPr>
        <p:spPr>
          <a:xfrm>
            <a:off x="3387726" y="4408491"/>
            <a:ext cx="2555875" cy="606424"/>
          </a:xfrm>
        </p:spPr>
        <p:txBody>
          <a:bodyPr lIns="0" tIns="0" rIns="0" bIns="0" anchor="t" anchorCtr="0"/>
          <a:lstStyle>
            <a:lvl1pPr marL="102870" indent="-102870">
              <a:buFont typeface="Arial" panose="020B0604020202020204" pitchFamily="34" charset="0"/>
              <a:buChar char="•"/>
              <a:tabLst/>
              <a:defRPr sz="810" spc="0">
                <a:solidFill>
                  <a:schemeClr val="tx1"/>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add bullets</a:t>
            </a:r>
          </a:p>
        </p:txBody>
      </p:sp>
      <p:sp>
        <p:nvSpPr>
          <p:cNvPr id="18" name="Text Placeholder 3">
            <a:extLst>
              <a:ext uri="{FF2B5EF4-FFF2-40B4-BE49-F238E27FC236}">
                <a16:creationId xmlns:a16="http://schemas.microsoft.com/office/drawing/2014/main" id="{B6ED3E4A-621D-BD5F-364C-38C10027CB5F}"/>
              </a:ext>
            </a:extLst>
          </p:cNvPr>
          <p:cNvSpPr>
            <a:spLocks noGrp="1"/>
          </p:cNvSpPr>
          <p:nvPr>
            <p:ph type="body" sz="half" idx="21" hasCustomPrompt="1"/>
          </p:nvPr>
        </p:nvSpPr>
        <p:spPr>
          <a:xfrm>
            <a:off x="152399" y="5199801"/>
            <a:ext cx="5895585" cy="857491"/>
          </a:xfrm>
          <a:prstGeom prst="roundRect">
            <a:avLst>
              <a:gd name="adj" fmla="val 8769"/>
            </a:avLst>
          </a:prstGeom>
          <a:solidFill>
            <a:srgbClr val="E0E5ED"/>
          </a:solidFill>
          <a:ln>
            <a:noFill/>
          </a:ln>
        </p:spPr>
        <p:txBody>
          <a:bodyPr lIns="128016" tIns="128016" rIns="128016" bIns="128016" anchor="t" anchorCtr="0"/>
          <a:lstStyle>
            <a:lvl1pPr marL="0" indent="0">
              <a:lnSpc>
                <a:spcPct val="100000"/>
              </a:lnSpc>
              <a:buNone/>
              <a:defRPr sz="1440" spc="-9" baseline="0">
                <a:solidFill>
                  <a:schemeClr val="tx1"/>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Header</a:t>
            </a:r>
          </a:p>
        </p:txBody>
      </p:sp>
      <p:sp>
        <p:nvSpPr>
          <p:cNvPr id="19" name="Text Placeholder 3">
            <a:extLst>
              <a:ext uri="{FF2B5EF4-FFF2-40B4-BE49-F238E27FC236}">
                <a16:creationId xmlns:a16="http://schemas.microsoft.com/office/drawing/2014/main" id="{3DE8FF21-B576-2C96-AA78-38E847F28739}"/>
              </a:ext>
            </a:extLst>
          </p:cNvPr>
          <p:cNvSpPr>
            <a:spLocks noGrp="1"/>
          </p:cNvSpPr>
          <p:nvPr>
            <p:ph type="body" sz="half" idx="22" hasCustomPrompt="1"/>
          </p:nvPr>
        </p:nvSpPr>
        <p:spPr>
          <a:xfrm>
            <a:off x="3387726" y="5340351"/>
            <a:ext cx="2555875" cy="606424"/>
          </a:xfrm>
        </p:spPr>
        <p:txBody>
          <a:bodyPr lIns="0" tIns="0" rIns="0" bIns="0" anchor="t" anchorCtr="0"/>
          <a:lstStyle>
            <a:lvl1pPr marL="102870" indent="-102870">
              <a:buFont typeface="Arial" panose="020B0604020202020204" pitchFamily="34" charset="0"/>
              <a:buChar char="•"/>
              <a:tabLst/>
              <a:defRPr sz="810" spc="0">
                <a:solidFill>
                  <a:schemeClr val="tx1"/>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add bullets</a:t>
            </a:r>
          </a:p>
        </p:txBody>
      </p:sp>
      <p:sp>
        <p:nvSpPr>
          <p:cNvPr id="3" name="Text Placeholder 3">
            <a:extLst>
              <a:ext uri="{FF2B5EF4-FFF2-40B4-BE49-F238E27FC236}">
                <a16:creationId xmlns:a16="http://schemas.microsoft.com/office/drawing/2014/main" id="{7CA1088F-9FF5-F636-F0EF-442652F4693E}"/>
              </a:ext>
            </a:extLst>
          </p:cNvPr>
          <p:cNvSpPr>
            <a:spLocks noGrp="1"/>
          </p:cNvSpPr>
          <p:nvPr>
            <p:ph type="body" sz="half" idx="2" hasCustomPrompt="1"/>
          </p:nvPr>
        </p:nvSpPr>
        <p:spPr>
          <a:xfrm>
            <a:off x="6248400" y="6187669"/>
            <a:ext cx="4648200" cy="365531"/>
          </a:xfrm>
        </p:spPr>
        <p:txBody>
          <a:bodyPr vert="horz" lIns="0" tIns="0" rIns="0" bIns="0" rtlCol="0" anchor="b">
            <a:noAutofit/>
          </a:bodyPr>
          <a:lstStyle>
            <a:lvl1pPr>
              <a:defRPr lang="en-US" sz="720" spc="0">
                <a:solidFill>
                  <a:srgbClr val="6D6D6D"/>
                </a:solidFill>
              </a:defRPr>
            </a:lvl1pPr>
          </a:lstStyle>
          <a:p>
            <a:pPr lvl="0"/>
            <a:r>
              <a:rPr lang="en-US"/>
              <a:t>Click to add footnote/source</a:t>
            </a:r>
          </a:p>
        </p:txBody>
      </p:sp>
    </p:spTree>
    <p:extLst>
      <p:ext uri="{BB962C8B-B14F-4D97-AF65-F5344CB8AC3E}">
        <p14:creationId xmlns:p14="http://schemas.microsoft.com/office/powerpoint/2010/main" val="1282836270"/>
      </p:ext>
    </p:extLst>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showMasterSp="0" preserve="1" userDrawn="1">
  <p:cSld name="Editorial 1">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0FBDD6E6-B12D-8B68-D1AC-FAAF39A5975D}"/>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9" name="think-cell data - do not delete" hidden="1">
                        <a:extLst>
                          <a:ext uri="{FF2B5EF4-FFF2-40B4-BE49-F238E27FC236}">
                            <a16:creationId xmlns:a16="http://schemas.microsoft.com/office/drawing/2014/main" id="{0FBDD6E6-B12D-8B68-D1AC-FAAF39A5975D}"/>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7" name="Picture Placeholder 14">
            <a:extLst>
              <a:ext uri="{FF2B5EF4-FFF2-40B4-BE49-F238E27FC236}">
                <a16:creationId xmlns:a16="http://schemas.microsoft.com/office/drawing/2014/main" id="{325EAEC5-07DD-08D3-5CEE-A06F1D59B0C7}"/>
              </a:ext>
            </a:extLst>
          </p:cNvPr>
          <p:cNvSpPr>
            <a:spLocks noGrp="1" noChangeAspect="1"/>
          </p:cNvSpPr>
          <p:nvPr>
            <p:ph type="pic" sz="quarter" idx="13"/>
          </p:nvPr>
        </p:nvSpPr>
        <p:spPr>
          <a:xfrm>
            <a:off x="-3048" y="1612901"/>
            <a:ext cx="12198096" cy="5248656"/>
          </a:xfrm>
          <a:solidFill>
            <a:srgbClr val="E8E6E3"/>
          </a:solidFill>
        </p:spPr>
        <p:txBody>
          <a:bodyPr vert="horz" lIns="0" tIns="0" rIns="0" bIns="0" rtlCol="0">
            <a:noAutofit/>
          </a:bodyPr>
          <a:lstStyle>
            <a:lvl1pPr>
              <a:defRPr lang="en-US"/>
            </a:lvl1pPr>
          </a:lstStyle>
          <a:p>
            <a:pPr lvl="0"/>
            <a:r>
              <a:rPr lang="en-US"/>
              <a:t>Click icon to add picture</a:t>
            </a:r>
          </a:p>
        </p:txBody>
      </p:sp>
      <p:sp>
        <p:nvSpPr>
          <p:cNvPr id="2" name="Title 1">
            <a:extLst>
              <a:ext uri="{FF2B5EF4-FFF2-40B4-BE49-F238E27FC236}">
                <a16:creationId xmlns:a16="http://schemas.microsoft.com/office/drawing/2014/main" id="{49A34728-B9A6-15E4-034B-EB09751338F2}"/>
              </a:ext>
            </a:extLst>
          </p:cNvPr>
          <p:cNvSpPr>
            <a:spLocks noGrp="1"/>
          </p:cNvSpPr>
          <p:nvPr>
            <p:ph type="title" hasCustomPrompt="1"/>
          </p:nvPr>
        </p:nvSpPr>
        <p:spPr>
          <a:xfrm>
            <a:off x="304800" y="304802"/>
            <a:ext cx="5638800" cy="1003299"/>
          </a:xfrm>
        </p:spPr>
        <p:txBody>
          <a:bodyPr vert="horz"/>
          <a:lstStyle/>
          <a:p>
            <a:r>
              <a:rPr lang="en-US"/>
              <a:t>Click to add title</a:t>
            </a:r>
          </a:p>
        </p:txBody>
      </p:sp>
      <p:sp>
        <p:nvSpPr>
          <p:cNvPr id="12" name="Text Placeholder 3">
            <a:extLst>
              <a:ext uri="{FF2B5EF4-FFF2-40B4-BE49-F238E27FC236}">
                <a16:creationId xmlns:a16="http://schemas.microsoft.com/office/drawing/2014/main" id="{EA8A2B21-5BA1-D0D6-9101-26CE96BAD891}"/>
              </a:ext>
            </a:extLst>
          </p:cNvPr>
          <p:cNvSpPr>
            <a:spLocks noGrp="1"/>
          </p:cNvSpPr>
          <p:nvPr>
            <p:ph type="body" sz="half" idx="15"/>
          </p:nvPr>
        </p:nvSpPr>
        <p:spPr>
          <a:xfrm>
            <a:off x="6251598" y="304802"/>
            <a:ext cx="2663803" cy="1003300"/>
          </a:xfrm>
        </p:spPr>
        <p:txBody>
          <a:bodyPr/>
          <a:lstStyle>
            <a:lvl1pPr marL="0" indent="0">
              <a:buNone/>
              <a:defRPr sz="108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edit Master text styles</a:t>
            </a:r>
          </a:p>
        </p:txBody>
      </p:sp>
      <p:sp>
        <p:nvSpPr>
          <p:cNvPr id="11" name="Text Placeholder 3">
            <a:extLst>
              <a:ext uri="{FF2B5EF4-FFF2-40B4-BE49-F238E27FC236}">
                <a16:creationId xmlns:a16="http://schemas.microsoft.com/office/drawing/2014/main" id="{F2411564-8106-BE7B-C058-5F7CD715B819}"/>
              </a:ext>
            </a:extLst>
          </p:cNvPr>
          <p:cNvSpPr>
            <a:spLocks noGrp="1"/>
          </p:cNvSpPr>
          <p:nvPr>
            <p:ph type="body" sz="half" idx="14"/>
          </p:nvPr>
        </p:nvSpPr>
        <p:spPr>
          <a:xfrm>
            <a:off x="9223398" y="304802"/>
            <a:ext cx="2663803" cy="1003300"/>
          </a:xfrm>
        </p:spPr>
        <p:txBody>
          <a:bodyPr/>
          <a:lstStyle>
            <a:lvl1pPr marL="0" indent="0">
              <a:buNone/>
              <a:defRPr sz="108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edit Master text styles</a:t>
            </a:r>
          </a:p>
        </p:txBody>
      </p:sp>
      <p:sp>
        <p:nvSpPr>
          <p:cNvPr id="4" name="Slide Number Placeholder 3">
            <a:extLst>
              <a:ext uri="{FF2B5EF4-FFF2-40B4-BE49-F238E27FC236}">
                <a16:creationId xmlns:a16="http://schemas.microsoft.com/office/drawing/2014/main" id="{06B04D3F-71ED-B955-E788-3AA018EAC063}"/>
              </a:ext>
            </a:extLst>
          </p:cNvPr>
          <p:cNvSpPr>
            <a:spLocks noGrp="1"/>
          </p:cNvSpPr>
          <p:nvPr>
            <p:ph type="sldNum" sz="quarter" idx="17"/>
          </p:nvPr>
        </p:nvSpPr>
        <p:spPr/>
        <p:txBody>
          <a:bodyPr/>
          <a:lstStyle/>
          <a:p>
            <a:fld id="{48F63A3B-78C7-47BE-AE5E-E10140E04643}" type="slidenum">
              <a:rPr lang="en-US" smtClean="0"/>
              <a:t>‹#›</a:t>
            </a:fld>
            <a:endParaRPr lang="en-US"/>
          </a:p>
        </p:txBody>
      </p:sp>
      <p:sp>
        <p:nvSpPr>
          <p:cNvPr id="3" name="Footer Placeholder 2">
            <a:extLst>
              <a:ext uri="{FF2B5EF4-FFF2-40B4-BE49-F238E27FC236}">
                <a16:creationId xmlns:a16="http://schemas.microsoft.com/office/drawing/2014/main" id="{2871B0ED-A5EF-93AE-76AA-CF9B8D401442}"/>
              </a:ext>
            </a:extLst>
          </p:cNvPr>
          <p:cNvSpPr>
            <a:spLocks noGrp="1"/>
          </p:cNvSpPr>
          <p:nvPr>
            <p:ph type="ftr" sz="quarter" idx="18"/>
          </p:nvPr>
        </p:nvSpPr>
        <p:spPr/>
        <p:txBody>
          <a:bodyPr/>
          <a:lstStyle/>
          <a:p>
            <a:r>
              <a:rPr lang="en-US"/>
              <a:t>General Motors</a:t>
            </a:r>
          </a:p>
        </p:txBody>
      </p:sp>
    </p:spTree>
    <p:extLst>
      <p:ext uri="{BB962C8B-B14F-4D97-AF65-F5344CB8AC3E}">
        <p14:creationId xmlns:p14="http://schemas.microsoft.com/office/powerpoint/2010/main" val="2154808553"/>
      </p:ext>
    </p:extLst>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p:cSld name="Editorial 2">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0FBDD6E6-B12D-8B68-D1AC-FAAF39A5975D}"/>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9" name="think-cell data - do not delete" hidden="1">
                        <a:extLst>
                          <a:ext uri="{FF2B5EF4-FFF2-40B4-BE49-F238E27FC236}">
                            <a16:creationId xmlns:a16="http://schemas.microsoft.com/office/drawing/2014/main" id="{0FBDD6E6-B12D-8B68-D1AC-FAAF39A5975D}"/>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7" name="Picture Placeholder 14">
            <a:extLst>
              <a:ext uri="{FF2B5EF4-FFF2-40B4-BE49-F238E27FC236}">
                <a16:creationId xmlns:a16="http://schemas.microsoft.com/office/drawing/2014/main" id="{325EAEC5-07DD-08D3-5CEE-A06F1D59B0C7}"/>
              </a:ext>
            </a:extLst>
          </p:cNvPr>
          <p:cNvSpPr>
            <a:spLocks noGrp="1"/>
          </p:cNvSpPr>
          <p:nvPr>
            <p:ph type="pic" sz="quarter" idx="13"/>
          </p:nvPr>
        </p:nvSpPr>
        <p:spPr>
          <a:xfrm>
            <a:off x="304800" y="1612901"/>
            <a:ext cx="8610601" cy="4460007"/>
          </a:xfrm>
          <a:noFill/>
        </p:spPr>
        <p:txBody>
          <a:bodyPr/>
          <a:lstStyle/>
          <a:p>
            <a:r>
              <a:rPr lang="en-US"/>
              <a:t>Click icon to add picture</a:t>
            </a:r>
          </a:p>
        </p:txBody>
      </p:sp>
      <p:sp>
        <p:nvSpPr>
          <p:cNvPr id="2" name="Title 1">
            <a:extLst>
              <a:ext uri="{FF2B5EF4-FFF2-40B4-BE49-F238E27FC236}">
                <a16:creationId xmlns:a16="http://schemas.microsoft.com/office/drawing/2014/main" id="{49A34728-B9A6-15E4-034B-EB09751338F2}"/>
              </a:ext>
            </a:extLst>
          </p:cNvPr>
          <p:cNvSpPr>
            <a:spLocks noGrp="1"/>
          </p:cNvSpPr>
          <p:nvPr>
            <p:ph type="title" hasCustomPrompt="1"/>
          </p:nvPr>
        </p:nvSpPr>
        <p:spPr>
          <a:xfrm>
            <a:off x="304800" y="304802"/>
            <a:ext cx="8610600" cy="1003299"/>
          </a:xfrm>
        </p:spPr>
        <p:txBody>
          <a:bodyPr vert="horz"/>
          <a:lstStyle/>
          <a:p>
            <a:r>
              <a:rPr lang="en-US"/>
              <a:t>Click to add title</a:t>
            </a:r>
          </a:p>
        </p:txBody>
      </p:sp>
      <p:sp>
        <p:nvSpPr>
          <p:cNvPr id="11" name="Text Placeholder 3">
            <a:extLst>
              <a:ext uri="{FF2B5EF4-FFF2-40B4-BE49-F238E27FC236}">
                <a16:creationId xmlns:a16="http://schemas.microsoft.com/office/drawing/2014/main" id="{F2411564-8106-BE7B-C058-5F7CD715B819}"/>
              </a:ext>
            </a:extLst>
          </p:cNvPr>
          <p:cNvSpPr>
            <a:spLocks noGrp="1"/>
          </p:cNvSpPr>
          <p:nvPr>
            <p:ph type="body" sz="half" idx="14" hasCustomPrompt="1"/>
          </p:nvPr>
        </p:nvSpPr>
        <p:spPr>
          <a:xfrm>
            <a:off x="9223398" y="304802"/>
            <a:ext cx="2663803" cy="1003300"/>
          </a:xfrm>
        </p:spPr>
        <p:txBody>
          <a:bodyPr/>
          <a:lstStyle>
            <a:lvl1pPr marL="0" indent="0">
              <a:lnSpc>
                <a:spcPct val="87000"/>
              </a:lnSpc>
              <a:buNone/>
              <a:defRPr sz="4140" spc="-135">
                <a:solidFill>
                  <a:schemeClr val="tx2"/>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00,000</a:t>
            </a:r>
          </a:p>
        </p:txBody>
      </p:sp>
      <p:sp>
        <p:nvSpPr>
          <p:cNvPr id="13" name="Text Placeholder 3">
            <a:extLst>
              <a:ext uri="{FF2B5EF4-FFF2-40B4-BE49-F238E27FC236}">
                <a16:creationId xmlns:a16="http://schemas.microsoft.com/office/drawing/2014/main" id="{A53E2F74-02A7-E4F0-57AA-99F209BE7F40}"/>
              </a:ext>
            </a:extLst>
          </p:cNvPr>
          <p:cNvSpPr>
            <a:spLocks noGrp="1"/>
          </p:cNvSpPr>
          <p:nvPr>
            <p:ph type="body" sz="half" idx="15"/>
          </p:nvPr>
        </p:nvSpPr>
        <p:spPr>
          <a:xfrm>
            <a:off x="9223398" y="4232276"/>
            <a:ext cx="2663799" cy="1840633"/>
          </a:xfrm>
        </p:spPr>
        <p:txBody>
          <a:bodyPr anchor="b"/>
          <a:lstStyle>
            <a:lvl1pPr marL="0" indent="0">
              <a:buNone/>
              <a:defRPr sz="1080" spc="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edit Master text styles</a:t>
            </a:r>
          </a:p>
        </p:txBody>
      </p:sp>
      <p:cxnSp>
        <p:nvCxnSpPr>
          <p:cNvPr id="14" name="Straight Connector 13">
            <a:extLst>
              <a:ext uri="{FF2B5EF4-FFF2-40B4-BE49-F238E27FC236}">
                <a16:creationId xmlns:a16="http://schemas.microsoft.com/office/drawing/2014/main" id="{59A4B887-70E7-3A7D-3F15-9D57EEE5CCAB}"/>
              </a:ext>
            </a:extLst>
          </p:cNvPr>
          <p:cNvCxnSpPr>
            <a:cxnSpLocks/>
          </p:cNvCxnSpPr>
          <p:nvPr/>
        </p:nvCxnSpPr>
        <p:spPr>
          <a:xfrm>
            <a:off x="9063004" y="304801"/>
            <a:ext cx="0" cy="5789069"/>
          </a:xfrm>
          <a:prstGeom prst="line">
            <a:avLst/>
          </a:prstGeom>
          <a:ln w="12700">
            <a:solidFill>
              <a:srgbClr val="D2CFCA"/>
            </a:solidFill>
          </a:ln>
        </p:spPr>
        <p:style>
          <a:lnRef idx="2">
            <a:schemeClr val="accent1"/>
          </a:lnRef>
          <a:fillRef idx="0">
            <a:schemeClr val="accent1"/>
          </a:fillRef>
          <a:effectRef idx="1">
            <a:schemeClr val="accent1"/>
          </a:effectRef>
          <a:fontRef idx="minor">
            <a:schemeClr val="tx1"/>
          </a:fontRef>
        </p:style>
      </p:cxnSp>
      <p:sp>
        <p:nvSpPr>
          <p:cNvPr id="3" name="Text Placeholder 3">
            <a:extLst>
              <a:ext uri="{FF2B5EF4-FFF2-40B4-BE49-F238E27FC236}">
                <a16:creationId xmlns:a16="http://schemas.microsoft.com/office/drawing/2014/main" id="{B5B3E916-0083-FF36-7DCC-1FE83AEAF727}"/>
              </a:ext>
            </a:extLst>
          </p:cNvPr>
          <p:cNvSpPr>
            <a:spLocks noGrp="1"/>
          </p:cNvSpPr>
          <p:nvPr>
            <p:ph type="body" sz="half" idx="2" hasCustomPrompt="1"/>
          </p:nvPr>
        </p:nvSpPr>
        <p:spPr>
          <a:xfrm>
            <a:off x="6248400" y="6187669"/>
            <a:ext cx="4648200" cy="365531"/>
          </a:xfrm>
        </p:spPr>
        <p:txBody>
          <a:bodyPr vert="horz" lIns="0" tIns="0" rIns="0" bIns="0" rtlCol="0" anchor="b">
            <a:noAutofit/>
          </a:bodyPr>
          <a:lstStyle>
            <a:lvl1pPr>
              <a:defRPr lang="en-US" sz="720" spc="0">
                <a:solidFill>
                  <a:srgbClr val="6D6D6D"/>
                </a:solidFill>
              </a:defRPr>
            </a:lvl1pPr>
          </a:lstStyle>
          <a:p>
            <a:pPr lvl="0"/>
            <a:r>
              <a:rPr lang="en-US"/>
              <a:t>Click to add footnote/source</a:t>
            </a:r>
          </a:p>
        </p:txBody>
      </p:sp>
    </p:spTree>
    <p:extLst>
      <p:ext uri="{BB962C8B-B14F-4D97-AF65-F5344CB8AC3E}">
        <p14:creationId xmlns:p14="http://schemas.microsoft.com/office/powerpoint/2010/main" val="47040164"/>
      </p:ext>
    </p:extLst>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p:cSld name="Editorial 3">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0FBDD6E6-B12D-8B68-D1AC-FAAF39A5975D}"/>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9" name="think-cell data - do not delete" hidden="1">
                        <a:extLst>
                          <a:ext uri="{FF2B5EF4-FFF2-40B4-BE49-F238E27FC236}">
                            <a16:creationId xmlns:a16="http://schemas.microsoft.com/office/drawing/2014/main" id="{0FBDD6E6-B12D-8B68-D1AC-FAAF39A5975D}"/>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7" name="Picture Placeholder 14">
            <a:extLst>
              <a:ext uri="{FF2B5EF4-FFF2-40B4-BE49-F238E27FC236}">
                <a16:creationId xmlns:a16="http://schemas.microsoft.com/office/drawing/2014/main" id="{325EAEC5-07DD-08D3-5CEE-A06F1D59B0C7}"/>
              </a:ext>
            </a:extLst>
          </p:cNvPr>
          <p:cNvSpPr>
            <a:spLocks noGrp="1" noChangeAspect="1"/>
          </p:cNvSpPr>
          <p:nvPr>
            <p:ph type="pic" sz="quarter" idx="13"/>
          </p:nvPr>
        </p:nvSpPr>
        <p:spPr>
          <a:xfrm>
            <a:off x="3276600" y="304801"/>
            <a:ext cx="4645152" cy="2615184"/>
          </a:xfrm>
          <a:noFill/>
        </p:spPr>
        <p:txBody>
          <a:bodyPr/>
          <a:lstStyle/>
          <a:p>
            <a:r>
              <a:rPr lang="en-US"/>
              <a:t>Click icon to add picture</a:t>
            </a:r>
          </a:p>
        </p:txBody>
      </p:sp>
      <p:sp>
        <p:nvSpPr>
          <p:cNvPr id="2" name="Title 1">
            <a:extLst>
              <a:ext uri="{FF2B5EF4-FFF2-40B4-BE49-F238E27FC236}">
                <a16:creationId xmlns:a16="http://schemas.microsoft.com/office/drawing/2014/main" id="{49A34728-B9A6-15E4-034B-EB09751338F2}"/>
              </a:ext>
            </a:extLst>
          </p:cNvPr>
          <p:cNvSpPr>
            <a:spLocks noGrp="1"/>
          </p:cNvSpPr>
          <p:nvPr>
            <p:ph type="title" hasCustomPrompt="1"/>
          </p:nvPr>
        </p:nvSpPr>
        <p:spPr>
          <a:xfrm>
            <a:off x="304801" y="304802"/>
            <a:ext cx="2666999" cy="1168399"/>
          </a:xfrm>
        </p:spPr>
        <p:txBody>
          <a:bodyPr vert="horz"/>
          <a:lstStyle/>
          <a:p>
            <a:r>
              <a:rPr lang="en-US"/>
              <a:t>Click to add title</a:t>
            </a:r>
          </a:p>
        </p:txBody>
      </p:sp>
      <p:sp>
        <p:nvSpPr>
          <p:cNvPr id="11" name="Text Placeholder 3">
            <a:extLst>
              <a:ext uri="{FF2B5EF4-FFF2-40B4-BE49-F238E27FC236}">
                <a16:creationId xmlns:a16="http://schemas.microsoft.com/office/drawing/2014/main" id="{F2411564-8106-BE7B-C058-5F7CD715B819}"/>
              </a:ext>
            </a:extLst>
          </p:cNvPr>
          <p:cNvSpPr>
            <a:spLocks noGrp="1"/>
          </p:cNvSpPr>
          <p:nvPr>
            <p:ph type="body" sz="half" idx="14"/>
          </p:nvPr>
        </p:nvSpPr>
        <p:spPr>
          <a:xfrm>
            <a:off x="8229601" y="304801"/>
            <a:ext cx="3657600" cy="2616200"/>
          </a:xfrm>
        </p:spPr>
        <p:txBody>
          <a:bodyPr/>
          <a:lstStyle>
            <a:lvl1pPr marL="0" indent="0">
              <a:lnSpc>
                <a:spcPct val="100000"/>
              </a:lnSpc>
              <a:buNone/>
              <a:defRPr sz="144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edit Master text styles</a:t>
            </a:r>
          </a:p>
        </p:txBody>
      </p:sp>
      <p:cxnSp>
        <p:nvCxnSpPr>
          <p:cNvPr id="14" name="Straight Connector 13">
            <a:extLst>
              <a:ext uri="{FF2B5EF4-FFF2-40B4-BE49-F238E27FC236}">
                <a16:creationId xmlns:a16="http://schemas.microsoft.com/office/drawing/2014/main" id="{59A4B887-70E7-3A7D-3F15-9D57EEE5CCAB}"/>
              </a:ext>
            </a:extLst>
          </p:cNvPr>
          <p:cNvCxnSpPr>
            <a:cxnSpLocks/>
          </p:cNvCxnSpPr>
          <p:nvPr/>
        </p:nvCxnSpPr>
        <p:spPr>
          <a:xfrm>
            <a:off x="8077200" y="304801"/>
            <a:ext cx="0" cy="5789069"/>
          </a:xfrm>
          <a:prstGeom prst="line">
            <a:avLst/>
          </a:prstGeom>
          <a:ln w="12700">
            <a:solidFill>
              <a:srgbClr val="D2CFCA"/>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8BE5242C-22F3-81A8-523C-F26FD4379101}"/>
              </a:ext>
            </a:extLst>
          </p:cNvPr>
          <p:cNvCxnSpPr>
            <a:cxnSpLocks/>
          </p:cNvCxnSpPr>
          <p:nvPr/>
        </p:nvCxnSpPr>
        <p:spPr>
          <a:xfrm>
            <a:off x="3124200" y="304801"/>
            <a:ext cx="0" cy="5789069"/>
          </a:xfrm>
          <a:prstGeom prst="line">
            <a:avLst/>
          </a:prstGeom>
          <a:ln w="12700">
            <a:solidFill>
              <a:srgbClr val="D2CFCA"/>
            </a:solidFill>
          </a:ln>
        </p:spPr>
        <p:style>
          <a:lnRef idx="2">
            <a:schemeClr val="accent1"/>
          </a:lnRef>
          <a:fillRef idx="0">
            <a:schemeClr val="accent1"/>
          </a:fillRef>
          <a:effectRef idx="1">
            <a:schemeClr val="accent1"/>
          </a:effectRef>
          <a:fontRef idx="minor">
            <a:schemeClr val="tx1"/>
          </a:fontRef>
        </p:style>
      </p:cxnSp>
      <p:sp>
        <p:nvSpPr>
          <p:cNvPr id="10" name="Picture Placeholder 14">
            <a:extLst>
              <a:ext uri="{FF2B5EF4-FFF2-40B4-BE49-F238E27FC236}">
                <a16:creationId xmlns:a16="http://schemas.microsoft.com/office/drawing/2014/main" id="{EBB31B0B-09F8-93AF-D2AA-C82A01F2416D}"/>
              </a:ext>
            </a:extLst>
          </p:cNvPr>
          <p:cNvSpPr>
            <a:spLocks noGrp="1"/>
          </p:cNvSpPr>
          <p:nvPr>
            <p:ph type="pic" sz="quarter" idx="16"/>
          </p:nvPr>
        </p:nvSpPr>
        <p:spPr>
          <a:xfrm>
            <a:off x="3276600" y="3477493"/>
            <a:ext cx="4648198" cy="2616200"/>
          </a:xfrm>
          <a:noFill/>
        </p:spPr>
        <p:txBody>
          <a:bodyPr/>
          <a:lstStyle/>
          <a:p>
            <a:r>
              <a:rPr lang="en-US"/>
              <a:t>Click icon to add picture</a:t>
            </a:r>
          </a:p>
        </p:txBody>
      </p:sp>
      <p:sp>
        <p:nvSpPr>
          <p:cNvPr id="12" name="Picture Placeholder 14">
            <a:extLst>
              <a:ext uri="{FF2B5EF4-FFF2-40B4-BE49-F238E27FC236}">
                <a16:creationId xmlns:a16="http://schemas.microsoft.com/office/drawing/2014/main" id="{D892F18F-1849-6E2D-3A75-93660AE9EE3C}"/>
              </a:ext>
            </a:extLst>
          </p:cNvPr>
          <p:cNvSpPr>
            <a:spLocks noGrp="1"/>
          </p:cNvSpPr>
          <p:nvPr>
            <p:ph type="pic" sz="quarter" idx="17"/>
          </p:nvPr>
        </p:nvSpPr>
        <p:spPr>
          <a:xfrm>
            <a:off x="10210801" y="4419601"/>
            <a:ext cx="1676397" cy="1674091"/>
          </a:xfrm>
          <a:noFill/>
        </p:spPr>
        <p:txBody>
          <a:bodyPr/>
          <a:lstStyle/>
          <a:p>
            <a:r>
              <a:rPr lang="en-US"/>
              <a:t>Click icon to add picture</a:t>
            </a:r>
          </a:p>
        </p:txBody>
      </p:sp>
      <p:sp>
        <p:nvSpPr>
          <p:cNvPr id="3" name="Text Placeholder 3">
            <a:extLst>
              <a:ext uri="{FF2B5EF4-FFF2-40B4-BE49-F238E27FC236}">
                <a16:creationId xmlns:a16="http://schemas.microsoft.com/office/drawing/2014/main" id="{BACFDD7C-7CDA-51AC-7A3F-0C5DF0BE3A79}"/>
              </a:ext>
            </a:extLst>
          </p:cNvPr>
          <p:cNvSpPr>
            <a:spLocks noGrp="1"/>
          </p:cNvSpPr>
          <p:nvPr>
            <p:ph type="body" sz="half" idx="2" hasCustomPrompt="1"/>
          </p:nvPr>
        </p:nvSpPr>
        <p:spPr>
          <a:xfrm>
            <a:off x="6248401" y="6187669"/>
            <a:ext cx="4648199" cy="365531"/>
          </a:xfrm>
        </p:spPr>
        <p:txBody>
          <a:bodyPr vert="horz" lIns="0" tIns="0" rIns="0" bIns="0" rtlCol="0" anchor="b">
            <a:noAutofit/>
          </a:bodyPr>
          <a:lstStyle>
            <a:lvl1pPr>
              <a:defRPr lang="en-US" sz="720" spc="0">
                <a:solidFill>
                  <a:srgbClr val="6D6D6D"/>
                </a:solidFill>
              </a:defRPr>
            </a:lvl1pPr>
          </a:lstStyle>
          <a:p>
            <a:pPr lvl="0"/>
            <a:r>
              <a:rPr lang="en-US"/>
              <a:t>Click to add footnote/source</a:t>
            </a:r>
          </a:p>
        </p:txBody>
      </p:sp>
    </p:spTree>
    <p:extLst>
      <p:ext uri="{BB962C8B-B14F-4D97-AF65-F5344CB8AC3E}">
        <p14:creationId xmlns:p14="http://schemas.microsoft.com/office/powerpoint/2010/main" val="1574595860"/>
      </p:ext>
    </p:extLst>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p:cSld name="Editorial 4">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0FBDD6E6-B12D-8B68-D1AC-FAAF39A5975D}"/>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9" name="think-cell data - do not delete" hidden="1">
                        <a:extLst>
                          <a:ext uri="{FF2B5EF4-FFF2-40B4-BE49-F238E27FC236}">
                            <a16:creationId xmlns:a16="http://schemas.microsoft.com/office/drawing/2014/main" id="{0FBDD6E6-B12D-8B68-D1AC-FAAF39A5975D}"/>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7" name="Picture Placeholder 14">
            <a:extLst>
              <a:ext uri="{FF2B5EF4-FFF2-40B4-BE49-F238E27FC236}">
                <a16:creationId xmlns:a16="http://schemas.microsoft.com/office/drawing/2014/main" id="{325EAEC5-07DD-08D3-5CEE-A06F1D59B0C7}"/>
              </a:ext>
            </a:extLst>
          </p:cNvPr>
          <p:cNvSpPr>
            <a:spLocks noGrp="1" noChangeAspect="1"/>
          </p:cNvSpPr>
          <p:nvPr>
            <p:ph type="pic" sz="quarter" idx="13"/>
          </p:nvPr>
        </p:nvSpPr>
        <p:spPr>
          <a:xfrm>
            <a:off x="3276600" y="304801"/>
            <a:ext cx="2666992" cy="2673926"/>
          </a:xfrm>
          <a:noFill/>
        </p:spPr>
        <p:txBody>
          <a:bodyPr/>
          <a:lstStyle/>
          <a:p>
            <a:r>
              <a:rPr lang="en-US"/>
              <a:t>Click icon to add picture</a:t>
            </a:r>
          </a:p>
        </p:txBody>
      </p:sp>
      <p:sp>
        <p:nvSpPr>
          <p:cNvPr id="2" name="Title 1">
            <a:extLst>
              <a:ext uri="{FF2B5EF4-FFF2-40B4-BE49-F238E27FC236}">
                <a16:creationId xmlns:a16="http://schemas.microsoft.com/office/drawing/2014/main" id="{49A34728-B9A6-15E4-034B-EB09751338F2}"/>
              </a:ext>
            </a:extLst>
          </p:cNvPr>
          <p:cNvSpPr>
            <a:spLocks noGrp="1"/>
          </p:cNvSpPr>
          <p:nvPr>
            <p:ph type="title" hasCustomPrompt="1"/>
          </p:nvPr>
        </p:nvSpPr>
        <p:spPr>
          <a:xfrm>
            <a:off x="304801" y="304802"/>
            <a:ext cx="2666999" cy="1168399"/>
          </a:xfrm>
        </p:spPr>
        <p:txBody>
          <a:bodyPr vert="horz"/>
          <a:lstStyle/>
          <a:p>
            <a:r>
              <a:rPr lang="en-US"/>
              <a:t>Click to add title</a:t>
            </a:r>
          </a:p>
        </p:txBody>
      </p:sp>
      <p:sp>
        <p:nvSpPr>
          <p:cNvPr id="11" name="Text Placeholder 3">
            <a:extLst>
              <a:ext uri="{FF2B5EF4-FFF2-40B4-BE49-F238E27FC236}">
                <a16:creationId xmlns:a16="http://schemas.microsoft.com/office/drawing/2014/main" id="{F2411564-8106-BE7B-C058-5F7CD715B819}"/>
              </a:ext>
            </a:extLst>
          </p:cNvPr>
          <p:cNvSpPr>
            <a:spLocks noGrp="1"/>
          </p:cNvSpPr>
          <p:nvPr>
            <p:ph type="body" sz="half" idx="14"/>
          </p:nvPr>
        </p:nvSpPr>
        <p:spPr>
          <a:xfrm>
            <a:off x="9220200" y="304801"/>
            <a:ext cx="2667001" cy="2616200"/>
          </a:xfrm>
        </p:spPr>
        <p:txBody>
          <a:bodyPr/>
          <a:lstStyle>
            <a:lvl1pPr marL="0" indent="0">
              <a:buNone/>
              <a:defRPr sz="108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edit Master text styles</a:t>
            </a:r>
          </a:p>
        </p:txBody>
      </p:sp>
      <p:cxnSp>
        <p:nvCxnSpPr>
          <p:cNvPr id="14" name="Straight Connector 13">
            <a:extLst>
              <a:ext uri="{FF2B5EF4-FFF2-40B4-BE49-F238E27FC236}">
                <a16:creationId xmlns:a16="http://schemas.microsoft.com/office/drawing/2014/main" id="{59A4B887-70E7-3A7D-3F15-9D57EEE5CCAB}"/>
              </a:ext>
            </a:extLst>
          </p:cNvPr>
          <p:cNvCxnSpPr>
            <a:cxnSpLocks/>
          </p:cNvCxnSpPr>
          <p:nvPr/>
        </p:nvCxnSpPr>
        <p:spPr>
          <a:xfrm>
            <a:off x="9067800" y="304801"/>
            <a:ext cx="0" cy="5789069"/>
          </a:xfrm>
          <a:prstGeom prst="line">
            <a:avLst/>
          </a:prstGeom>
          <a:ln w="12700">
            <a:solidFill>
              <a:srgbClr val="D2CFCA"/>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8BE5242C-22F3-81A8-523C-F26FD4379101}"/>
              </a:ext>
            </a:extLst>
          </p:cNvPr>
          <p:cNvCxnSpPr>
            <a:cxnSpLocks/>
          </p:cNvCxnSpPr>
          <p:nvPr/>
        </p:nvCxnSpPr>
        <p:spPr>
          <a:xfrm>
            <a:off x="3124200" y="304801"/>
            <a:ext cx="0" cy="5789069"/>
          </a:xfrm>
          <a:prstGeom prst="line">
            <a:avLst/>
          </a:prstGeom>
          <a:ln w="12700">
            <a:solidFill>
              <a:srgbClr val="D2CFCA"/>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DF7932C1-8540-564D-4DE5-5ED95CB5C819}"/>
              </a:ext>
            </a:extLst>
          </p:cNvPr>
          <p:cNvCxnSpPr>
            <a:cxnSpLocks/>
          </p:cNvCxnSpPr>
          <p:nvPr/>
        </p:nvCxnSpPr>
        <p:spPr>
          <a:xfrm>
            <a:off x="6096000" y="304801"/>
            <a:ext cx="0" cy="2673927"/>
          </a:xfrm>
          <a:prstGeom prst="line">
            <a:avLst/>
          </a:prstGeom>
          <a:ln w="12700">
            <a:solidFill>
              <a:srgbClr val="D2CFCA"/>
            </a:solidFill>
          </a:ln>
        </p:spPr>
        <p:style>
          <a:lnRef idx="2">
            <a:schemeClr val="accent1"/>
          </a:lnRef>
          <a:fillRef idx="0">
            <a:schemeClr val="accent1"/>
          </a:fillRef>
          <a:effectRef idx="1">
            <a:schemeClr val="accent1"/>
          </a:effectRef>
          <a:fontRef idx="minor">
            <a:schemeClr val="tx1"/>
          </a:fontRef>
        </p:style>
      </p:cxnSp>
      <p:sp>
        <p:nvSpPr>
          <p:cNvPr id="10" name="Picture Placeholder 14">
            <a:extLst>
              <a:ext uri="{FF2B5EF4-FFF2-40B4-BE49-F238E27FC236}">
                <a16:creationId xmlns:a16="http://schemas.microsoft.com/office/drawing/2014/main" id="{EBB31B0B-09F8-93AF-D2AA-C82A01F2416D}"/>
              </a:ext>
            </a:extLst>
          </p:cNvPr>
          <p:cNvSpPr>
            <a:spLocks noGrp="1"/>
          </p:cNvSpPr>
          <p:nvPr>
            <p:ph type="pic" sz="quarter" idx="16"/>
          </p:nvPr>
        </p:nvSpPr>
        <p:spPr>
          <a:xfrm>
            <a:off x="3276600" y="3276601"/>
            <a:ext cx="5638787" cy="2817092"/>
          </a:xfrm>
          <a:noFill/>
        </p:spPr>
        <p:txBody>
          <a:bodyPr/>
          <a:lstStyle/>
          <a:p>
            <a:r>
              <a:rPr lang="en-US"/>
              <a:t>Click icon to add picture</a:t>
            </a:r>
          </a:p>
        </p:txBody>
      </p:sp>
      <p:sp>
        <p:nvSpPr>
          <p:cNvPr id="6" name="Picture Placeholder 14">
            <a:extLst>
              <a:ext uri="{FF2B5EF4-FFF2-40B4-BE49-F238E27FC236}">
                <a16:creationId xmlns:a16="http://schemas.microsoft.com/office/drawing/2014/main" id="{2A69588C-A047-2F6F-B43B-97192D905707}"/>
              </a:ext>
            </a:extLst>
          </p:cNvPr>
          <p:cNvSpPr>
            <a:spLocks noGrp="1" noChangeAspect="1"/>
          </p:cNvSpPr>
          <p:nvPr>
            <p:ph type="pic" sz="quarter" idx="18"/>
          </p:nvPr>
        </p:nvSpPr>
        <p:spPr>
          <a:xfrm>
            <a:off x="6248400" y="304801"/>
            <a:ext cx="2666992" cy="2673926"/>
          </a:xfrm>
          <a:noFill/>
        </p:spPr>
        <p:txBody>
          <a:bodyPr/>
          <a:lstStyle/>
          <a:p>
            <a:r>
              <a:rPr lang="en-US"/>
              <a:t>Click icon to add picture</a:t>
            </a:r>
          </a:p>
        </p:txBody>
      </p:sp>
      <p:sp>
        <p:nvSpPr>
          <p:cNvPr id="16" name="Text Placeholder 7">
            <a:extLst>
              <a:ext uri="{FF2B5EF4-FFF2-40B4-BE49-F238E27FC236}">
                <a16:creationId xmlns:a16="http://schemas.microsoft.com/office/drawing/2014/main" id="{9E5D06D4-DC59-AE94-FAEE-44D9D5A0FDFA}"/>
              </a:ext>
            </a:extLst>
          </p:cNvPr>
          <p:cNvSpPr>
            <a:spLocks noGrp="1"/>
          </p:cNvSpPr>
          <p:nvPr>
            <p:ph type="body" sz="quarter" idx="17" hasCustomPrompt="1"/>
          </p:nvPr>
        </p:nvSpPr>
        <p:spPr>
          <a:xfrm>
            <a:off x="9223398" y="4462273"/>
            <a:ext cx="2670196" cy="2091791"/>
          </a:xfrm>
          <a:noFill/>
        </p:spPr>
        <p:txBody>
          <a:bodyPr anchor="b"/>
          <a:lstStyle>
            <a:lvl1pPr>
              <a:lnSpc>
                <a:spcPct val="100000"/>
              </a:lnSpc>
              <a:spcAft>
                <a:spcPts val="0"/>
              </a:spcAft>
              <a:defRPr sz="8640" b="0" i="0" spc="-270" baseline="0">
                <a:solidFill>
                  <a:schemeClr val="tx2"/>
                </a:solidFill>
                <a:latin typeface="+mn-lt"/>
              </a:defRPr>
            </a:lvl1pPr>
            <a:lvl2pPr marL="4287" indent="0">
              <a:buNone/>
              <a:defRPr/>
            </a:lvl2pPr>
            <a:lvl3pPr marL="207170" indent="-202883">
              <a:tabLst/>
              <a:defRPr/>
            </a:lvl3pPr>
            <a:lvl4pPr marL="414338" indent="-207170">
              <a:tabLst/>
              <a:defRPr/>
            </a:lvl4pPr>
            <a:lvl5pPr marL="621507" indent="-195740">
              <a:tabLst/>
              <a:defRPr/>
            </a:lvl5pPr>
          </a:lstStyle>
          <a:p>
            <a:pPr lvl="0"/>
            <a:r>
              <a:rPr lang="en-US"/>
              <a:t>000</a:t>
            </a:r>
          </a:p>
        </p:txBody>
      </p:sp>
      <p:sp>
        <p:nvSpPr>
          <p:cNvPr id="3" name="Text Placeholder 3">
            <a:extLst>
              <a:ext uri="{FF2B5EF4-FFF2-40B4-BE49-F238E27FC236}">
                <a16:creationId xmlns:a16="http://schemas.microsoft.com/office/drawing/2014/main" id="{BD41D147-C56C-1B1C-A50B-6918B324C137}"/>
              </a:ext>
            </a:extLst>
          </p:cNvPr>
          <p:cNvSpPr>
            <a:spLocks noGrp="1"/>
          </p:cNvSpPr>
          <p:nvPr>
            <p:ph type="body" sz="half" idx="2" hasCustomPrompt="1"/>
          </p:nvPr>
        </p:nvSpPr>
        <p:spPr>
          <a:xfrm>
            <a:off x="6248400" y="6187669"/>
            <a:ext cx="4648196" cy="365531"/>
          </a:xfrm>
        </p:spPr>
        <p:txBody>
          <a:bodyPr vert="horz" lIns="0" tIns="0" rIns="0" bIns="0" rtlCol="0" anchor="b">
            <a:noAutofit/>
          </a:bodyPr>
          <a:lstStyle>
            <a:lvl1pPr>
              <a:defRPr lang="en-US" sz="720" spc="0">
                <a:solidFill>
                  <a:srgbClr val="6D6D6D"/>
                </a:solidFill>
              </a:defRPr>
            </a:lvl1pPr>
          </a:lstStyle>
          <a:p>
            <a:pPr lvl="0"/>
            <a:r>
              <a:rPr lang="en-US"/>
              <a:t>Click to add footnote/source</a:t>
            </a:r>
          </a:p>
        </p:txBody>
      </p:sp>
    </p:spTree>
    <p:extLst>
      <p:ext uri="{BB962C8B-B14F-4D97-AF65-F5344CB8AC3E}">
        <p14:creationId xmlns:p14="http://schemas.microsoft.com/office/powerpoint/2010/main" val="321820021"/>
      </p:ext>
    </p:extLst>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p:cSld name="Editorial 5">
    <p:bg>
      <p:bgPr>
        <a:solidFill>
          <a:srgbClr val="040A10"/>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0FBDD6E6-B12D-8B68-D1AC-FAAF39A5975D}"/>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9" name="think-cell data - do not delete" hidden="1">
                        <a:extLst>
                          <a:ext uri="{FF2B5EF4-FFF2-40B4-BE49-F238E27FC236}">
                            <a16:creationId xmlns:a16="http://schemas.microsoft.com/office/drawing/2014/main" id="{0FBDD6E6-B12D-8B68-D1AC-FAAF39A5975D}"/>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7" name="Picture Placeholder 14">
            <a:extLst>
              <a:ext uri="{FF2B5EF4-FFF2-40B4-BE49-F238E27FC236}">
                <a16:creationId xmlns:a16="http://schemas.microsoft.com/office/drawing/2014/main" id="{325EAEC5-07DD-08D3-5CEE-A06F1D59B0C7}"/>
              </a:ext>
            </a:extLst>
          </p:cNvPr>
          <p:cNvSpPr>
            <a:spLocks noGrp="1"/>
          </p:cNvSpPr>
          <p:nvPr>
            <p:ph type="pic" sz="quarter" idx="13"/>
          </p:nvPr>
        </p:nvSpPr>
        <p:spPr>
          <a:xfrm>
            <a:off x="3276599" y="304799"/>
            <a:ext cx="5638735" cy="3172968"/>
          </a:xfrm>
          <a:noFill/>
        </p:spPr>
        <p:txBody>
          <a:bodyPr/>
          <a:lstStyle/>
          <a:p>
            <a:r>
              <a:rPr lang="en-US"/>
              <a:t>Click icon to add picture</a:t>
            </a:r>
          </a:p>
        </p:txBody>
      </p:sp>
      <p:sp>
        <p:nvSpPr>
          <p:cNvPr id="2" name="Title 1">
            <a:extLst>
              <a:ext uri="{FF2B5EF4-FFF2-40B4-BE49-F238E27FC236}">
                <a16:creationId xmlns:a16="http://schemas.microsoft.com/office/drawing/2014/main" id="{49A34728-B9A6-15E4-034B-EB09751338F2}"/>
              </a:ext>
            </a:extLst>
          </p:cNvPr>
          <p:cNvSpPr>
            <a:spLocks noGrp="1"/>
          </p:cNvSpPr>
          <p:nvPr>
            <p:ph type="title" hasCustomPrompt="1"/>
          </p:nvPr>
        </p:nvSpPr>
        <p:spPr>
          <a:xfrm>
            <a:off x="304801" y="304802"/>
            <a:ext cx="2666999" cy="1168399"/>
          </a:xfrm>
        </p:spPr>
        <p:txBody>
          <a:bodyPr vert="horz"/>
          <a:lstStyle/>
          <a:p>
            <a:r>
              <a:rPr lang="en-US"/>
              <a:t>Click to add title</a:t>
            </a:r>
          </a:p>
        </p:txBody>
      </p:sp>
      <p:sp>
        <p:nvSpPr>
          <p:cNvPr id="11" name="Text Placeholder 3">
            <a:extLst>
              <a:ext uri="{FF2B5EF4-FFF2-40B4-BE49-F238E27FC236}">
                <a16:creationId xmlns:a16="http://schemas.microsoft.com/office/drawing/2014/main" id="{F2411564-8106-BE7B-C058-5F7CD715B819}"/>
              </a:ext>
            </a:extLst>
          </p:cNvPr>
          <p:cNvSpPr>
            <a:spLocks noGrp="1"/>
          </p:cNvSpPr>
          <p:nvPr>
            <p:ph type="body" sz="half" idx="14"/>
          </p:nvPr>
        </p:nvSpPr>
        <p:spPr>
          <a:xfrm>
            <a:off x="10210800" y="304801"/>
            <a:ext cx="1676400" cy="2311400"/>
          </a:xfrm>
        </p:spPr>
        <p:txBody>
          <a:bodyPr/>
          <a:lstStyle>
            <a:lvl1pPr marL="0" indent="0">
              <a:buNone/>
              <a:defRPr sz="72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edit Master text styles</a:t>
            </a:r>
          </a:p>
        </p:txBody>
      </p:sp>
      <p:cxnSp>
        <p:nvCxnSpPr>
          <p:cNvPr id="14" name="Straight Connector 13">
            <a:extLst>
              <a:ext uri="{FF2B5EF4-FFF2-40B4-BE49-F238E27FC236}">
                <a16:creationId xmlns:a16="http://schemas.microsoft.com/office/drawing/2014/main" id="{59A4B887-70E7-3A7D-3F15-9D57EEE5CCAB}"/>
              </a:ext>
            </a:extLst>
          </p:cNvPr>
          <p:cNvCxnSpPr>
            <a:cxnSpLocks/>
          </p:cNvCxnSpPr>
          <p:nvPr/>
        </p:nvCxnSpPr>
        <p:spPr>
          <a:xfrm>
            <a:off x="9067800" y="304801"/>
            <a:ext cx="0" cy="5789069"/>
          </a:xfrm>
          <a:prstGeom prst="line">
            <a:avLst/>
          </a:prstGeom>
          <a:ln w="12700">
            <a:solidFill>
              <a:srgbClr val="48505E"/>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8BE5242C-22F3-81A8-523C-F26FD4379101}"/>
              </a:ext>
            </a:extLst>
          </p:cNvPr>
          <p:cNvCxnSpPr>
            <a:cxnSpLocks/>
          </p:cNvCxnSpPr>
          <p:nvPr/>
        </p:nvCxnSpPr>
        <p:spPr>
          <a:xfrm>
            <a:off x="3124200" y="304801"/>
            <a:ext cx="0" cy="5789069"/>
          </a:xfrm>
          <a:prstGeom prst="line">
            <a:avLst/>
          </a:prstGeom>
          <a:ln w="12700">
            <a:solidFill>
              <a:srgbClr val="48505E"/>
            </a:solidFill>
          </a:ln>
        </p:spPr>
        <p:style>
          <a:lnRef idx="2">
            <a:schemeClr val="accent1"/>
          </a:lnRef>
          <a:fillRef idx="0">
            <a:schemeClr val="accent1"/>
          </a:fillRef>
          <a:effectRef idx="1">
            <a:schemeClr val="accent1"/>
          </a:effectRef>
          <a:fontRef idx="minor">
            <a:schemeClr val="tx1"/>
          </a:fontRef>
        </p:style>
      </p:cxnSp>
      <p:sp>
        <p:nvSpPr>
          <p:cNvPr id="10" name="Picture Placeholder 14">
            <a:extLst>
              <a:ext uri="{FF2B5EF4-FFF2-40B4-BE49-F238E27FC236}">
                <a16:creationId xmlns:a16="http://schemas.microsoft.com/office/drawing/2014/main" id="{EBB31B0B-09F8-93AF-D2AA-C82A01F2416D}"/>
              </a:ext>
            </a:extLst>
          </p:cNvPr>
          <p:cNvSpPr>
            <a:spLocks noGrp="1" noChangeAspect="1"/>
          </p:cNvSpPr>
          <p:nvPr>
            <p:ph type="pic" sz="quarter" idx="16"/>
          </p:nvPr>
        </p:nvSpPr>
        <p:spPr>
          <a:xfrm>
            <a:off x="9220192" y="3418964"/>
            <a:ext cx="2670048" cy="2670048"/>
          </a:xfrm>
          <a:noFill/>
        </p:spPr>
        <p:txBody>
          <a:bodyPr/>
          <a:lstStyle/>
          <a:p>
            <a:r>
              <a:rPr lang="en-US"/>
              <a:t>Click icon to add picture</a:t>
            </a:r>
          </a:p>
        </p:txBody>
      </p:sp>
      <p:sp>
        <p:nvSpPr>
          <p:cNvPr id="12" name="Text Placeholder 3">
            <a:extLst>
              <a:ext uri="{FF2B5EF4-FFF2-40B4-BE49-F238E27FC236}">
                <a16:creationId xmlns:a16="http://schemas.microsoft.com/office/drawing/2014/main" id="{5FF7D057-79F9-D2CE-E704-18687521CB9E}"/>
              </a:ext>
            </a:extLst>
          </p:cNvPr>
          <p:cNvSpPr>
            <a:spLocks noGrp="1"/>
          </p:cNvSpPr>
          <p:nvPr>
            <p:ph type="body" sz="half" idx="17"/>
          </p:nvPr>
        </p:nvSpPr>
        <p:spPr>
          <a:xfrm>
            <a:off x="3276600" y="3776473"/>
            <a:ext cx="3657600" cy="2312540"/>
          </a:xfrm>
        </p:spPr>
        <p:txBody>
          <a:bodyPr/>
          <a:lstStyle>
            <a:lvl1pPr marL="0" indent="0">
              <a:buNone/>
              <a:defRPr sz="144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edit Master text styles</a:t>
            </a:r>
          </a:p>
        </p:txBody>
      </p:sp>
      <p:sp>
        <p:nvSpPr>
          <p:cNvPr id="3" name="Text Placeholder 3">
            <a:extLst>
              <a:ext uri="{FF2B5EF4-FFF2-40B4-BE49-F238E27FC236}">
                <a16:creationId xmlns:a16="http://schemas.microsoft.com/office/drawing/2014/main" id="{570EA146-5623-EBF1-8CA7-567D694C7C70}"/>
              </a:ext>
            </a:extLst>
          </p:cNvPr>
          <p:cNvSpPr>
            <a:spLocks noGrp="1"/>
          </p:cNvSpPr>
          <p:nvPr>
            <p:ph type="body" sz="half" idx="2" hasCustomPrompt="1"/>
          </p:nvPr>
        </p:nvSpPr>
        <p:spPr>
          <a:xfrm>
            <a:off x="6248401" y="6187669"/>
            <a:ext cx="4648199" cy="365531"/>
          </a:xfrm>
        </p:spPr>
        <p:txBody>
          <a:bodyPr vert="horz" lIns="0" tIns="0" rIns="0" bIns="0" rtlCol="0" anchor="b">
            <a:noAutofit/>
          </a:bodyPr>
          <a:lstStyle>
            <a:lvl1pPr>
              <a:defRPr lang="en-US" sz="720" spc="0">
                <a:solidFill>
                  <a:srgbClr val="868F9D"/>
                </a:solidFill>
              </a:defRPr>
            </a:lvl1pPr>
          </a:lstStyle>
          <a:p>
            <a:pPr lvl="0"/>
            <a:r>
              <a:rPr lang="en-US"/>
              <a:t>Click to add footnote/source</a:t>
            </a:r>
          </a:p>
        </p:txBody>
      </p:sp>
    </p:spTree>
    <p:extLst>
      <p:ext uri="{BB962C8B-B14F-4D97-AF65-F5344CB8AC3E}">
        <p14:creationId xmlns:p14="http://schemas.microsoft.com/office/powerpoint/2010/main" val="1575795371"/>
      </p:ext>
    </p:extLst>
  </p:cSld>
  <p:clrMapOvr>
    <a:overrideClrMapping bg1="dk1" tx1="lt1" bg2="dk2" tx2="lt2" accent1="accent1" accent2="accent2" accent3="accent3" accent4="accent4" accent5="accent5" accent6="accent6" hlink="hlink" folHlink="folHlink"/>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p:cSld name="Editorial 6">
    <p:bg>
      <p:bgPr>
        <a:solidFill>
          <a:srgbClr val="F3F6FA"/>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0FBDD6E6-B12D-8B68-D1AC-FAAF39A5975D}"/>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9" name="think-cell data - do not delete" hidden="1">
                        <a:extLst>
                          <a:ext uri="{FF2B5EF4-FFF2-40B4-BE49-F238E27FC236}">
                            <a16:creationId xmlns:a16="http://schemas.microsoft.com/office/drawing/2014/main" id="{0FBDD6E6-B12D-8B68-D1AC-FAAF39A5975D}"/>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7" name="Picture Placeholder 14">
            <a:extLst>
              <a:ext uri="{FF2B5EF4-FFF2-40B4-BE49-F238E27FC236}">
                <a16:creationId xmlns:a16="http://schemas.microsoft.com/office/drawing/2014/main" id="{325EAEC5-07DD-08D3-5CEE-A06F1D59B0C7}"/>
              </a:ext>
            </a:extLst>
          </p:cNvPr>
          <p:cNvSpPr>
            <a:spLocks noGrp="1" noChangeAspect="1"/>
          </p:cNvSpPr>
          <p:nvPr>
            <p:ph type="pic" sz="quarter" idx="13"/>
          </p:nvPr>
        </p:nvSpPr>
        <p:spPr>
          <a:xfrm>
            <a:off x="3276600" y="304801"/>
            <a:ext cx="4648198" cy="2670048"/>
          </a:xfrm>
          <a:noFill/>
        </p:spPr>
        <p:txBody>
          <a:bodyPr/>
          <a:lstStyle/>
          <a:p>
            <a:r>
              <a:rPr lang="en-US"/>
              <a:t>Click icon to add picture</a:t>
            </a:r>
          </a:p>
        </p:txBody>
      </p:sp>
      <p:sp>
        <p:nvSpPr>
          <p:cNvPr id="2" name="Title 1">
            <a:extLst>
              <a:ext uri="{FF2B5EF4-FFF2-40B4-BE49-F238E27FC236}">
                <a16:creationId xmlns:a16="http://schemas.microsoft.com/office/drawing/2014/main" id="{49A34728-B9A6-15E4-034B-EB09751338F2}"/>
              </a:ext>
            </a:extLst>
          </p:cNvPr>
          <p:cNvSpPr>
            <a:spLocks noGrp="1"/>
          </p:cNvSpPr>
          <p:nvPr>
            <p:ph type="title" hasCustomPrompt="1"/>
          </p:nvPr>
        </p:nvSpPr>
        <p:spPr>
          <a:xfrm>
            <a:off x="304801" y="304802"/>
            <a:ext cx="2666999" cy="1168399"/>
          </a:xfrm>
        </p:spPr>
        <p:txBody>
          <a:bodyPr vert="horz"/>
          <a:lstStyle/>
          <a:p>
            <a:r>
              <a:rPr lang="en-US"/>
              <a:t>Click to add title</a:t>
            </a:r>
          </a:p>
        </p:txBody>
      </p:sp>
      <p:sp>
        <p:nvSpPr>
          <p:cNvPr id="11" name="Text Placeholder 3">
            <a:extLst>
              <a:ext uri="{FF2B5EF4-FFF2-40B4-BE49-F238E27FC236}">
                <a16:creationId xmlns:a16="http://schemas.microsoft.com/office/drawing/2014/main" id="{F2411564-8106-BE7B-C058-5F7CD715B819}"/>
              </a:ext>
            </a:extLst>
          </p:cNvPr>
          <p:cNvSpPr>
            <a:spLocks noGrp="1"/>
          </p:cNvSpPr>
          <p:nvPr>
            <p:ph type="body" sz="half" idx="14"/>
          </p:nvPr>
        </p:nvSpPr>
        <p:spPr>
          <a:xfrm>
            <a:off x="304796" y="1612902"/>
            <a:ext cx="2666999" cy="4480790"/>
          </a:xfrm>
        </p:spPr>
        <p:txBody>
          <a:bodyPr/>
          <a:lstStyle>
            <a:lvl1pPr marL="0" indent="0">
              <a:buNone/>
              <a:defRPr sz="108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edit Master text styles</a:t>
            </a:r>
          </a:p>
        </p:txBody>
      </p:sp>
      <p:cxnSp>
        <p:nvCxnSpPr>
          <p:cNvPr id="14" name="Straight Connector 13">
            <a:extLst>
              <a:ext uri="{FF2B5EF4-FFF2-40B4-BE49-F238E27FC236}">
                <a16:creationId xmlns:a16="http://schemas.microsoft.com/office/drawing/2014/main" id="{59A4B887-70E7-3A7D-3F15-9D57EEE5CCAB}"/>
              </a:ext>
            </a:extLst>
          </p:cNvPr>
          <p:cNvCxnSpPr>
            <a:cxnSpLocks/>
          </p:cNvCxnSpPr>
          <p:nvPr/>
        </p:nvCxnSpPr>
        <p:spPr>
          <a:xfrm>
            <a:off x="8077200" y="304801"/>
            <a:ext cx="0" cy="5789069"/>
          </a:xfrm>
          <a:prstGeom prst="line">
            <a:avLst/>
          </a:prstGeom>
          <a:ln w="12700">
            <a:solidFill>
              <a:srgbClr val="CBD1DB"/>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8BE5242C-22F3-81A8-523C-F26FD4379101}"/>
              </a:ext>
            </a:extLst>
          </p:cNvPr>
          <p:cNvCxnSpPr>
            <a:cxnSpLocks/>
          </p:cNvCxnSpPr>
          <p:nvPr/>
        </p:nvCxnSpPr>
        <p:spPr>
          <a:xfrm>
            <a:off x="3124200" y="304801"/>
            <a:ext cx="0" cy="5789069"/>
          </a:xfrm>
          <a:prstGeom prst="line">
            <a:avLst/>
          </a:prstGeom>
          <a:ln w="12700">
            <a:solidFill>
              <a:srgbClr val="CBD1DB"/>
            </a:solidFill>
          </a:ln>
        </p:spPr>
        <p:style>
          <a:lnRef idx="2">
            <a:schemeClr val="accent1"/>
          </a:lnRef>
          <a:fillRef idx="0">
            <a:schemeClr val="accent1"/>
          </a:fillRef>
          <a:effectRef idx="1">
            <a:schemeClr val="accent1"/>
          </a:effectRef>
          <a:fontRef idx="minor">
            <a:schemeClr val="tx1"/>
          </a:fontRef>
        </p:style>
      </p:cxnSp>
      <p:sp>
        <p:nvSpPr>
          <p:cNvPr id="10" name="Picture Placeholder 14">
            <a:extLst>
              <a:ext uri="{FF2B5EF4-FFF2-40B4-BE49-F238E27FC236}">
                <a16:creationId xmlns:a16="http://schemas.microsoft.com/office/drawing/2014/main" id="{EBB31B0B-09F8-93AF-D2AA-C82A01F2416D}"/>
              </a:ext>
            </a:extLst>
          </p:cNvPr>
          <p:cNvSpPr>
            <a:spLocks noGrp="1" noChangeAspect="1"/>
          </p:cNvSpPr>
          <p:nvPr>
            <p:ph type="pic" sz="quarter" idx="16"/>
          </p:nvPr>
        </p:nvSpPr>
        <p:spPr>
          <a:xfrm>
            <a:off x="3276600" y="3477493"/>
            <a:ext cx="4648198" cy="2616200"/>
          </a:xfrm>
          <a:noFill/>
        </p:spPr>
        <p:txBody>
          <a:bodyPr/>
          <a:lstStyle/>
          <a:p>
            <a:r>
              <a:rPr lang="en-US"/>
              <a:t>Click icon to add picture</a:t>
            </a:r>
          </a:p>
        </p:txBody>
      </p:sp>
      <p:sp>
        <p:nvSpPr>
          <p:cNvPr id="12" name="Picture Placeholder 14">
            <a:extLst>
              <a:ext uri="{FF2B5EF4-FFF2-40B4-BE49-F238E27FC236}">
                <a16:creationId xmlns:a16="http://schemas.microsoft.com/office/drawing/2014/main" id="{D892F18F-1849-6E2D-3A75-93660AE9EE3C}"/>
              </a:ext>
            </a:extLst>
          </p:cNvPr>
          <p:cNvSpPr>
            <a:spLocks noGrp="1" noChangeAspect="1"/>
          </p:cNvSpPr>
          <p:nvPr>
            <p:ph type="pic" sz="quarter" idx="17"/>
          </p:nvPr>
        </p:nvSpPr>
        <p:spPr>
          <a:xfrm>
            <a:off x="9220199" y="304801"/>
            <a:ext cx="2670048" cy="2670048"/>
          </a:xfrm>
          <a:noFill/>
        </p:spPr>
        <p:txBody>
          <a:bodyPr/>
          <a:lstStyle/>
          <a:p>
            <a:r>
              <a:rPr lang="en-US"/>
              <a:t>Click icon to add picture</a:t>
            </a:r>
          </a:p>
        </p:txBody>
      </p:sp>
      <p:sp>
        <p:nvSpPr>
          <p:cNvPr id="3" name="Text Placeholder 3">
            <a:extLst>
              <a:ext uri="{FF2B5EF4-FFF2-40B4-BE49-F238E27FC236}">
                <a16:creationId xmlns:a16="http://schemas.microsoft.com/office/drawing/2014/main" id="{618F6AA8-55C4-E93D-105D-B99775AC96F3}"/>
              </a:ext>
            </a:extLst>
          </p:cNvPr>
          <p:cNvSpPr>
            <a:spLocks noGrp="1"/>
          </p:cNvSpPr>
          <p:nvPr>
            <p:ph type="body" sz="half" idx="2" hasCustomPrompt="1"/>
          </p:nvPr>
        </p:nvSpPr>
        <p:spPr>
          <a:xfrm>
            <a:off x="6248400" y="6187669"/>
            <a:ext cx="4648187" cy="365531"/>
          </a:xfrm>
        </p:spPr>
        <p:txBody>
          <a:bodyPr vert="horz" lIns="0" tIns="0" rIns="0" bIns="0" rtlCol="0" anchor="b">
            <a:noAutofit/>
          </a:bodyPr>
          <a:lstStyle>
            <a:lvl1pPr>
              <a:defRPr lang="en-US" sz="720" spc="0">
                <a:solidFill>
                  <a:srgbClr val="6D6D6D"/>
                </a:solidFill>
              </a:defRPr>
            </a:lvl1pPr>
          </a:lstStyle>
          <a:p>
            <a:pPr lvl="0"/>
            <a:r>
              <a:rPr lang="en-US" dirty="0"/>
              <a:t>Click to add footnote/source</a:t>
            </a:r>
          </a:p>
        </p:txBody>
      </p:sp>
    </p:spTree>
    <p:extLst>
      <p:ext uri="{BB962C8B-B14F-4D97-AF65-F5344CB8AC3E}">
        <p14:creationId xmlns:p14="http://schemas.microsoft.com/office/powerpoint/2010/main" val="3371888958"/>
      </p:ext>
    </p:extLst>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showMasterSp="0" preserve="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14AD8AB1-1ED9-07D1-3AB9-13A04A61F7A8}"/>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think-cell data - do not delete" hidden="1">
                        <a:extLst>
                          <a:ext uri="{FF2B5EF4-FFF2-40B4-BE49-F238E27FC236}">
                            <a16:creationId xmlns:a16="http://schemas.microsoft.com/office/drawing/2014/main" id="{14AD8AB1-1ED9-07D1-3AB9-13A04A61F7A8}"/>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4" name="TextBox 3">
            <a:extLst>
              <a:ext uri="{FF2B5EF4-FFF2-40B4-BE49-F238E27FC236}">
                <a16:creationId xmlns:a16="http://schemas.microsoft.com/office/drawing/2014/main" id="{B841F845-3FDD-074D-7502-6886DF40AB1F}"/>
              </a:ext>
            </a:extLst>
          </p:cNvPr>
          <p:cNvSpPr txBox="1"/>
          <p:nvPr/>
        </p:nvSpPr>
        <p:spPr>
          <a:xfrm>
            <a:off x="304800" y="1612900"/>
            <a:ext cx="11582400" cy="4480560"/>
          </a:xfrm>
          <a:prstGeom prst="rect">
            <a:avLst/>
          </a:prstGeom>
          <a:noFill/>
        </p:spPr>
        <p:txBody>
          <a:bodyPr wrap="square" lIns="0" tIns="0" rIns="0" bIns="0" rtlCol="0" anchor="t">
            <a:noAutofit/>
          </a:bodyPr>
          <a:lstStyle/>
          <a:p>
            <a:pPr algn="l">
              <a:lnSpc>
                <a:spcPct val="75000"/>
              </a:lnSpc>
            </a:pPr>
            <a:r>
              <a:rPr lang="en-US" sz="12960" b="0" i="0" spc="-450" baseline="0">
                <a:solidFill>
                  <a:schemeClr val="tx1"/>
                </a:solidFill>
                <a:latin typeface="Overpass Medium" pitchFamily="2" charset="77"/>
              </a:rPr>
              <a:t>Call-out</a:t>
            </a:r>
          </a:p>
        </p:txBody>
      </p:sp>
    </p:spTree>
    <p:extLst>
      <p:ext uri="{BB962C8B-B14F-4D97-AF65-F5344CB8AC3E}">
        <p14:creationId xmlns:p14="http://schemas.microsoft.com/office/powerpoint/2010/main" val="3765841174"/>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p:cSld name="Call-out, 1, top">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2170C9B-7669-A217-0E79-B3A8D76931A4}"/>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8" name="think-cell data - do not delete" hidden="1">
                        <a:extLst>
                          <a:ext uri="{FF2B5EF4-FFF2-40B4-BE49-F238E27FC236}">
                            <a16:creationId xmlns:a16="http://schemas.microsoft.com/office/drawing/2014/main" id="{E2170C9B-7669-A217-0E79-B3A8D76931A4}"/>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6A178F0A-55D2-71DE-1D33-213A0E0CD20F}"/>
              </a:ext>
            </a:extLst>
          </p:cNvPr>
          <p:cNvSpPr>
            <a:spLocks noGrp="1"/>
          </p:cNvSpPr>
          <p:nvPr>
            <p:ph type="title" hasCustomPrompt="1"/>
          </p:nvPr>
        </p:nvSpPr>
        <p:spPr>
          <a:xfrm>
            <a:off x="304800" y="304802"/>
            <a:ext cx="5638800" cy="1003299"/>
          </a:xfrm>
        </p:spPr>
        <p:txBody>
          <a:bodyPr vert="horz"/>
          <a:lstStyle/>
          <a:p>
            <a:r>
              <a:rPr lang="en-US"/>
              <a:t>Click to add title</a:t>
            </a:r>
          </a:p>
        </p:txBody>
      </p:sp>
      <p:cxnSp>
        <p:nvCxnSpPr>
          <p:cNvPr id="9" name="Straight Connector 8">
            <a:extLst>
              <a:ext uri="{FF2B5EF4-FFF2-40B4-BE49-F238E27FC236}">
                <a16:creationId xmlns:a16="http://schemas.microsoft.com/office/drawing/2014/main" id="{38A0E433-9D3E-AF61-C404-DF2C0777A84B}"/>
              </a:ext>
            </a:extLst>
          </p:cNvPr>
          <p:cNvCxnSpPr>
            <a:cxnSpLocks/>
          </p:cNvCxnSpPr>
          <p:nvPr/>
        </p:nvCxnSpPr>
        <p:spPr>
          <a:xfrm>
            <a:off x="6096000" y="304801"/>
            <a:ext cx="0" cy="5789069"/>
          </a:xfrm>
          <a:prstGeom prst="line">
            <a:avLst/>
          </a:prstGeom>
          <a:ln w="12700">
            <a:solidFill>
              <a:srgbClr val="D2CFCA"/>
            </a:solidFill>
          </a:ln>
        </p:spPr>
        <p:style>
          <a:lnRef idx="2">
            <a:schemeClr val="accent1"/>
          </a:lnRef>
          <a:fillRef idx="0">
            <a:schemeClr val="accent1"/>
          </a:fillRef>
          <a:effectRef idx="1">
            <a:schemeClr val="accent1"/>
          </a:effectRef>
          <a:fontRef idx="minor">
            <a:schemeClr val="tx1"/>
          </a:fontRef>
        </p:style>
      </p:cxnSp>
      <p:sp>
        <p:nvSpPr>
          <p:cNvPr id="10" name="Text Placeholder 7">
            <a:extLst>
              <a:ext uri="{FF2B5EF4-FFF2-40B4-BE49-F238E27FC236}">
                <a16:creationId xmlns:a16="http://schemas.microsoft.com/office/drawing/2014/main" id="{EDACB97F-D79F-7E97-46C7-FCF9845A0403}"/>
              </a:ext>
            </a:extLst>
          </p:cNvPr>
          <p:cNvSpPr>
            <a:spLocks noGrp="1"/>
          </p:cNvSpPr>
          <p:nvPr>
            <p:ph type="body" sz="quarter" idx="17" hasCustomPrompt="1"/>
          </p:nvPr>
        </p:nvSpPr>
        <p:spPr>
          <a:xfrm>
            <a:off x="6255328" y="304802"/>
            <a:ext cx="5631872" cy="1308100"/>
          </a:xfrm>
          <a:noFill/>
        </p:spPr>
        <p:txBody>
          <a:bodyPr anchor="t"/>
          <a:lstStyle>
            <a:lvl1pPr>
              <a:lnSpc>
                <a:spcPct val="87000"/>
              </a:lnSpc>
              <a:spcAft>
                <a:spcPts val="0"/>
              </a:spcAft>
              <a:defRPr sz="8640" b="0" i="0" spc="-135" baseline="0">
                <a:solidFill>
                  <a:schemeClr val="tx2"/>
                </a:solidFill>
                <a:latin typeface="+mn-lt"/>
              </a:defRPr>
            </a:lvl1pPr>
            <a:lvl2pPr marL="4287" indent="0">
              <a:buNone/>
              <a:defRPr/>
            </a:lvl2pPr>
            <a:lvl3pPr marL="207170" indent="-202883">
              <a:tabLst/>
              <a:defRPr/>
            </a:lvl3pPr>
            <a:lvl4pPr marL="414338" indent="-207170">
              <a:tabLst/>
              <a:defRPr/>
            </a:lvl4pPr>
            <a:lvl5pPr marL="621507" indent="-195740">
              <a:tabLst/>
              <a:defRPr/>
            </a:lvl5pPr>
          </a:lstStyle>
          <a:p>
            <a:pPr lvl="0"/>
            <a:r>
              <a:rPr lang="en-US"/>
              <a:t>000</a:t>
            </a:r>
          </a:p>
        </p:txBody>
      </p:sp>
      <p:sp>
        <p:nvSpPr>
          <p:cNvPr id="11" name="Text Placeholder 3">
            <a:extLst>
              <a:ext uri="{FF2B5EF4-FFF2-40B4-BE49-F238E27FC236}">
                <a16:creationId xmlns:a16="http://schemas.microsoft.com/office/drawing/2014/main" id="{B55BBD14-F13D-32D7-1712-DA31B77AF84D}"/>
              </a:ext>
            </a:extLst>
          </p:cNvPr>
          <p:cNvSpPr>
            <a:spLocks noGrp="1"/>
          </p:cNvSpPr>
          <p:nvPr>
            <p:ph type="body" sz="half" idx="14" hasCustomPrompt="1"/>
          </p:nvPr>
        </p:nvSpPr>
        <p:spPr>
          <a:xfrm>
            <a:off x="6255329" y="3581401"/>
            <a:ext cx="3650670" cy="2512292"/>
          </a:xfrm>
        </p:spPr>
        <p:txBody>
          <a:bodyPr anchor="b"/>
          <a:lstStyle>
            <a:lvl1pPr marL="0" indent="0">
              <a:lnSpc>
                <a:spcPct val="100000"/>
              </a:lnSpc>
              <a:buNone/>
              <a:defRPr sz="144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add call-out</a:t>
            </a:r>
          </a:p>
        </p:txBody>
      </p:sp>
      <p:sp>
        <p:nvSpPr>
          <p:cNvPr id="3" name="Picture Placeholder 14">
            <a:extLst>
              <a:ext uri="{FF2B5EF4-FFF2-40B4-BE49-F238E27FC236}">
                <a16:creationId xmlns:a16="http://schemas.microsoft.com/office/drawing/2014/main" id="{FAEC33BA-DBE2-101E-3A10-B55E2A9BA2EC}"/>
              </a:ext>
            </a:extLst>
          </p:cNvPr>
          <p:cNvSpPr>
            <a:spLocks noGrp="1"/>
          </p:cNvSpPr>
          <p:nvPr>
            <p:ph type="pic" sz="quarter" idx="16"/>
          </p:nvPr>
        </p:nvSpPr>
        <p:spPr>
          <a:xfrm>
            <a:off x="304800" y="2921000"/>
            <a:ext cx="5638800" cy="3172692"/>
          </a:xfrm>
          <a:noFill/>
        </p:spPr>
        <p:txBody>
          <a:bodyPr/>
          <a:lstStyle/>
          <a:p>
            <a:r>
              <a:rPr lang="en-US"/>
              <a:t>Click icon to add picture</a:t>
            </a:r>
          </a:p>
        </p:txBody>
      </p:sp>
      <p:sp>
        <p:nvSpPr>
          <p:cNvPr id="4" name="Text Placeholder 3">
            <a:extLst>
              <a:ext uri="{FF2B5EF4-FFF2-40B4-BE49-F238E27FC236}">
                <a16:creationId xmlns:a16="http://schemas.microsoft.com/office/drawing/2014/main" id="{6160B997-6E67-2F5E-AAD5-6E66C65CDD8C}"/>
              </a:ext>
            </a:extLst>
          </p:cNvPr>
          <p:cNvSpPr>
            <a:spLocks noGrp="1"/>
          </p:cNvSpPr>
          <p:nvPr>
            <p:ph type="body" sz="half" idx="2" hasCustomPrompt="1"/>
          </p:nvPr>
        </p:nvSpPr>
        <p:spPr>
          <a:xfrm>
            <a:off x="6255328" y="6187669"/>
            <a:ext cx="4641272" cy="365531"/>
          </a:xfrm>
        </p:spPr>
        <p:txBody>
          <a:bodyPr vert="horz" lIns="0" tIns="0" rIns="0" bIns="0" rtlCol="0" anchor="b">
            <a:noAutofit/>
          </a:bodyPr>
          <a:lstStyle>
            <a:lvl1pPr>
              <a:defRPr lang="en-US" sz="720" spc="0">
                <a:solidFill>
                  <a:srgbClr val="6D6D6D"/>
                </a:solidFill>
              </a:defRPr>
            </a:lvl1pPr>
          </a:lstStyle>
          <a:p>
            <a:pPr lvl="0"/>
            <a:r>
              <a:rPr lang="en-US"/>
              <a:t>Click to add footnote/source</a:t>
            </a:r>
          </a:p>
        </p:txBody>
      </p:sp>
    </p:spTree>
    <p:extLst>
      <p:ext uri="{BB962C8B-B14F-4D97-AF65-F5344CB8AC3E}">
        <p14:creationId xmlns:p14="http://schemas.microsoft.com/office/powerpoint/2010/main" val="4065264015"/>
      </p:ext>
    </p:extLst>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p:cSld name="Call-out, 1, bottom">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2170C9B-7669-A217-0E79-B3A8D76931A4}"/>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8" name="think-cell data - do not delete" hidden="1">
                        <a:extLst>
                          <a:ext uri="{FF2B5EF4-FFF2-40B4-BE49-F238E27FC236}">
                            <a16:creationId xmlns:a16="http://schemas.microsoft.com/office/drawing/2014/main" id="{E2170C9B-7669-A217-0E79-B3A8D76931A4}"/>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6A178F0A-55D2-71DE-1D33-213A0E0CD20F}"/>
              </a:ext>
            </a:extLst>
          </p:cNvPr>
          <p:cNvSpPr>
            <a:spLocks noGrp="1"/>
          </p:cNvSpPr>
          <p:nvPr>
            <p:ph type="title" hasCustomPrompt="1"/>
          </p:nvPr>
        </p:nvSpPr>
        <p:spPr>
          <a:xfrm>
            <a:off x="304800" y="304802"/>
            <a:ext cx="5638800" cy="1003299"/>
          </a:xfrm>
        </p:spPr>
        <p:txBody>
          <a:bodyPr vert="horz"/>
          <a:lstStyle/>
          <a:p>
            <a:r>
              <a:rPr lang="en-US"/>
              <a:t>Click to add title</a:t>
            </a:r>
          </a:p>
        </p:txBody>
      </p:sp>
      <p:cxnSp>
        <p:nvCxnSpPr>
          <p:cNvPr id="9" name="Straight Connector 8">
            <a:extLst>
              <a:ext uri="{FF2B5EF4-FFF2-40B4-BE49-F238E27FC236}">
                <a16:creationId xmlns:a16="http://schemas.microsoft.com/office/drawing/2014/main" id="{38A0E433-9D3E-AF61-C404-DF2C0777A84B}"/>
              </a:ext>
            </a:extLst>
          </p:cNvPr>
          <p:cNvCxnSpPr>
            <a:cxnSpLocks/>
          </p:cNvCxnSpPr>
          <p:nvPr/>
        </p:nvCxnSpPr>
        <p:spPr>
          <a:xfrm>
            <a:off x="6096000" y="304801"/>
            <a:ext cx="0" cy="5789069"/>
          </a:xfrm>
          <a:prstGeom prst="line">
            <a:avLst/>
          </a:prstGeom>
          <a:ln w="12700">
            <a:solidFill>
              <a:srgbClr val="D2CFCA"/>
            </a:solidFill>
          </a:ln>
        </p:spPr>
        <p:style>
          <a:lnRef idx="2">
            <a:schemeClr val="accent1"/>
          </a:lnRef>
          <a:fillRef idx="0">
            <a:schemeClr val="accent1"/>
          </a:fillRef>
          <a:effectRef idx="1">
            <a:schemeClr val="accent1"/>
          </a:effectRef>
          <a:fontRef idx="minor">
            <a:schemeClr val="tx1"/>
          </a:fontRef>
        </p:style>
      </p:cxnSp>
      <p:sp>
        <p:nvSpPr>
          <p:cNvPr id="10" name="Text Placeholder 7">
            <a:extLst>
              <a:ext uri="{FF2B5EF4-FFF2-40B4-BE49-F238E27FC236}">
                <a16:creationId xmlns:a16="http://schemas.microsoft.com/office/drawing/2014/main" id="{EDACB97F-D79F-7E97-46C7-FCF9845A0403}"/>
              </a:ext>
            </a:extLst>
          </p:cNvPr>
          <p:cNvSpPr>
            <a:spLocks noGrp="1"/>
          </p:cNvSpPr>
          <p:nvPr>
            <p:ph type="body" sz="quarter" idx="17" hasCustomPrompt="1"/>
          </p:nvPr>
        </p:nvSpPr>
        <p:spPr>
          <a:xfrm>
            <a:off x="6255328" y="4936337"/>
            <a:ext cx="5638800" cy="1607969"/>
          </a:xfrm>
          <a:noFill/>
        </p:spPr>
        <p:txBody>
          <a:bodyPr anchor="b"/>
          <a:lstStyle>
            <a:lvl1pPr>
              <a:lnSpc>
                <a:spcPct val="100000"/>
              </a:lnSpc>
              <a:spcAft>
                <a:spcPts val="0"/>
              </a:spcAft>
              <a:defRPr sz="8640" b="0" i="0" spc="-135" baseline="0">
                <a:solidFill>
                  <a:schemeClr val="tx2"/>
                </a:solidFill>
                <a:latin typeface="+mn-lt"/>
              </a:defRPr>
            </a:lvl1pPr>
            <a:lvl2pPr marL="4287" indent="0">
              <a:buNone/>
              <a:defRPr/>
            </a:lvl2pPr>
            <a:lvl3pPr marL="207170" indent="-202883">
              <a:tabLst/>
              <a:defRPr/>
            </a:lvl3pPr>
            <a:lvl4pPr marL="414338" indent="-207170">
              <a:tabLst/>
              <a:defRPr/>
            </a:lvl4pPr>
            <a:lvl5pPr marL="621507" indent="-195740">
              <a:tabLst/>
              <a:defRPr/>
            </a:lvl5pPr>
          </a:lstStyle>
          <a:p>
            <a:pPr lvl="0"/>
            <a:r>
              <a:rPr lang="en-US"/>
              <a:t>000</a:t>
            </a:r>
          </a:p>
        </p:txBody>
      </p:sp>
      <p:sp>
        <p:nvSpPr>
          <p:cNvPr id="11" name="Text Placeholder 3">
            <a:extLst>
              <a:ext uri="{FF2B5EF4-FFF2-40B4-BE49-F238E27FC236}">
                <a16:creationId xmlns:a16="http://schemas.microsoft.com/office/drawing/2014/main" id="{B55BBD14-F13D-32D7-1712-DA31B77AF84D}"/>
              </a:ext>
            </a:extLst>
          </p:cNvPr>
          <p:cNvSpPr>
            <a:spLocks noGrp="1"/>
          </p:cNvSpPr>
          <p:nvPr>
            <p:ph type="body" sz="half" idx="14" hasCustomPrompt="1"/>
          </p:nvPr>
        </p:nvSpPr>
        <p:spPr>
          <a:xfrm>
            <a:off x="6255329" y="304801"/>
            <a:ext cx="3650670" cy="2311400"/>
          </a:xfrm>
        </p:spPr>
        <p:txBody>
          <a:bodyPr/>
          <a:lstStyle>
            <a:lvl1pPr marL="0" indent="0">
              <a:lnSpc>
                <a:spcPct val="100000"/>
              </a:lnSpc>
              <a:buNone/>
              <a:defRPr sz="144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add call-out</a:t>
            </a:r>
          </a:p>
        </p:txBody>
      </p:sp>
      <p:sp>
        <p:nvSpPr>
          <p:cNvPr id="3" name="Picture Placeholder 14">
            <a:extLst>
              <a:ext uri="{FF2B5EF4-FFF2-40B4-BE49-F238E27FC236}">
                <a16:creationId xmlns:a16="http://schemas.microsoft.com/office/drawing/2014/main" id="{FAEC33BA-DBE2-101E-3A10-B55E2A9BA2EC}"/>
              </a:ext>
            </a:extLst>
          </p:cNvPr>
          <p:cNvSpPr>
            <a:spLocks noGrp="1"/>
          </p:cNvSpPr>
          <p:nvPr>
            <p:ph type="pic" sz="quarter" idx="16"/>
          </p:nvPr>
        </p:nvSpPr>
        <p:spPr>
          <a:xfrm>
            <a:off x="304800" y="2921000"/>
            <a:ext cx="5638800" cy="3172692"/>
          </a:xfrm>
          <a:noFill/>
        </p:spPr>
        <p:txBody>
          <a:bodyPr/>
          <a:lstStyle/>
          <a:p>
            <a:r>
              <a:rPr lang="en-US"/>
              <a:t>Click icon to add picture</a:t>
            </a:r>
          </a:p>
        </p:txBody>
      </p:sp>
      <p:sp>
        <p:nvSpPr>
          <p:cNvPr id="4" name="Text Placeholder 3">
            <a:extLst>
              <a:ext uri="{FF2B5EF4-FFF2-40B4-BE49-F238E27FC236}">
                <a16:creationId xmlns:a16="http://schemas.microsoft.com/office/drawing/2014/main" id="{6160B997-6E67-2F5E-AAD5-6E66C65CDD8C}"/>
              </a:ext>
            </a:extLst>
          </p:cNvPr>
          <p:cNvSpPr>
            <a:spLocks noGrp="1"/>
          </p:cNvSpPr>
          <p:nvPr>
            <p:ph type="body" sz="half" idx="2" hasCustomPrompt="1"/>
          </p:nvPr>
        </p:nvSpPr>
        <p:spPr>
          <a:xfrm>
            <a:off x="6248400" y="6187669"/>
            <a:ext cx="4648200" cy="365531"/>
          </a:xfrm>
        </p:spPr>
        <p:txBody>
          <a:bodyPr vert="horz" lIns="0" tIns="0" rIns="0" bIns="0" rtlCol="0" anchor="b">
            <a:noAutofit/>
          </a:bodyPr>
          <a:lstStyle>
            <a:lvl1pPr>
              <a:defRPr lang="en-US" sz="720" spc="0">
                <a:solidFill>
                  <a:srgbClr val="6D6D6D"/>
                </a:solidFill>
              </a:defRPr>
            </a:lvl1pPr>
          </a:lstStyle>
          <a:p>
            <a:pPr lvl="0"/>
            <a:r>
              <a:rPr lang="en-US"/>
              <a:t>Click to add footnote/source</a:t>
            </a:r>
          </a:p>
        </p:txBody>
      </p:sp>
    </p:spTree>
    <p:extLst>
      <p:ext uri="{BB962C8B-B14F-4D97-AF65-F5344CB8AC3E}">
        <p14:creationId xmlns:p14="http://schemas.microsoft.com/office/powerpoint/2010/main" val="1023798000"/>
      </p:ext>
    </p:extLst>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p:cSld name="Call-out, 2, top">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0FBDD6E6-B12D-8B68-D1AC-FAAF39A5975D}"/>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9" name="think-cell data - do not delete" hidden="1">
                        <a:extLst>
                          <a:ext uri="{FF2B5EF4-FFF2-40B4-BE49-F238E27FC236}">
                            <a16:creationId xmlns:a16="http://schemas.microsoft.com/office/drawing/2014/main" id="{0FBDD6E6-B12D-8B68-D1AC-FAAF39A5975D}"/>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9A34728-B9A6-15E4-034B-EB09751338F2}"/>
              </a:ext>
            </a:extLst>
          </p:cNvPr>
          <p:cNvSpPr>
            <a:spLocks noGrp="1"/>
          </p:cNvSpPr>
          <p:nvPr>
            <p:ph type="title" hasCustomPrompt="1"/>
          </p:nvPr>
        </p:nvSpPr>
        <p:spPr>
          <a:xfrm>
            <a:off x="304801" y="304802"/>
            <a:ext cx="5631867" cy="1168399"/>
          </a:xfrm>
        </p:spPr>
        <p:txBody>
          <a:bodyPr vert="horz"/>
          <a:lstStyle/>
          <a:p>
            <a:r>
              <a:rPr lang="en-US"/>
              <a:t>Click to add title</a:t>
            </a:r>
          </a:p>
        </p:txBody>
      </p:sp>
      <p:sp>
        <p:nvSpPr>
          <p:cNvPr id="11" name="Text Placeholder 3">
            <a:extLst>
              <a:ext uri="{FF2B5EF4-FFF2-40B4-BE49-F238E27FC236}">
                <a16:creationId xmlns:a16="http://schemas.microsoft.com/office/drawing/2014/main" id="{F2411564-8106-BE7B-C058-5F7CD715B819}"/>
              </a:ext>
            </a:extLst>
          </p:cNvPr>
          <p:cNvSpPr>
            <a:spLocks noGrp="1"/>
          </p:cNvSpPr>
          <p:nvPr>
            <p:ph type="body" sz="half" idx="14" hasCustomPrompt="1"/>
          </p:nvPr>
        </p:nvSpPr>
        <p:spPr>
          <a:xfrm>
            <a:off x="6248402" y="1612902"/>
            <a:ext cx="2666999" cy="4480790"/>
          </a:xfrm>
        </p:spPr>
        <p:txBody>
          <a:bodyPr/>
          <a:lstStyle>
            <a:lvl1pPr marL="0" indent="0">
              <a:buNone/>
              <a:defRPr sz="108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add call-out</a:t>
            </a:r>
          </a:p>
        </p:txBody>
      </p:sp>
      <p:cxnSp>
        <p:nvCxnSpPr>
          <p:cNvPr id="14" name="Straight Connector 13">
            <a:extLst>
              <a:ext uri="{FF2B5EF4-FFF2-40B4-BE49-F238E27FC236}">
                <a16:creationId xmlns:a16="http://schemas.microsoft.com/office/drawing/2014/main" id="{59A4B887-70E7-3A7D-3F15-9D57EEE5CCAB}"/>
              </a:ext>
            </a:extLst>
          </p:cNvPr>
          <p:cNvCxnSpPr>
            <a:cxnSpLocks/>
          </p:cNvCxnSpPr>
          <p:nvPr/>
        </p:nvCxnSpPr>
        <p:spPr>
          <a:xfrm>
            <a:off x="9067800" y="304801"/>
            <a:ext cx="0" cy="5789069"/>
          </a:xfrm>
          <a:prstGeom prst="line">
            <a:avLst/>
          </a:prstGeom>
          <a:ln w="12700">
            <a:solidFill>
              <a:srgbClr val="D2CFCA"/>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8BE5242C-22F3-81A8-523C-F26FD4379101}"/>
              </a:ext>
            </a:extLst>
          </p:cNvPr>
          <p:cNvCxnSpPr>
            <a:cxnSpLocks/>
          </p:cNvCxnSpPr>
          <p:nvPr/>
        </p:nvCxnSpPr>
        <p:spPr>
          <a:xfrm>
            <a:off x="6096000" y="304801"/>
            <a:ext cx="0" cy="5789069"/>
          </a:xfrm>
          <a:prstGeom prst="line">
            <a:avLst/>
          </a:prstGeom>
          <a:ln w="12700">
            <a:solidFill>
              <a:srgbClr val="D2CFCA"/>
            </a:solidFill>
          </a:ln>
        </p:spPr>
        <p:style>
          <a:lnRef idx="2">
            <a:schemeClr val="accent1"/>
          </a:lnRef>
          <a:fillRef idx="0">
            <a:schemeClr val="accent1"/>
          </a:fillRef>
          <a:effectRef idx="1">
            <a:schemeClr val="accent1"/>
          </a:effectRef>
          <a:fontRef idx="minor">
            <a:schemeClr val="tx1"/>
          </a:fontRef>
        </p:style>
      </p:cxnSp>
      <p:sp>
        <p:nvSpPr>
          <p:cNvPr id="10" name="Picture Placeholder 14">
            <a:extLst>
              <a:ext uri="{FF2B5EF4-FFF2-40B4-BE49-F238E27FC236}">
                <a16:creationId xmlns:a16="http://schemas.microsoft.com/office/drawing/2014/main" id="{EBB31B0B-09F8-93AF-D2AA-C82A01F2416D}"/>
              </a:ext>
            </a:extLst>
          </p:cNvPr>
          <p:cNvSpPr>
            <a:spLocks noGrp="1"/>
          </p:cNvSpPr>
          <p:nvPr>
            <p:ph type="pic" sz="quarter" idx="16"/>
          </p:nvPr>
        </p:nvSpPr>
        <p:spPr>
          <a:xfrm>
            <a:off x="304800" y="2921000"/>
            <a:ext cx="5638800" cy="3172691"/>
          </a:xfrm>
          <a:noFill/>
        </p:spPr>
        <p:txBody>
          <a:bodyPr/>
          <a:lstStyle/>
          <a:p>
            <a:r>
              <a:rPr lang="en-US"/>
              <a:t>Click icon to add picture</a:t>
            </a:r>
          </a:p>
        </p:txBody>
      </p:sp>
      <p:sp>
        <p:nvSpPr>
          <p:cNvPr id="6" name="Text Placeholder 3">
            <a:extLst>
              <a:ext uri="{FF2B5EF4-FFF2-40B4-BE49-F238E27FC236}">
                <a16:creationId xmlns:a16="http://schemas.microsoft.com/office/drawing/2014/main" id="{91AA238F-ACF5-7A77-19EF-8F3AC17DB28D}"/>
              </a:ext>
            </a:extLst>
          </p:cNvPr>
          <p:cNvSpPr>
            <a:spLocks noGrp="1"/>
          </p:cNvSpPr>
          <p:nvPr>
            <p:ph type="body" sz="half" idx="18" hasCustomPrompt="1"/>
          </p:nvPr>
        </p:nvSpPr>
        <p:spPr>
          <a:xfrm>
            <a:off x="9227129" y="1612902"/>
            <a:ext cx="2666999" cy="4480790"/>
          </a:xfrm>
        </p:spPr>
        <p:txBody>
          <a:bodyPr/>
          <a:lstStyle>
            <a:lvl1pPr marL="0" indent="0">
              <a:buNone/>
              <a:defRPr sz="108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add call-out</a:t>
            </a:r>
          </a:p>
        </p:txBody>
      </p:sp>
      <p:sp>
        <p:nvSpPr>
          <p:cNvPr id="15" name="Text Placeholder 7">
            <a:extLst>
              <a:ext uri="{FF2B5EF4-FFF2-40B4-BE49-F238E27FC236}">
                <a16:creationId xmlns:a16="http://schemas.microsoft.com/office/drawing/2014/main" id="{738F6B7C-19AD-6A96-6BAD-347FAF76D5B9}"/>
              </a:ext>
            </a:extLst>
          </p:cNvPr>
          <p:cNvSpPr>
            <a:spLocks noGrp="1"/>
          </p:cNvSpPr>
          <p:nvPr>
            <p:ph type="body" sz="quarter" idx="17" hasCustomPrompt="1"/>
          </p:nvPr>
        </p:nvSpPr>
        <p:spPr>
          <a:xfrm>
            <a:off x="6255329" y="304802"/>
            <a:ext cx="2667000" cy="1003300"/>
          </a:xfrm>
          <a:noFill/>
        </p:spPr>
        <p:txBody>
          <a:bodyPr anchor="t"/>
          <a:lstStyle>
            <a:lvl1pPr>
              <a:lnSpc>
                <a:spcPct val="87000"/>
              </a:lnSpc>
              <a:spcAft>
                <a:spcPts val="0"/>
              </a:spcAft>
              <a:defRPr sz="4320" b="0" i="0" spc="-135" baseline="0">
                <a:solidFill>
                  <a:schemeClr val="tx2"/>
                </a:solidFill>
                <a:latin typeface="+mn-lt"/>
              </a:defRPr>
            </a:lvl1pPr>
            <a:lvl2pPr marL="4287" indent="0">
              <a:buNone/>
              <a:defRPr/>
            </a:lvl2pPr>
            <a:lvl3pPr marL="207170" indent="-202883">
              <a:tabLst/>
              <a:defRPr/>
            </a:lvl3pPr>
            <a:lvl4pPr marL="414338" indent="-207170">
              <a:tabLst/>
              <a:defRPr/>
            </a:lvl4pPr>
            <a:lvl5pPr marL="621507" indent="-195740">
              <a:tabLst/>
              <a:defRPr/>
            </a:lvl5pPr>
          </a:lstStyle>
          <a:p>
            <a:pPr lvl="0"/>
            <a:r>
              <a:rPr lang="en-US"/>
              <a:t>000</a:t>
            </a:r>
          </a:p>
        </p:txBody>
      </p:sp>
      <p:sp>
        <p:nvSpPr>
          <p:cNvPr id="16" name="Text Placeholder 7">
            <a:extLst>
              <a:ext uri="{FF2B5EF4-FFF2-40B4-BE49-F238E27FC236}">
                <a16:creationId xmlns:a16="http://schemas.microsoft.com/office/drawing/2014/main" id="{8C1F1F7C-1FBF-EF05-F7C8-DE0165B160F8}"/>
              </a:ext>
            </a:extLst>
          </p:cNvPr>
          <p:cNvSpPr>
            <a:spLocks noGrp="1"/>
          </p:cNvSpPr>
          <p:nvPr>
            <p:ph type="body" sz="quarter" idx="19" hasCustomPrompt="1"/>
          </p:nvPr>
        </p:nvSpPr>
        <p:spPr>
          <a:xfrm>
            <a:off x="9227129" y="304802"/>
            <a:ext cx="2667000" cy="1003300"/>
          </a:xfrm>
          <a:noFill/>
        </p:spPr>
        <p:txBody>
          <a:bodyPr anchor="t"/>
          <a:lstStyle>
            <a:lvl1pPr>
              <a:lnSpc>
                <a:spcPct val="87000"/>
              </a:lnSpc>
              <a:spcAft>
                <a:spcPts val="0"/>
              </a:spcAft>
              <a:defRPr sz="4320" b="0" i="0" spc="-135" baseline="0">
                <a:solidFill>
                  <a:schemeClr val="tx2"/>
                </a:solidFill>
                <a:latin typeface="+mn-lt"/>
              </a:defRPr>
            </a:lvl1pPr>
            <a:lvl2pPr marL="4287" indent="0">
              <a:buNone/>
              <a:defRPr/>
            </a:lvl2pPr>
            <a:lvl3pPr marL="207170" indent="-202883">
              <a:tabLst/>
              <a:defRPr/>
            </a:lvl3pPr>
            <a:lvl4pPr marL="414338" indent="-207170">
              <a:tabLst/>
              <a:defRPr/>
            </a:lvl4pPr>
            <a:lvl5pPr marL="621507" indent="-195740">
              <a:tabLst/>
              <a:defRPr/>
            </a:lvl5pPr>
          </a:lstStyle>
          <a:p>
            <a:pPr lvl="0"/>
            <a:r>
              <a:rPr lang="en-US"/>
              <a:t>000</a:t>
            </a:r>
          </a:p>
        </p:txBody>
      </p:sp>
      <p:sp>
        <p:nvSpPr>
          <p:cNvPr id="3" name="Text Placeholder 3">
            <a:extLst>
              <a:ext uri="{FF2B5EF4-FFF2-40B4-BE49-F238E27FC236}">
                <a16:creationId xmlns:a16="http://schemas.microsoft.com/office/drawing/2014/main" id="{54D2AB42-3151-F81E-8232-03C10E573686}"/>
              </a:ext>
            </a:extLst>
          </p:cNvPr>
          <p:cNvSpPr>
            <a:spLocks noGrp="1"/>
          </p:cNvSpPr>
          <p:nvPr>
            <p:ph type="body" sz="half" idx="2" hasCustomPrompt="1"/>
          </p:nvPr>
        </p:nvSpPr>
        <p:spPr>
          <a:xfrm>
            <a:off x="6255328" y="6187669"/>
            <a:ext cx="4641272" cy="365531"/>
          </a:xfrm>
        </p:spPr>
        <p:txBody>
          <a:bodyPr vert="horz" lIns="0" tIns="0" rIns="0" bIns="0" rtlCol="0" anchor="b">
            <a:noAutofit/>
          </a:bodyPr>
          <a:lstStyle>
            <a:lvl1pPr>
              <a:defRPr lang="en-US" sz="720" spc="0">
                <a:solidFill>
                  <a:srgbClr val="6D6D6D"/>
                </a:solidFill>
              </a:defRPr>
            </a:lvl1pPr>
          </a:lstStyle>
          <a:p>
            <a:pPr lvl="0"/>
            <a:r>
              <a:rPr lang="en-US"/>
              <a:t>Click to add footnote/source</a:t>
            </a:r>
          </a:p>
        </p:txBody>
      </p:sp>
    </p:spTree>
    <p:extLst>
      <p:ext uri="{BB962C8B-B14F-4D97-AF65-F5344CB8AC3E}">
        <p14:creationId xmlns:p14="http://schemas.microsoft.com/office/powerpoint/2010/main" val="3376178087"/>
      </p:ext>
    </p:extLst>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p:cSld name="Call-out, 2, bottom">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0FBDD6E6-B12D-8B68-D1AC-FAAF39A5975D}"/>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9" name="think-cell data - do not delete" hidden="1">
                        <a:extLst>
                          <a:ext uri="{FF2B5EF4-FFF2-40B4-BE49-F238E27FC236}">
                            <a16:creationId xmlns:a16="http://schemas.microsoft.com/office/drawing/2014/main" id="{0FBDD6E6-B12D-8B68-D1AC-FAAF39A5975D}"/>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9A34728-B9A6-15E4-034B-EB09751338F2}"/>
              </a:ext>
            </a:extLst>
          </p:cNvPr>
          <p:cNvSpPr>
            <a:spLocks noGrp="1"/>
          </p:cNvSpPr>
          <p:nvPr>
            <p:ph type="title" hasCustomPrompt="1"/>
          </p:nvPr>
        </p:nvSpPr>
        <p:spPr>
          <a:xfrm>
            <a:off x="304801" y="304802"/>
            <a:ext cx="5631867" cy="2311399"/>
          </a:xfrm>
        </p:spPr>
        <p:txBody>
          <a:bodyPr vert="horz"/>
          <a:lstStyle/>
          <a:p>
            <a:r>
              <a:rPr lang="en-US"/>
              <a:t>Click to add title</a:t>
            </a:r>
          </a:p>
        </p:txBody>
      </p:sp>
      <p:sp>
        <p:nvSpPr>
          <p:cNvPr id="11" name="Text Placeholder 3">
            <a:extLst>
              <a:ext uri="{FF2B5EF4-FFF2-40B4-BE49-F238E27FC236}">
                <a16:creationId xmlns:a16="http://schemas.microsoft.com/office/drawing/2014/main" id="{F2411564-8106-BE7B-C058-5F7CD715B819}"/>
              </a:ext>
            </a:extLst>
          </p:cNvPr>
          <p:cNvSpPr>
            <a:spLocks noGrp="1"/>
          </p:cNvSpPr>
          <p:nvPr>
            <p:ph type="body" sz="half" idx="14" hasCustomPrompt="1"/>
          </p:nvPr>
        </p:nvSpPr>
        <p:spPr>
          <a:xfrm>
            <a:off x="6248402" y="304802"/>
            <a:ext cx="2666999" cy="3632199"/>
          </a:xfrm>
        </p:spPr>
        <p:txBody>
          <a:bodyPr/>
          <a:lstStyle>
            <a:lvl1pPr marL="0" indent="0">
              <a:buNone/>
              <a:defRPr sz="108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add call-out</a:t>
            </a:r>
          </a:p>
        </p:txBody>
      </p:sp>
      <p:cxnSp>
        <p:nvCxnSpPr>
          <p:cNvPr id="14" name="Straight Connector 13">
            <a:extLst>
              <a:ext uri="{FF2B5EF4-FFF2-40B4-BE49-F238E27FC236}">
                <a16:creationId xmlns:a16="http://schemas.microsoft.com/office/drawing/2014/main" id="{59A4B887-70E7-3A7D-3F15-9D57EEE5CCAB}"/>
              </a:ext>
            </a:extLst>
          </p:cNvPr>
          <p:cNvCxnSpPr>
            <a:cxnSpLocks/>
          </p:cNvCxnSpPr>
          <p:nvPr/>
        </p:nvCxnSpPr>
        <p:spPr>
          <a:xfrm>
            <a:off x="9067800" y="304801"/>
            <a:ext cx="0" cy="5789069"/>
          </a:xfrm>
          <a:prstGeom prst="line">
            <a:avLst/>
          </a:prstGeom>
          <a:ln w="12700">
            <a:solidFill>
              <a:srgbClr val="D2CFCA"/>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8BE5242C-22F3-81A8-523C-F26FD4379101}"/>
              </a:ext>
            </a:extLst>
          </p:cNvPr>
          <p:cNvCxnSpPr>
            <a:cxnSpLocks/>
          </p:cNvCxnSpPr>
          <p:nvPr/>
        </p:nvCxnSpPr>
        <p:spPr>
          <a:xfrm>
            <a:off x="6096000" y="304801"/>
            <a:ext cx="0" cy="5789069"/>
          </a:xfrm>
          <a:prstGeom prst="line">
            <a:avLst/>
          </a:prstGeom>
          <a:ln w="12700">
            <a:solidFill>
              <a:srgbClr val="D2CFCA"/>
            </a:solidFill>
          </a:ln>
        </p:spPr>
        <p:style>
          <a:lnRef idx="2">
            <a:schemeClr val="accent1"/>
          </a:lnRef>
          <a:fillRef idx="0">
            <a:schemeClr val="accent1"/>
          </a:fillRef>
          <a:effectRef idx="1">
            <a:schemeClr val="accent1"/>
          </a:effectRef>
          <a:fontRef idx="minor">
            <a:schemeClr val="tx1"/>
          </a:fontRef>
        </p:style>
      </p:cxnSp>
      <p:sp>
        <p:nvSpPr>
          <p:cNvPr id="10" name="Picture Placeholder 14">
            <a:extLst>
              <a:ext uri="{FF2B5EF4-FFF2-40B4-BE49-F238E27FC236}">
                <a16:creationId xmlns:a16="http://schemas.microsoft.com/office/drawing/2014/main" id="{EBB31B0B-09F8-93AF-D2AA-C82A01F2416D}"/>
              </a:ext>
            </a:extLst>
          </p:cNvPr>
          <p:cNvSpPr>
            <a:spLocks noGrp="1"/>
          </p:cNvSpPr>
          <p:nvPr>
            <p:ph type="pic" sz="quarter" idx="16"/>
          </p:nvPr>
        </p:nvSpPr>
        <p:spPr>
          <a:xfrm>
            <a:off x="304800" y="2921000"/>
            <a:ext cx="5638800" cy="3172692"/>
          </a:xfrm>
          <a:noFill/>
        </p:spPr>
        <p:txBody>
          <a:bodyPr/>
          <a:lstStyle/>
          <a:p>
            <a:r>
              <a:rPr lang="en-US"/>
              <a:t>Click icon to add picture</a:t>
            </a:r>
          </a:p>
        </p:txBody>
      </p:sp>
      <p:sp>
        <p:nvSpPr>
          <p:cNvPr id="6" name="Text Placeholder 3">
            <a:extLst>
              <a:ext uri="{FF2B5EF4-FFF2-40B4-BE49-F238E27FC236}">
                <a16:creationId xmlns:a16="http://schemas.microsoft.com/office/drawing/2014/main" id="{91AA238F-ACF5-7A77-19EF-8F3AC17DB28D}"/>
              </a:ext>
            </a:extLst>
          </p:cNvPr>
          <p:cNvSpPr>
            <a:spLocks noGrp="1"/>
          </p:cNvSpPr>
          <p:nvPr>
            <p:ph type="body" sz="half" idx="18" hasCustomPrompt="1"/>
          </p:nvPr>
        </p:nvSpPr>
        <p:spPr>
          <a:xfrm>
            <a:off x="9227129" y="304802"/>
            <a:ext cx="2666999" cy="3632199"/>
          </a:xfrm>
        </p:spPr>
        <p:txBody>
          <a:bodyPr/>
          <a:lstStyle>
            <a:lvl1pPr marL="0" indent="0">
              <a:buNone/>
              <a:defRPr sz="108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add call-out</a:t>
            </a:r>
          </a:p>
        </p:txBody>
      </p:sp>
      <p:sp>
        <p:nvSpPr>
          <p:cNvPr id="15" name="Text Placeholder 7">
            <a:extLst>
              <a:ext uri="{FF2B5EF4-FFF2-40B4-BE49-F238E27FC236}">
                <a16:creationId xmlns:a16="http://schemas.microsoft.com/office/drawing/2014/main" id="{738F6B7C-19AD-6A96-6BAD-347FAF76D5B9}"/>
              </a:ext>
            </a:extLst>
          </p:cNvPr>
          <p:cNvSpPr>
            <a:spLocks noGrp="1"/>
          </p:cNvSpPr>
          <p:nvPr>
            <p:ph type="body" sz="quarter" idx="17" hasCustomPrompt="1"/>
          </p:nvPr>
        </p:nvSpPr>
        <p:spPr>
          <a:xfrm>
            <a:off x="6255329" y="5305139"/>
            <a:ext cx="2667000" cy="1003300"/>
          </a:xfrm>
          <a:noFill/>
        </p:spPr>
        <p:txBody>
          <a:bodyPr anchor="b"/>
          <a:lstStyle>
            <a:lvl1pPr>
              <a:lnSpc>
                <a:spcPct val="100000"/>
              </a:lnSpc>
              <a:spcAft>
                <a:spcPts val="0"/>
              </a:spcAft>
              <a:defRPr sz="4320" b="0" i="0" spc="-135" baseline="0">
                <a:solidFill>
                  <a:schemeClr val="tx2"/>
                </a:solidFill>
                <a:latin typeface="+mn-lt"/>
              </a:defRPr>
            </a:lvl1pPr>
            <a:lvl2pPr marL="4287" indent="0">
              <a:buNone/>
              <a:defRPr/>
            </a:lvl2pPr>
            <a:lvl3pPr marL="207170" indent="-202883">
              <a:tabLst/>
              <a:defRPr/>
            </a:lvl3pPr>
            <a:lvl4pPr marL="414338" indent="-207170">
              <a:tabLst/>
              <a:defRPr/>
            </a:lvl4pPr>
            <a:lvl5pPr marL="621507" indent="-195740">
              <a:tabLst/>
              <a:defRPr/>
            </a:lvl5pPr>
          </a:lstStyle>
          <a:p>
            <a:pPr lvl="0"/>
            <a:r>
              <a:rPr lang="en-US"/>
              <a:t>000</a:t>
            </a:r>
          </a:p>
        </p:txBody>
      </p:sp>
      <p:sp>
        <p:nvSpPr>
          <p:cNvPr id="16" name="Text Placeholder 7">
            <a:extLst>
              <a:ext uri="{FF2B5EF4-FFF2-40B4-BE49-F238E27FC236}">
                <a16:creationId xmlns:a16="http://schemas.microsoft.com/office/drawing/2014/main" id="{8C1F1F7C-1FBF-EF05-F7C8-DE0165B160F8}"/>
              </a:ext>
            </a:extLst>
          </p:cNvPr>
          <p:cNvSpPr>
            <a:spLocks noGrp="1"/>
          </p:cNvSpPr>
          <p:nvPr>
            <p:ph type="body" sz="quarter" idx="19" hasCustomPrompt="1"/>
          </p:nvPr>
        </p:nvSpPr>
        <p:spPr>
          <a:xfrm>
            <a:off x="9227129" y="5305139"/>
            <a:ext cx="2667000" cy="1003300"/>
          </a:xfrm>
          <a:noFill/>
        </p:spPr>
        <p:txBody>
          <a:bodyPr anchor="b"/>
          <a:lstStyle>
            <a:lvl1pPr>
              <a:lnSpc>
                <a:spcPct val="100000"/>
              </a:lnSpc>
              <a:spcAft>
                <a:spcPts val="0"/>
              </a:spcAft>
              <a:defRPr sz="4320" b="0" i="0" spc="-135" baseline="0">
                <a:solidFill>
                  <a:schemeClr val="tx2"/>
                </a:solidFill>
                <a:latin typeface="+mn-lt"/>
              </a:defRPr>
            </a:lvl1pPr>
            <a:lvl2pPr marL="4287" indent="0">
              <a:buNone/>
              <a:defRPr/>
            </a:lvl2pPr>
            <a:lvl3pPr marL="207170" indent="-202883">
              <a:tabLst/>
              <a:defRPr/>
            </a:lvl3pPr>
            <a:lvl4pPr marL="414338" indent="-207170">
              <a:tabLst/>
              <a:defRPr/>
            </a:lvl4pPr>
            <a:lvl5pPr marL="621507" indent="-195740">
              <a:tabLst/>
              <a:defRPr/>
            </a:lvl5pPr>
          </a:lstStyle>
          <a:p>
            <a:pPr lvl="0"/>
            <a:r>
              <a:rPr lang="en-US"/>
              <a:t>000</a:t>
            </a:r>
          </a:p>
        </p:txBody>
      </p:sp>
      <p:sp>
        <p:nvSpPr>
          <p:cNvPr id="3" name="Text Placeholder 3">
            <a:extLst>
              <a:ext uri="{FF2B5EF4-FFF2-40B4-BE49-F238E27FC236}">
                <a16:creationId xmlns:a16="http://schemas.microsoft.com/office/drawing/2014/main" id="{89391810-DFEF-F405-EEAD-FB0F48545B51}"/>
              </a:ext>
            </a:extLst>
          </p:cNvPr>
          <p:cNvSpPr>
            <a:spLocks noGrp="1"/>
          </p:cNvSpPr>
          <p:nvPr>
            <p:ph type="body" sz="half" idx="2" hasCustomPrompt="1"/>
          </p:nvPr>
        </p:nvSpPr>
        <p:spPr>
          <a:xfrm>
            <a:off x="6255329" y="6187669"/>
            <a:ext cx="4641271" cy="365531"/>
          </a:xfrm>
        </p:spPr>
        <p:txBody>
          <a:bodyPr vert="horz" lIns="0" tIns="0" rIns="0" bIns="0" rtlCol="0" anchor="b">
            <a:noAutofit/>
          </a:bodyPr>
          <a:lstStyle>
            <a:lvl1pPr>
              <a:defRPr lang="en-US" sz="720" spc="0">
                <a:solidFill>
                  <a:srgbClr val="6D6D6D"/>
                </a:solidFill>
              </a:defRPr>
            </a:lvl1pPr>
          </a:lstStyle>
          <a:p>
            <a:pPr lvl="0"/>
            <a:r>
              <a:rPr lang="en-US"/>
              <a:t>Click to add footnote/source</a:t>
            </a:r>
          </a:p>
        </p:txBody>
      </p:sp>
    </p:spTree>
    <p:extLst>
      <p:ext uri="{BB962C8B-B14F-4D97-AF65-F5344CB8AC3E}">
        <p14:creationId xmlns:p14="http://schemas.microsoft.com/office/powerpoint/2010/main" val="2383933894"/>
      </p:ext>
    </p:extLst>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p:cSld name="Call-out, 3, top">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0FBDD6E6-B12D-8B68-D1AC-FAAF39A5975D}"/>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9" name="think-cell data - do not delete" hidden="1">
                        <a:extLst>
                          <a:ext uri="{FF2B5EF4-FFF2-40B4-BE49-F238E27FC236}">
                            <a16:creationId xmlns:a16="http://schemas.microsoft.com/office/drawing/2014/main" id="{0FBDD6E6-B12D-8B68-D1AC-FAAF39A5975D}"/>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9A34728-B9A6-15E4-034B-EB09751338F2}"/>
              </a:ext>
            </a:extLst>
          </p:cNvPr>
          <p:cNvSpPr>
            <a:spLocks noGrp="1"/>
          </p:cNvSpPr>
          <p:nvPr>
            <p:ph type="title" hasCustomPrompt="1"/>
          </p:nvPr>
        </p:nvSpPr>
        <p:spPr>
          <a:xfrm>
            <a:off x="304801" y="304802"/>
            <a:ext cx="2664140" cy="2971799"/>
          </a:xfrm>
        </p:spPr>
        <p:txBody>
          <a:bodyPr vert="horz"/>
          <a:lstStyle/>
          <a:p>
            <a:r>
              <a:rPr lang="en-US"/>
              <a:t>Click to add title</a:t>
            </a:r>
          </a:p>
        </p:txBody>
      </p:sp>
      <p:cxnSp>
        <p:nvCxnSpPr>
          <p:cNvPr id="17" name="Straight Connector 16">
            <a:extLst>
              <a:ext uri="{FF2B5EF4-FFF2-40B4-BE49-F238E27FC236}">
                <a16:creationId xmlns:a16="http://schemas.microsoft.com/office/drawing/2014/main" id="{FA9A2641-D0B9-6A3D-6748-C8A068AA2D50}"/>
              </a:ext>
            </a:extLst>
          </p:cNvPr>
          <p:cNvCxnSpPr>
            <a:cxnSpLocks/>
          </p:cNvCxnSpPr>
          <p:nvPr/>
        </p:nvCxnSpPr>
        <p:spPr>
          <a:xfrm>
            <a:off x="3124200" y="304801"/>
            <a:ext cx="0" cy="5789069"/>
          </a:xfrm>
          <a:prstGeom prst="line">
            <a:avLst/>
          </a:prstGeom>
          <a:ln w="12700">
            <a:solidFill>
              <a:srgbClr val="D2CFCA"/>
            </a:solidFill>
          </a:ln>
        </p:spPr>
        <p:style>
          <a:lnRef idx="2">
            <a:schemeClr val="accent1"/>
          </a:lnRef>
          <a:fillRef idx="0">
            <a:schemeClr val="accent1"/>
          </a:fillRef>
          <a:effectRef idx="1">
            <a:schemeClr val="accent1"/>
          </a:effectRef>
          <a:fontRef idx="minor">
            <a:schemeClr val="tx1"/>
          </a:fontRef>
        </p:style>
      </p:cxnSp>
      <p:sp>
        <p:nvSpPr>
          <p:cNvPr id="13" name="Text Placeholder 7">
            <a:extLst>
              <a:ext uri="{FF2B5EF4-FFF2-40B4-BE49-F238E27FC236}">
                <a16:creationId xmlns:a16="http://schemas.microsoft.com/office/drawing/2014/main" id="{EA2D7C71-3737-7B6F-AEF3-29CE8255B131}"/>
              </a:ext>
            </a:extLst>
          </p:cNvPr>
          <p:cNvSpPr>
            <a:spLocks noGrp="1"/>
          </p:cNvSpPr>
          <p:nvPr>
            <p:ph type="body" sz="quarter" idx="21" hasCustomPrompt="1"/>
          </p:nvPr>
        </p:nvSpPr>
        <p:spPr>
          <a:xfrm>
            <a:off x="3283529" y="304802"/>
            <a:ext cx="2667000" cy="1003300"/>
          </a:xfrm>
          <a:noFill/>
        </p:spPr>
        <p:txBody>
          <a:bodyPr anchor="t"/>
          <a:lstStyle>
            <a:lvl1pPr>
              <a:lnSpc>
                <a:spcPct val="87000"/>
              </a:lnSpc>
              <a:spcAft>
                <a:spcPts val="0"/>
              </a:spcAft>
              <a:defRPr sz="4320" b="0" i="0" spc="-135" baseline="0">
                <a:solidFill>
                  <a:schemeClr val="tx2"/>
                </a:solidFill>
                <a:latin typeface="+mn-lt"/>
              </a:defRPr>
            </a:lvl1pPr>
            <a:lvl2pPr marL="4287" indent="0">
              <a:buNone/>
              <a:defRPr/>
            </a:lvl2pPr>
            <a:lvl3pPr marL="207170" indent="-202883">
              <a:tabLst/>
              <a:defRPr/>
            </a:lvl3pPr>
            <a:lvl4pPr marL="414338" indent="-207170">
              <a:tabLst/>
              <a:defRPr/>
            </a:lvl4pPr>
            <a:lvl5pPr marL="621507" indent="-195740">
              <a:tabLst/>
              <a:defRPr/>
            </a:lvl5pPr>
          </a:lstStyle>
          <a:p>
            <a:pPr lvl="0"/>
            <a:r>
              <a:rPr lang="en-US"/>
              <a:t>000</a:t>
            </a:r>
          </a:p>
        </p:txBody>
      </p:sp>
      <p:sp>
        <p:nvSpPr>
          <p:cNvPr id="12" name="Text Placeholder 3">
            <a:extLst>
              <a:ext uri="{FF2B5EF4-FFF2-40B4-BE49-F238E27FC236}">
                <a16:creationId xmlns:a16="http://schemas.microsoft.com/office/drawing/2014/main" id="{2393A745-659D-164A-9783-122CFC4BA946}"/>
              </a:ext>
            </a:extLst>
          </p:cNvPr>
          <p:cNvSpPr>
            <a:spLocks noGrp="1"/>
          </p:cNvSpPr>
          <p:nvPr>
            <p:ph type="body" sz="half" idx="20" hasCustomPrompt="1"/>
          </p:nvPr>
        </p:nvSpPr>
        <p:spPr>
          <a:xfrm>
            <a:off x="3276602" y="1612902"/>
            <a:ext cx="2666999" cy="4480790"/>
          </a:xfrm>
        </p:spPr>
        <p:txBody>
          <a:bodyPr/>
          <a:lstStyle>
            <a:lvl1pPr marL="0" indent="0">
              <a:buNone/>
              <a:defRPr sz="108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add call-out</a:t>
            </a:r>
          </a:p>
        </p:txBody>
      </p:sp>
      <p:cxnSp>
        <p:nvCxnSpPr>
          <p:cNvPr id="8" name="Straight Connector 7">
            <a:extLst>
              <a:ext uri="{FF2B5EF4-FFF2-40B4-BE49-F238E27FC236}">
                <a16:creationId xmlns:a16="http://schemas.microsoft.com/office/drawing/2014/main" id="{8BE5242C-22F3-81A8-523C-F26FD4379101}"/>
              </a:ext>
            </a:extLst>
          </p:cNvPr>
          <p:cNvCxnSpPr>
            <a:cxnSpLocks/>
          </p:cNvCxnSpPr>
          <p:nvPr/>
        </p:nvCxnSpPr>
        <p:spPr>
          <a:xfrm>
            <a:off x="6096000" y="304801"/>
            <a:ext cx="0" cy="5789069"/>
          </a:xfrm>
          <a:prstGeom prst="line">
            <a:avLst/>
          </a:prstGeom>
          <a:ln w="12700">
            <a:solidFill>
              <a:srgbClr val="D2CFCA"/>
            </a:solidFill>
          </a:ln>
        </p:spPr>
        <p:style>
          <a:lnRef idx="2">
            <a:schemeClr val="accent1"/>
          </a:lnRef>
          <a:fillRef idx="0">
            <a:schemeClr val="accent1"/>
          </a:fillRef>
          <a:effectRef idx="1">
            <a:schemeClr val="accent1"/>
          </a:effectRef>
          <a:fontRef idx="minor">
            <a:schemeClr val="tx1"/>
          </a:fontRef>
        </p:style>
      </p:cxnSp>
      <p:sp>
        <p:nvSpPr>
          <p:cNvPr id="15" name="Text Placeholder 7">
            <a:extLst>
              <a:ext uri="{FF2B5EF4-FFF2-40B4-BE49-F238E27FC236}">
                <a16:creationId xmlns:a16="http://schemas.microsoft.com/office/drawing/2014/main" id="{738F6B7C-19AD-6A96-6BAD-347FAF76D5B9}"/>
              </a:ext>
            </a:extLst>
          </p:cNvPr>
          <p:cNvSpPr>
            <a:spLocks noGrp="1"/>
          </p:cNvSpPr>
          <p:nvPr>
            <p:ph type="body" sz="quarter" idx="17" hasCustomPrompt="1"/>
          </p:nvPr>
        </p:nvSpPr>
        <p:spPr>
          <a:xfrm>
            <a:off x="6255329" y="304802"/>
            <a:ext cx="2667000" cy="1003300"/>
          </a:xfrm>
          <a:noFill/>
        </p:spPr>
        <p:txBody>
          <a:bodyPr anchor="t"/>
          <a:lstStyle>
            <a:lvl1pPr>
              <a:lnSpc>
                <a:spcPct val="87000"/>
              </a:lnSpc>
              <a:spcAft>
                <a:spcPts val="0"/>
              </a:spcAft>
              <a:defRPr sz="4320" b="0" i="0" spc="-135" baseline="0">
                <a:solidFill>
                  <a:schemeClr val="tx2"/>
                </a:solidFill>
                <a:latin typeface="+mn-lt"/>
              </a:defRPr>
            </a:lvl1pPr>
            <a:lvl2pPr marL="4287" indent="0">
              <a:buNone/>
              <a:defRPr/>
            </a:lvl2pPr>
            <a:lvl3pPr marL="207170" indent="-202883">
              <a:tabLst/>
              <a:defRPr/>
            </a:lvl3pPr>
            <a:lvl4pPr marL="414338" indent="-207170">
              <a:tabLst/>
              <a:defRPr/>
            </a:lvl4pPr>
            <a:lvl5pPr marL="621507" indent="-195740">
              <a:tabLst/>
              <a:defRPr/>
            </a:lvl5pPr>
          </a:lstStyle>
          <a:p>
            <a:pPr lvl="0"/>
            <a:r>
              <a:rPr lang="en-US"/>
              <a:t>000</a:t>
            </a:r>
          </a:p>
        </p:txBody>
      </p:sp>
      <p:sp>
        <p:nvSpPr>
          <p:cNvPr id="11" name="Text Placeholder 3">
            <a:extLst>
              <a:ext uri="{FF2B5EF4-FFF2-40B4-BE49-F238E27FC236}">
                <a16:creationId xmlns:a16="http://schemas.microsoft.com/office/drawing/2014/main" id="{F2411564-8106-BE7B-C058-5F7CD715B819}"/>
              </a:ext>
            </a:extLst>
          </p:cNvPr>
          <p:cNvSpPr>
            <a:spLocks noGrp="1"/>
          </p:cNvSpPr>
          <p:nvPr>
            <p:ph type="body" sz="half" idx="14" hasCustomPrompt="1"/>
          </p:nvPr>
        </p:nvSpPr>
        <p:spPr>
          <a:xfrm>
            <a:off x="6248402" y="1612902"/>
            <a:ext cx="2666999" cy="4480790"/>
          </a:xfrm>
        </p:spPr>
        <p:txBody>
          <a:bodyPr/>
          <a:lstStyle>
            <a:lvl1pPr marL="0" indent="0">
              <a:buNone/>
              <a:defRPr sz="108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add call-out</a:t>
            </a:r>
          </a:p>
        </p:txBody>
      </p:sp>
      <p:cxnSp>
        <p:nvCxnSpPr>
          <p:cNvPr id="14" name="Straight Connector 13">
            <a:extLst>
              <a:ext uri="{FF2B5EF4-FFF2-40B4-BE49-F238E27FC236}">
                <a16:creationId xmlns:a16="http://schemas.microsoft.com/office/drawing/2014/main" id="{59A4B887-70E7-3A7D-3F15-9D57EEE5CCAB}"/>
              </a:ext>
            </a:extLst>
          </p:cNvPr>
          <p:cNvCxnSpPr>
            <a:cxnSpLocks/>
          </p:cNvCxnSpPr>
          <p:nvPr/>
        </p:nvCxnSpPr>
        <p:spPr>
          <a:xfrm>
            <a:off x="9067800" y="304801"/>
            <a:ext cx="0" cy="5789069"/>
          </a:xfrm>
          <a:prstGeom prst="line">
            <a:avLst/>
          </a:prstGeom>
          <a:ln w="12700">
            <a:solidFill>
              <a:srgbClr val="D2CFCA"/>
            </a:solidFill>
          </a:ln>
        </p:spPr>
        <p:style>
          <a:lnRef idx="2">
            <a:schemeClr val="accent1"/>
          </a:lnRef>
          <a:fillRef idx="0">
            <a:schemeClr val="accent1"/>
          </a:fillRef>
          <a:effectRef idx="1">
            <a:schemeClr val="accent1"/>
          </a:effectRef>
          <a:fontRef idx="minor">
            <a:schemeClr val="tx1"/>
          </a:fontRef>
        </p:style>
      </p:cxnSp>
      <p:sp>
        <p:nvSpPr>
          <p:cNvPr id="16" name="Text Placeholder 7">
            <a:extLst>
              <a:ext uri="{FF2B5EF4-FFF2-40B4-BE49-F238E27FC236}">
                <a16:creationId xmlns:a16="http://schemas.microsoft.com/office/drawing/2014/main" id="{8C1F1F7C-1FBF-EF05-F7C8-DE0165B160F8}"/>
              </a:ext>
            </a:extLst>
          </p:cNvPr>
          <p:cNvSpPr>
            <a:spLocks noGrp="1"/>
          </p:cNvSpPr>
          <p:nvPr>
            <p:ph type="body" sz="quarter" idx="19" hasCustomPrompt="1"/>
          </p:nvPr>
        </p:nvSpPr>
        <p:spPr>
          <a:xfrm>
            <a:off x="9227129" y="304802"/>
            <a:ext cx="2667000" cy="1003300"/>
          </a:xfrm>
          <a:noFill/>
        </p:spPr>
        <p:txBody>
          <a:bodyPr anchor="t"/>
          <a:lstStyle>
            <a:lvl1pPr>
              <a:lnSpc>
                <a:spcPct val="87000"/>
              </a:lnSpc>
              <a:spcAft>
                <a:spcPts val="0"/>
              </a:spcAft>
              <a:defRPr sz="4320" b="0" i="0" spc="-135" baseline="0">
                <a:solidFill>
                  <a:schemeClr val="tx2"/>
                </a:solidFill>
                <a:latin typeface="+mn-lt"/>
              </a:defRPr>
            </a:lvl1pPr>
            <a:lvl2pPr marL="4287" indent="0">
              <a:buNone/>
              <a:defRPr/>
            </a:lvl2pPr>
            <a:lvl3pPr marL="207170" indent="-202883">
              <a:tabLst/>
              <a:defRPr/>
            </a:lvl3pPr>
            <a:lvl4pPr marL="414338" indent="-207170">
              <a:tabLst/>
              <a:defRPr/>
            </a:lvl4pPr>
            <a:lvl5pPr marL="621507" indent="-195740">
              <a:tabLst/>
              <a:defRPr/>
            </a:lvl5pPr>
          </a:lstStyle>
          <a:p>
            <a:pPr lvl="0"/>
            <a:r>
              <a:rPr lang="en-US"/>
              <a:t>000</a:t>
            </a:r>
          </a:p>
        </p:txBody>
      </p:sp>
      <p:sp>
        <p:nvSpPr>
          <p:cNvPr id="6" name="Text Placeholder 3">
            <a:extLst>
              <a:ext uri="{FF2B5EF4-FFF2-40B4-BE49-F238E27FC236}">
                <a16:creationId xmlns:a16="http://schemas.microsoft.com/office/drawing/2014/main" id="{91AA238F-ACF5-7A77-19EF-8F3AC17DB28D}"/>
              </a:ext>
            </a:extLst>
          </p:cNvPr>
          <p:cNvSpPr>
            <a:spLocks noGrp="1"/>
          </p:cNvSpPr>
          <p:nvPr>
            <p:ph type="body" sz="half" idx="18" hasCustomPrompt="1"/>
          </p:nvPr>
        </p:nvSpPr>
        <p:spPr>
          <a:xfrm>
            <a:off x="9227129" y="1612902"/>
            <a:ext cx="2666999" cy="4480790"/>
          </a:xfrm>
        </p:spPr>
        <p:txBody>
          <a:bodyPr/>
          <a:lstStyle>
            <a:lvl1pPr marL="0" indent="0">
              <a:buNone/>
              <a:defRPr sz="108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add call-out</a:t>
            </a:r>
          </a:p>
        </p:txBody>
      </p:sp>
      <p:sp>
        <p:nvSpPr>
          <p:cNvPr id="3" name="Text Placeholder 3">
            <a:extLst>
              <a:ext uri="{FF2B5EF4-FFF2-40B4-BE49-F238E27FC236}">
                <a16:creationId xmlns:a16="http://schemas.microsoft.com/office/drawing/2014/main" id="{A5AA895D-274A-30E0-3D4B-ADFF402435BF}"/>
              </a:ext>
            </a:extLst>
          </p:cNvPr>
          <p:cNvSpPr>
            <a:spLocks noGrp="1"/>
          </p:cNvSpPr>
          <p:nvPr>
            <p:ph type="body" sz="half" idx="2" hasCustomPrompt="1"/>
          </p:nvPr>
        </p:nvSpPr>
        <p:spPr>
          <a:xfrm>
            <a:off x="6255330" y="6187669"/>
            <a:ext cx="4641269" cy="365531"/>
          </a:xfrm>
        </p:spPr>
        <p:txBody>
          <a:bodyPr vert="horz" lIns="0" tIns="0" rIns="0" bIns="0" rtlCol="0" anchor="b">
            <a:noAutofit/>
          </a:bodyPr>
          <a:lstStyle>
            <a:lvl1pPr>
              <a:defRPr lang="en-US" sz="720" spc="0">
                <a:solidFill>
                  <a:srgbClr val="6D6D6D"/>
                </a:solidFill>
              </a:defRPr>
            </a:lvl1pPr>
          </a:lstStyle>
          <a:p>
            <a:pPr lvl="0"/>
            <a:r>
              <a:rPr lang="en-US"/>
              <a:t>Click to add footnote/source</a:t>
            </a:r>
          </a:p>
        </p:txBody>
      </p:sp>
    </p:spTree>
    <p:extLst>
      <p:ext uri="{BB962C8B-B14F-4D97-AF65-F5344CB8AC3E}">
        <p14:creationId xmlns:p14="http://schemas.microsoft.com/office/powerpoint/2010/main" val="2069622458"/>
      </p:ext>
    </p:extLst>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p:cSld name="Call-out, 3, bottom">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0FBDD6E6-B12D-8B68-D1AC-FAAF39A5975D}"/>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9" name="think-cell data - do not delete" hidden="1">
                        <a:extLst>
                          <a:ext uri="{FF2B5EF4-FFF2-40B4-BE49-F238E27FC236}">
                            <a16:creationId xmlns:a16="http://schemas.microsoft.com/office/drawing/2014/main" id="{0FBDD6E6-B12D-8B68-D1AC-FAAF39A5975D}"/>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9A34728-B9A6-15E4-034B-EB09751338F2}"/>
              </a:ext>
            </a:extLst>
          </p:cNvPr>
          <p:cNvSpPr>
            <a:spLocks noGrp="1"/>
          </p:cNvSpPr>
          <p:nvPr>
            <p:ph type="title" hasCustomPrompt="1"/>
          </p:nvPr>
        </p:nvSpPr>
        <p:spPr>
          <a:xfrm>
            <a:off x="304801" y="304802"/>
            <a:ext cx="2667000" cy="2971799"/>
          </a:xfrm>
        </p:spPr>
        <p:txBody>
          <a:bodyPr vert="horz"/>
          <a:lstStyle/>
          <a:p>
            <a:r>
              <a:rPr lang="en-US"/>
              <a:t>Click to add title</a:t>
            </a:r>
          </a:p>
        </p:txBody>
      </p:sp>
      <p:cxnSp>
        <p:nvCxnSpPr>
          <p:cNvPr id="5" name="Straight Connector 4">
            <a:extLst>
              <a:ext uri="{FF2B5EF4-FFF2-40B4-BE49-F238E27FC236}">
                <a16:creationId xmlns:a16="http://schemas.microsoft.com/office/drawing/2014/main" id="{1DC76CF5-B96F-471A-7F96-EDA80EF98083}"/>
              </a:ext>
            </a:extLst>
          </p:cNvPr>
          <p:cNvCxnSpPr>
            <a:cxnSpLocks/>
          </p:cNvCxnSpPr>
          <p:nvPr/>
        </p:nvCxnSpPr>
        <p:spPr>
          <a:xfrm>
            <a:off x="3131127" y="304801"/>
            <a:ext cx="0" cy="5789069"/>
          </a:xfrm>
          <a:prstGeom prst="line">
            <a:avLst/>
          </a:prstGeom>
          <a:ln w="12700">
            <a:solidFill>
              <a:srgbClr val="D2CFCA"/>
            </a:solidFill>
          </a:ln>
        </p:spPr>
        <p:style>
          <a:lnRef idx="2">
            <a:schemeClr val="accent1"/>
          </a:lnRef>
          <a:fillRef idx="0">
            <a:schemeClr val="accent1"/>
          </a:fillRef>
          <a:effectRef idx="1">
            <a:schemeClr val="accent1"/>
          </a:effectRef>
          <a:fontRef idx="minor">
            <a:schemeClr val="tx1"/>
          </a:fontRef>
        </p:style>
      </p:cxnSp>
      <p:sp>
        <p:nvSpPr>
          <p:cNvPr id="4" name="Text Placeholder 3">
            <a:extLst>
              <a:ext uri="{FF2B5EF4-FFF2-40B4-BE49-F238E27FC236}">
                <a16:creationId xmlns:a16="http://schemas.microsoft.com/office/drawing/2014/main" id="{33732489-BEDF-4C55-69CF-6DB2062E8543}"/>
              </a:ext>
            </a:extLst>
          </p:cNvPr>
          <p:cNvSpPr>
            <a:spLocks noGrp="1"/>
          </p:cNvSpPr>
          <p:nvPr>
            <p:ph type="body" sz="half" idx="20" hasCustomPrompt="1"/>
          </p:nvPr>
        </p:nvSpPr>
        <p:spPr>
          <a:xfrm>
            <a:off x="3283529" y="304802"/>
            <a:ext cx="2666999" cy="3632199"/>
          </a:xfrm>
        </p:spPr>
        <p:txBody>
          <a:bodyPr/>
          <a:lstStyle>
            <a:lvl1pPr marL="0" indent="0">
              <a:buNone/>
              <a:defRPr sz="108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add call-out</a:t>
            </a:r>
          </a:p>
        </p:txBody>
      </p:sp>
      <p:sp>
        <p:nvSpPr>
          <p:cNvPr id="7" name="Text Placeholder 7">
            <a:extLst>
              <a:ext uri="{FF2B5EF4-FFF2-40B4-BE49-F238E27FC236}">
                <a16:creationId xmlns:a16="http://schemas.microsoft.com/office/drawing/2014/main" id="{6D55EFD7-48FC-B4D1-23AA-8EB847AAF111}"/>
              </a:ext>
            </a:extLst>
          </p:cNvPr>
          <p:cNvSpPr>
            <a:spLocks noGrp="1"/>
          </p:cNvSpPr>
          <p:nvPr>
            <p:ph type="body" sz="quarter" idx="21" hasCustomPrompt="1"/>
          </p:nvPr>
        </p:nvSpPr>
        <p:spPr>
          <a:xfrm>
            <a:off x="3290456" y="5305139"/>
            <a:ext cx="2667000" cy="1003300"/>
          </a:xfrm>
          <a:noFill/>
        </p:spPr>
        <p:txBody>
          <a:bodyPr anchor="b"/>
          <a:lstStyle>
            <a:lvl1pPr>
              <a:lnSpc>
                <a:spcPct val="100000"/>
              </a:lnSpc>
              <a:spcAft>
                <a:spcPts val="0"/>
              </a:spcAft>
              <a:defRPr sz="4320" b="0" i="0" spc="-135" baseline="0">
                <a:solidFill>
                  <a:schemeClr val="tx2"/>
                </a:solidFill>
                <a:latin typeface="+mn-lt"/>
              </a:defRPr>
            </a:lvl1pPr>
            <a:lvl2pPr marL="4287" indent="0">
              <a:buNone/>
              <a:defRPr/>
            </a:lvl2pPr>
            <a:lvl3pPr marL="207170" indent="-202883">
              <a:tabLst/>
              <a:defRPr/>
            </a:lvl3pPr>
            <a:lvl4pPr marL="414338" indent="-207170">
              <a:tabLst/>
              <a:defRPr/>
            </a:lvl4pPr>
            <a:lvl5pPr marL="621507" indent="-195740">
              <a:tabLst/>
              <a:defRPr/>
            </a:lvl5pPr>
          </a:lstStyle>
          <a:p>
            <a:pPr lvl="0"/>
            <a:r>
              <a:rPr lang="en-US"/>
              <a:t>000</a:t>
            </a:r>
          </a:p>
        </p:txBody>
      </p:sp>
      <p:cxnSp>
        <p:nvCxnSpPr>
          <p:cNvPr id="8" name="Straight Connector 7">
            <a:extLst>
              <a:ext uri="{FF2B5EF4-FFF2-40B4-BE49-F238E27FC236}">
                <a16:creationId xmlns:a16="http://schemas.microsoft.com/office/drawing/2014/main" id="{8BE5242C-22F3-81A8-523C-F26FD4379101}"/>
              </a:ext>
            </a:extLst>
          </p:cNvPr>
          <p:cNvCxnSpPr>
            <a:cxnSpLocks/>
          </p:cNvCxnSpPr>
          <p:nvPr/>
        </p:nvCxnSpPr>
        <p:spPr>
          <a:xfrm>
            <a:off x="6096000" y="304801"/>
            <a:ext cx="0" cy="5789069"/>
          </a:xfrm>
          <a:prstGeom prst="line">
            <a:avLst/>
          </a:prstGeom>
          <a:ln w="12700">
            <a:solidFill>
              <a:srgbClr val="D2CFCA"/>
            </a:solidFill>
          </a:ln>
        </p:spPr>
        <p:style>
          <a:lnRef idx="2">
            <a:schemeClr val="accent1"/>
          </a:lnRef>
          <a:fillRef idx="0">
            <a:schemeClr val="accent1"/>
          </a:fillRef>
          <a:effectRef idx="1">
            <a:schemeClr val="accent1"/>
          </a:effectRef>
          <a:fontRef idx="minor">
            <a:schemeClr val="tx1"/>
          </a:fontRef>
        </p:style>
      </p:cxnSp>
      <p:sp>
        <p:nvSpPr>
          <p:cNvPr id="11" name="Text Placeholder 3">
            <a:extLst>
              <a:ext uri="{FF2B5EF4-FFF2-40B4-BE49-F238E27FC236}">
                <a16:creationId xmlns:a16="http://schemas.microsoft.com/office/drawing/2014/main" id="{F2411564-8106-BE7B-C058-5F7CD715B819}"/>
              </a:ext>
            </a:extLst>
          </p:cNvPr>
          <p:cNvSpPr>
            <a:spLocks noGrp="1"/>
          </p:cNvSpPr>
          <p:nvPr>
            <p:ph type="body" sz="half" idx="14" hasCustomPrompt="1"/>
          </p:nvPr>
        </p:nvSpPr>
        <p:spPr>
          <a:xfrm>
            <a:off x="6245353" y="301752"/>
            <a:ext cx="2666999" cy="3630168"/>
          </a:xfrm>
        </p:spPr>
        <p:txBody>
          <a:bodyPr/>
          <a:lstStyle>
            <a:lvl1pPr marL="0" indent="0">
              <a:buNone/>
              <a:defRPr sz="108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add call-out</a:t>
            </a:r>
          </a:p>
        </p:txBody>
      </p:sp>
      <p:sp>
        <p:nvSpPr>
          <p:cNvPr id="15" name="Text Placeholder 7">
            <a:extLst>
              <a:ext uri="{FF2B5EF4-FFF2-40B4-BE49-F238E27FC236}">
                <a16:creationId xmlns:a16="http://schemas.microsoft.com/office/drawing/2014/main" id="{738F6B7C-19AD-6A96-6BAD-347FAF76D5B9}"/>
              </a:ext>
            </a:extLst>
          </p:cNvPr>
          <p:cNvSpPr>
            <a:spLocks noGrp="1"/>
          </p:cNvSpPr>
          <p:nvPr>
            <p:ph type="body" sz="quarter" idx="17" hasCustomPrompt="1"/>
          </p:nvPr>
        </p:nvSpPr>
        <p:spPr>
          <a:xfrm>
            <a:off x="6255329" y="5305139"/>
            <a:ext cx="2667000" cy="1003300"/>
          </a:xfrm>
          <a:noFill/>
        </p:spPr>
        <p:txBody>
          <a:bodyPr anchor="b"/>
          <a:lstStyle>
            <a:lvl1pPr>
              <a:lnSpc>
                <a:spcPct val="100000"/>
              </a:lnSpc>
              <a:spcAft>
                <a:spcPts val="0"/>
              </a:spcAft>
              <a:defRPr sz="4320" b="0" i="0" spc="-135" baseline="0">
                <a:solidFill>
                  <a:schemeClr val="tx2"/>
                </a:solidFill>
                <a:latin typeface="+mn-lt"/>
              </a:defRPr>
            </a:lvl1pPr>
            <a:lvl2pPr marL="4287" indent="0">
              <a:buNone/>
              <a:defRPr/>
            </a:lvl2pPr>
            <a:lvl3pPr marL="207170" indent="-202883">
              <a:tabLst/>
              <a:defRPr/>
            </a:lvl3pPr>
            <a:lvl4pPr marL="414338" indent="-207170">
              <a:tabLst/>
              <a:defRPr/>
            </a:lvl4pPr>
            <a:lvl5pPr marL="621507" indent="-195740">
              <a:tabLst/>
              <a:defRPr/>
            </a:lvl5pPr>
          </a:lstStyle>
          <a:p>
            <a:pPr lvl="0"/>
            <a:r>
              <a:rPr lang="en-US"/>
              <a:t>000</a:t>
            </a:r>
          </a:p>
        </p:txBody>
      </p:sp>
      <p:cxnSp>
        <p:nvCxnSpPr>
          <p:cNvPr id="14" name="Straight Connector 13">
            <a:extLst>
              <a:ext uri="{FF2B5EF4-FFF2-40B4-BE49-F238E27FC236}">
                <a16:creationId xmlns:a16="http://schemas.microsoft.com/office/drawing/2014/main" id="{59A4B887-70E7-3A7D-3F15-9D57EEE5CCAB}"/>
              </a:ext>
            </a:extLst>
          </p:cNvPr>
          <p:cNvCxnSpPr>
            <a:cxnSpLocks/>
          </p:cNvCxnSpPr>
          <p:nvPr/>
        </p:nvCxnSpPr>
        <p:spPr>
          <a:xfrm>
            <a:off x="9067800" y="304801"/>
            <a:ext cx="0" cy="5789069"/>
          </a:xfrm>
          <a:prstGeom prst="line">
            <a:avLst/>
          </a:prstGeom>
          <a:ln w="12700">
            <a:solidFill>
              <a:srgbClr val="D2CFCA"/>
            </a:solidFill>
          </a:ln>
        </p:spPr>
        <p:style>
          <a:lnRef idx="2">
            <a:schemeClr val="accent1"/>
          </a:lnRef>
          <a:fillRef idx="0">
            <a:schemeClr val="accent1"/>
          </a:fillRef>
          <a:effectRef idx="1">
            <a:schemeClr val="accent1"/>
          </a:effectRef>
          <a:fontRef idx="minor">
            <a:schemeClr val="tx1"/>
          </a:fontRef>
        </p:style>
      </p:cxnSp>
      <p:sp>
        <p:nvSpPr>
          <p:cNvPr id="6" name="Text Placeholder 3">
            <a:extLst>
              <a:ext uri="{FF2B5EF4-FFF2-40B4-BE49-F238E27FC236}">
                <a16:creationId xmlns:a16="http://schemas.microsoft.com/office/drawing/2014/main" id="{91AA238F-ACF5-7A77-19EF-8F3AC17DB28D}"/>
              </a:ext>
            </a:extLst>
          </p:cNvPr>
          <p:cNvSpPr>
            <a:spLocks noGrp="1"/>
          </p:cNvSpPr>
          <p:nvPr>
            <p:ph type="body" sz="half" idx="18" hasCustomPrompt="1"/>
          </p:nvPr>
        </p:nvSpPr>
        <p:spPr>
          <a:xfrm>
            <a:off x="9227129" y="304802"/>
            <a:ext cx="2666999" cy="3632199"/>
          </a:xfrm>
        </p:spPr>
        <p:txBody>
          <a:bodyPr/>
          <a:lstStyle>
            <a:lvl1pPr marL="0" indent="0">
              <a:buNone/>
              <a:defRPr sz="108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add call-out</a:t>
            </a:r>
          </a:p>
        </p:txBody>
      </p:sp>
      <p:sp>
        <p:nvSpPr>
          <p:cNvPr id="16" name="Text Placeholder 7">
            <a:extLst>
              <a:ext uri="{FF2B5EF4-FFF2-40B4-BE49-F238E27FC236}">
                <a16:creationId xmlns:a16="http://schemas.microsoft.com/office/drawing/2014/main" id="{8C1F1F7C-1FBF-EF05-F7C8-DE0165B160F8}"/>
              </a:ext>
            </a:extLst>
          </p:cNvPr>
          <p:cNvSpPr>
            <a:spLocks noGrp="1"/>
          </p:cNvSpPr>
          <p:nvPr>
            <p:ph type="body" sz="quarter" idx="19" hasCustomPrompt="1"/>
          </p:nvPr>
        </p:nvSpPr>
        <p:spPr>
          <a:xfrm>
            <a:off x="9227129" y="5305139"/>
            <a:ext cx="2667000" cy="1003300"/>
          </a:xfrm>
          <a:noFill/>
        </p:spPr>
        <p:txBody>
          <a:bodyPr anchor="b"/>
          <a:lstStyle>
            <a:lvl1pPr>
              <a:lnSpc>
                <a:spcPct val="100000"/>
              </a:lnSpc>
              <a:spcAft>
                <a:spcPts val="0"/>
              </a:spcAft>
              <a:defRPr sz="4320" b="0" i="0" spc="-135" baseline="0">
                <a:solidFill>
                  <a:schemeClr val="tx2"/>
                </a:solidFill>
                <a:latin typeface="+mn-lt"/>
              </a:defRPr>
            </a:lvl1pPr>
            <a:lvl2pPr marL="4287" indent="0">
              <a:buNone/>
              <a:defRPr/>
            </a:lvl2pPr>
            <a:lvl3pPr marL="207170" indent="-202883">
              <a:tabLst/>
              <a:defRPr/>
            </a:lvl3pPr>
            <a:lvl4pPr marL="414338" indent="-207170">
              <a:tabLst/>
              <a:defRPr/>
            </a:lvl4pPr>
            <a:lvl5pPr marL="621507" indent="-195740">
              <a:tabLst/>
              <a:defRPr/>
            </a:lvl5pPr>
          </a:lstStyle>
          <a:p>
            <a:pPr lvl="0"/>
            <a:r>
              <a:rPr lang="en-US"/>
              <a:t>000</a:t>
            </a:r>
          </a:p>
        </p:txBody>
      </p:sp>
      <p:sp>
        <p:nvSpPr>
          <p:cNvPr id="3" name="Text Placeholder 3">
            <a:extLst>
              <a:ext uri="{FF2B5EF4-FFF2-40B4-BE49-F238E27FC236}">
                <a16:creationId xmlns:a16="http://schemas.microsoft.com/office/drawing/2014/main" id="{501F14BE-4B50-1C51-74A7-98C09D13C283}"/>
              </a:ext>
            </a:extLst>
          </p:cNvPr>
          <p:cNvSpPr>
            <a:spLocks noGrp="1"/>
          </p:cNvSpPr>
          <p:nvPr>
            <p:ph type="body" sz="half" idx="2" hasCustomPrompt="1"/>
          </p:nvPr>
        </p:nvSpPr>
        <p:spPr>
          <a:xfrm>
            <a:off x="6248399" y="6187669"/>
            <a:ext cx="4648193" cy="365531"/>
          </a:xfrm>
        </p:spPr>
        <p:txBody>
          <a:bodyPr vert="horz" lIns="0" tIns="0" rIns="0" bIns="0" rtlCol="0" anchor="b">
            <a:noAutofit/>
          </a:bodyPr>
          <a:lstStyle>
            <a:lvl1pPr>
              <a:defRPr lang="en-US" sz="720" spc="0">
                <a:solidFill>
                  <a:srgbClr val="6D6D6D"/>
                </a:solidFill>
              </a:defRPr>
            </a:lvl1pPr>
          </a:lstStyle>
          <a:p>
            <a:pPr lvl="0"/>
            <a:r>
              <a:rPr lang="en-US"/>
              <a:t>Click to add footnote/source</a:t>
            </a:r>
          </a:p>
        </p:txBody>
      </p:sp>
    </p:spTree>
    <p:extLst>
      <p:ext uri="{BB962C8B-B14F-4D97-AF65-F5344CB8AC3E}">
        <p14:creationId xmlns:p14="http://schemas.microsoft.com/office/powerpoint/2010/main" val="3876957210"/>
      </p:ext>
    </p:extLst>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p:cSld name="Call-out, 4">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0FBDD6E6-B12D-8B68-D1AC-FAAF39A5975D}"/>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9" name="think-cell data - do not delete" hidden="1">
                        <a:extLst>
                          <a:ext uri="{FF2B5EF4-FFF2-40B4-BE49-F238E27FC236}">
                            <a16:creationId xmlns:a16="http://schemas.microsoft.com/office/drawing/2014/main" id="{0FBDD6E6-B12D-8B68-D1AC-FAAF39A5975D}"/>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9A34728-B9A6-15E4-034B-EB09751338F2}"/>
              </a:ext>
            </a:extLst>
          </p:cNvPr>
          <p:cNvSpPr>
            <a:spLocks noGrp="1"/>
          </p:cNvSpPr>
          <p:nvPr>
            <p:ph type="title" hasCustomPrompt="1"/>
          </p:nvPr>
        </p:nvSpPr>
        <p:spPr>
          <a:xfrm>
            <a:off x="304801" y="304802"/>
            <a:ext cx="2667000" cy="1168399"/>
          </a:xfrm>
        </p:spPr>
        <p:txBody>
          <a:bodyPr vert="horz"/>
          <a:lstStyle/>
          <a:p>
            <a:r>
              <a:rPr lang="en-US"/>
              <a:t>Click to add title</a:t>
            </a:r>
          </a:p>
        </p:txBody>
      </p:sp>
      <p:sp>
        <p:nvSpPr>
          <p:cNvPr id="7" name="Text Placeholder 7">
            <a:extLst>
              <a:ext uri="{FF2B5EF4-FFF2-40B4-BE49-F238E27FC236}">
                <a16:creationId xmlns:a16="http://schemas.microsoft.com/office/drawing/2014/main" id="{6D55EFD7-48FC-B4D1-23AA-8EB847AAF111}"/>
              </a:ext>
            </a:extLst>
          </p:cNvPr>
          <p:cNvSpPr>
            <a:spLocks noGrp="1"/>
          </p:cNvSpPr>
          <p:nvPr>
            <p:ph type="body" sz="quarter" idx="21" hasCustomPrompt="1"/>
          </p:nvPr>
        </p:nvSpPr>
        <p:spPr>
          <a:xfrm>
            <a:off x="3290456" y="301753"/>
            <a:ext cx="2653144" cy="996809"/>
          </a:xfrm>
          <a:noFill/>
        </p:spPr>
        <p:txBody>
          <a:bodyPr anchor="t"/>
          <a:lstStyle>
            <a:lvl1pPr>
              <a:lnSpc>
                <a:spcPct val="87000"/>
              </a:lnSpc>
              <a:spcAft>
                <a:spcPts val="0"/>
              </a:spcAft>
              <a:defRPr sz="4320" b="0" i="0" spc="-135" baseline="0">
                <a:solidFill>
                  <a:schemeClr val="tx2"/>
                </a:solidFill>
                <a:latin typeface="+mn-lt"/>
              </a:defRPr>
            </a:lvl1pPr>
            <a:lvl2pPr marL="4287" indent="0">
              <a:buNone/>
              <a:defRPr/>
            </a:lvl2pPr>
            <a:lvl3pPr marL="207170" indent="-202883">
              <a:tabLst/>
              <a:defRPr/>
            </a:lvl3pPr>
            <a:lvl4pPr marL="414338" indent="-207170">
              <a:tabLst/>
              <a:defRPr/>
            </a:lvl4pPr>
            <a:lvl5pPr marL="621507" indent="-195740">
              <a:tabLst/>
              <a:defRPr/>
            </a:lvl5pPr>
          </a:lstStyle>
          <a:p>
            <a:pPr lvl="0"/>
            <a:r>
              <a:rPr lang="en-US"/>
              <a:t>000</a:t>
            </a:r>
          </a:p>
        </p:txBody>
      </p:sp>
      <p:sp>
        <p:nvSpPr>
          <p:cNvPr id="4" name="Text Placeholder 3">
            <a:extLst>
              <a:ext uri="{FF2B5EF4-FFF2-40B4-BE49-F238E27FC236}">
                <a16:creationId xmlns:a16="http://schemas.microsoft.com/office/drawing/2014/main" id="{33732489-BEDF-4C55-69CF-6DB2062E8543}"/>
              </a:ext>
            </a:extLst>
          </p:cNvPr>
          <p:cNvSpPr>
            <a:spLocks noGrp="1"/>
          </p:cNvSpPr>
          <p:nvPr>
            <p:ph type="body" sz="half" idx="20" hasCustomPrompt="1"/>
          </p:nvPr>
        </p:nvSpPr>
        <p:spPr>
          <a:xfrm>
            <a:off x="6245352" y="301752"/>
            <a:ext cx="5641848" cy="1014984"/>
          </a:xfrm>
        </p:spPr>
        <p:txBody>
          <a:bodyPr/>
          <a:lstStyle>
            <a:lvl1pPr marL="0" indent="0">
              <a:buNone/>
              <a:defRPr sz="108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add call-out</a:t>
            </a:r>
          </a:p>
        </p:txBody>
      </p:sp>
      <p:cxnSp>
        <p:nvCxnSpPr>
          <p:cNvPr id="5" name="Straight Connector 4">
            <a:extLst>
              <a:ext uri="{FF2B5EF4-FFF2-40B4-BE49-F238E27FC236}">
                <a16:creationId xmlns:a16="http://schemas.microsoft.com/office/drawing/2014/main" id="{1DC76CF5-B96F-471A-7F96-EDA80EF98083}"/>
              </a:ext>
            </a:extLst>
          </p:cNvPr>
          <p:cNvCxnSpPr>
            <a:cxnSpLocks/>
          </p:cNvCxnSpPr>
          <p:nvPr/>
        </p:nvCxnSpPr>
        <p:spPr>
          <a:xfrm flipH="1">
            <a:off x="3278732" y="1475379"/>
            <a:ext cx="8615397" cy="1"/>
          </a:xfrm>
          <a:prstGeom prst="line">
            <a:avLst/>
          </a:prstGeom>
          <a:ln w="12700">
            <a:solidFill>
              <a:srgbClr val="D2CFCA"/>
            </a:solidFill>
          </a:ln>
        </p:spPr>
        <p:style>
          <a:lnRef idx="2">
            <a:schemeClr val="accent1"/>
          </a:lnRef>
          <a:fillRef idx="0">
            <a:schemeClr val="accent1"/>
          </a:fillRef>
          <a:effectRef idx="1">
            <a:schemeClr val="accent1"/>
          </a:effectRef>
          <a:fontRef idx="minor">
            <a:schemeClr val="tx1"/>
          </a:fontRef>
        </p:style>
      </p:cxnSp>
      <p:sp>
        <p:nvSpPr>
          <p:cNvPr id="15" name="Text Placeholder 7">
            <a:extLst>
              <a:ext uri="{FF2B5EF4-FFF2-40B4-BE49-F238E27FC236}">
                <a16:creationId xmlns:a16="http://schemas.microsoft.com/office/drawing/2014/main" id="{738F6B7C-19AD-6A96-6BAD-347FAF76D5B9}"/>
              </a:ext>
            </a:extLst>
          </p:cNvPr>
          <p:cNvSpPr>
            <a:spLocks noGrp="1"/>
          </p:cNvSpPr>
          <p:nvPr>
            <p:ph type="body" sz="quarter" idx="17" hasCustomPrompt="1"/>
          </p:nvPr>
        </p:nvSpPr>
        <p:spPr>
          <a:xfrm>
            <a:off x="3290457" y="1612901"/>
            <a:ext cx="2653145" cy="1018163"/>
          </a:xfrm>
          <a:noFill/>
        </p:spPr>
        <p:txBody>
          <a:bodyPr anchor="t"/>
          <a:lstStyle>
            <a:lvl1pPr>
              <a:lnSpc>
                <a:spcPct val="87000"/>
              </a:lnSpc>
              <a:spcAft>
                <a:spcPts val="0"/>
              </a:spcAft>
              <a:defRPr sz="4320" b="0" i="0" spc="-135" baseline="0">
                <a:solidFill>
                  <a:schemeClr val="tx2"/>
                </a:solidFill>
                <a:latin typeface="+mn-lt"/>
              </a:defRPr>
            </a:lvl1pPr>
            <a:lvl2pPr marL="4287" indent="0">
              <a:buNone/>
              <a:defRPr/>
            </a:lvl2pPr>
            <a:lvl3pPr marL="207170" indent="-202883">
              <a:tabLst/>
              <a:defRPr/>
            </a:lvl3pPr>
            <a:lvl4pPr marL="414338" indent="-207170">
              <a:tabLst/>
              <a:defRPr/>
            </a:lvl4pPr>
            <a:lvl5pPr marL="621507" indent="-195740">
              <a:tabLst/>
              <a:defRPr/>
            </a:lvl5pPr>
          </a:lstStyle>
          <a:p>
            <a:pPr lvl="0"/>
            <a:r>
              <a:rPr lang="en-US"/>
              <a:t>000</a:t>
            </a:r>
          </a:p>
        </p:txBody>
      </p:sp>
      <p:sp>
        <p:nvSpPr>
          <p:cNvPr id="11" name="Text Placeholder 3">
            <a:extLst>
              <a:ext uri="{FF2B5EF4-FFF2-40B4-BE49-F238E27FC236}">
                <a16:creationId xmlns:a16="http://schemas.microsoft.com/office/drawing/2014/main" id="{F2411564-8106-BE7B-C058-5F7CD715B819}"/>
              </a:ext>
            </a:extLst>
          </p:cNvPr>
          <p:cNvSpPr>
            <a:spLocks noGrp="1"/>
          </p:cNvSpPr>
          <p:nvPr>
            <p:ph type="body" sz="half" idx="14" hasCustomPrompt="1"/>
          </p:nvPr>
        </p:nvSpPr>
        <p:spPr>
          <a:xfrm>
            <a:off x="6248400" y="1612905"/>
            <a:ext cx="5642678" cy="1014984"/>
          </a:xfrm>
        </p:spPr>
        <p:txBody>
          <a:bodyPr/>
          <a:lstStyle>
            <a:lvl1pPr marL="0" indent="0">
              <a:buNone/>
              <a:defRPr sz="108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add call-out</a:t>
            </a:r>
          </a:p>
        </p:txBody>
      </p:sp>
      <p:cxnSp>
        <p:nvCxnSpPr>
          <p:cNvPr id="17" name="Straight Connector 16">
            <a:extLst>
              <a:ext uri="{FF2B5EF4-FFF2-40B4-BE49-F238E27FC236}">
                <a16:creationId xmlns:a16="http://schemas.microsoft.com/office/drawing/2014/main" id="{3D1EA058-5641-0816-CC1D-20B215A16EED}"/>
              </a:ext>
            </a:extLst>
          </p:cNvPr>
          <p:cNvCxnSpPr>
            <a:cxnSpLocks/>
          </p:cNvCxnSpPr>
          <p:nvPr/>
        </p:nvCxnSpPr>
        <p:spPr>
          <a:xfrm flipH="1">
            <a:off x="3278732" y="2772401"/>
            <a:ext cx="8615397" cy="1"/>
          </a:xfrm>
          <a:prstGeom prst="line">
            <a:avLst/>
          </a:prstGeom>
          <a:ln w="12700">
            <a:solidFill>
              <a:srgbClr val="D2CFCA"/>
            </a:solidFill>
          </a:ln>
        </p:spPr>
        <p:style>
          <a:lnRef idx="2">
            <a:schemeClr val="accent1"/>
          </a:lnRef>
          <a:fillRef idx="0">
            <a:schemeClr val="accent1"/>
          </a:fillRef>
          <a:effectRef idx="1">
            <a:schemeClr val="accent1"/>
          </a:effectRef>
          <a:fontRef idx="minor">
            <a:schemeClr val="tx1"/>
          </a:fontRef>
        </p:style>
      </p:cxnSp>
      <p:sp>
        <p:nvSpPr>
          <p:cNvPr id="16" name="Text Placeholder 7">
            <a:extLst>
              <a:ext uri="{FF2B5EF4-FFF2-40B4-BE49-F238E27FC236}">
                <a16:creationId xmlns:a16="http://schemas.microsoft.com/office/drawing/2014/main" id="{8C1F1F7C-1FBF-EF05-F7C8-DE0165B160F8}"/>
              </a:ext>
            </a:extLst>
          </p:cNvPr>
          <p:cNvSpPr>
            <a:spLocks noGrp="1"/>
          </p:cNvSpPr>
          <p:nvPr>
            <p:ph type="body" sz="quarter" idx="19" hasCustomPrompt="1"/>
          </p:nvPr>
        </p:nvSpPr>
        <p:spPr>
          <a:xfrm>
            <a:off x="3290456" y="2920999"/>
            <a:ext cx="2651760" cy="1016001"/>
          </a:xfrm>
          <a:noFill/>
        </p:spPr>
        <p:txBody>
          <a:bodyPr anchor="t"/>
          <a:lstStyle>
            <a:lvl1pPr>
              <a:lnSpc>
                <a:spcPct val="87000"/>
              </a:lnSpc>
              <a:spcAft>
                <a:spcPts val="0"/>
              </a:spcAft>
              <a:defRPr sz="4320" b="0" i="0" spc="-135" baseline="0">
                <a:solidFill>
                  <a:schemeClr val="tx2"/>
                </a:solidFill>
                <a:latin typeface="+mn-lt"/>
              </a:defRPr>
            </a:lvl1pPr>
            <a:lvl2pPr marL="4287" indent="0">
              <a:buNone/>
              <a:defRPr/>
            </a:lvl2pPr>
            <a:lvl3pPr marL="207170" indent="-202883">
              <a:tabLst/>
              <a:defRPr/>
            </a:lvl3pPr>
            <a:lvl4pPr marL="414338" indent="-207170">
              <a:tabLst/>
              <a:defRPr/>
            </a:lvl4pPr>
            <a:lvl5pPr marL="621507" indent="-195740">
              <a:tabLst/>
              <a:defRPr/>
            </a:lvl5pPr>
          </a:lstStyle>
          <a:p>
            <a:pPr lvl="0"/>
            <a:r>
              <a:rPr lang="en-US"/>
              <a:t>000</a:t>
            </a:r>
          </a:p>
        </p:txBody>
      </p:sp>
      <p:sp>
        <p:nvSpPr>
          <p:cNvPr id="6" name="Text Placeholder 3">
            <a:extLst>
              <a:ext uri="{FF2B5EF4-FFF2-40B4-BE49-F238E27FC236}">
                <a16:creationId xmlns:a16="http://schemas.microsoft.com/office/drawing/2014/main" id="{91AA238F-ACF5-7A77-19EF-8F3AC17DB28D}"/>
              </a:ext>
            </a:extLst>
          </p:cNvPr>
          <p:cNvSpPr>
            <a:spLocks noGrp="1"/>
          </p:cNvSpPr>
          <p:nvPr>
            <p:ph type="body" sz="half" idx="18" hasCustomPrompt="1"/>
          </p:nvPr>
        </p:nvSpPr>
        <p:spPr>
          <a:xfrm>
            <a:off x="6245353" y="2921000"/>
            <a:ext cx="5645726" cy="1016001"/>
          </a:xfrm>
        </p:spPr>
        <p:txBody>
          <a:bodyPr/>
          <a:lstStyle>
            <a:lvl1pPr marL="0" indent="0">
              <a:buNone/>
              <a:defRPr sz="108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add call-out</a:t>
            </a:r>
          </a:p>
        </p:txBody>
      </p:sp>
      <p:cxnSp>
        <p:nvCxnSpPr>
          <p:cNvPr id="18" name="Straight Connector 17">
            <a:extLst>
              <a:ext uri="{FF2B5EF4-FFF2-40B4-BE49-F238E27FC236}">
                <a16:creationId xmlns:a16="http://schemas.microsoft.com/office/drawing/2014/main" id="{96DD4E15-46AE-D781-3C4A-6E5015EF7675}"/>
              </a:ext>
            </a:extLst>
          </p:cNvPr>
          <p:cNvCxnSpPr>
            <a:cxnSpLocks/>
          </p:cNvCxnSpPr>
          <p:nvPr/>
        </p:nvCxnSpPr>
        <p:spPr>
          <a:xfrm flipH="1">
            <a:off x="3278732" y="4088877"/>
            <a:ext cx="8615397" cy="1"/>
          </a:xfrm>
          <a:prstGeom prst="line">
            <a:avLst/>
          </a:prstGeom>
          <a:ln w="12700">
            <a:solidFill>
              <a:srgbClr val="D2CFCA"/>
            </a:solidFill>
          </a:ln>
        </p:spPr>
        <p:style>
          <a:lnRef idx="2">
            <a:schemeClr val="accent1"/>
          </a:lnRef>
          <a:fillRef idx="0">
            <a:schemeClr val="accent1"/>
          </a:fillRef>
          <a:effectRef idx="1">
            <a:schemeClr val="accent1"/>
          </a:effectRef>
          <a:fontRef idx="minor">
            <a:schemeClr val="tx1"/>
          </a:fontRef>
        </p:style>
      </p:cxnSp>
      <p:sp>
        <p:nvSpPr>
          <p:cNvPr id="19" name="Text Placeholder 7">
            <a:extLst>
              <a:ext uri="{FF2B5EF4-FFF2-40B4-BE49-F238E27FC236}">
                <a16:creationId xmlns:a16="http://schemas.microsoft.com/office/drawing/2014/main" id="{858E18E9-DF35-5AF0-08AC-9090752A0768}"/>
              </a:ext>
            </a:extLst>
          </p:cNvPr>
          <p:cNvSpPr>
            <a:spLocks noGrp="1"/>
          </p:cNvSpPr>
          <p:nvPr>
            <p:ph type="body" sz="quarter" idx="22" hasCustomPrompt="1"/>
          </p:nvPr>
        </p:nvSpPr>
        <p:spPr>
          <a:xfrm>
            <a:off x="3290456" y="4235447"/>
            <a:ext cx="2653144" cy="1014984"/>
          </a:xfrm>
          <a:noFill/>
        </p:spPr>
        <p:txBody>
          <a:bodyPr anchor="t"/>
          <a:lstStyle>
            <a:lvl1pPr>
              <a:lnSpc>
                <a:spcPct val="87000"/>
              </a:lnSpc>
              <a:spcAft>
                <a:spcPts val="0"/>
              </a:spcAft>
              <a:defRPr sz="4320" b="0" i="0" spc="-135" baseline="0">
                <a:solidFill>
                  <a:schemeClr val="tx2"/>
                </a:solidFill>
                <a:latin typeface="+mn-lt"/>
              </a:defRPr>
            </a:lvl1pPr>
            <a:lvl2pPr marL="4287" indent="0">
              <a:buNone/>
              <a:defRPr/>
            </a:lvl2pPr>
            <a:lvl3pPr marL="207170" indent="-202883">
              <a:tabLst/>
              <a:defRPr/>
            </a:lvl3pPr>
            <a:lvl4pPr marL="414338" indent="-207170">
              <a:tabLst/>
              <a:defRPr/>
            </a:lvl4pPr>
            <a:lvl5pPr marL="621507" indent="-195740">
              <a:tabLst/>
              <a:defRPr/>
            </a:lvl5pPr>
          </a:lstStyle>
          <a:p>
            <a:pPr lvl="0"/>
            <a:r>
              <a:rPr lang="en-US"/>
              <a:t>000</a:t>
            </a:r>
          </a:p>
        </p:txBody>
      </p:sp>
      <p:sp>
        <p:nvSpPr>
          <p:cNvPr id="20" name="Text Placeholder 3">
            <a:extLst>
              <a:ext uri="{FF2B5EF4-FFF2-40B4-BE49-F238E27FC236}">
                <a16:creationId xmlns:a16="http://schemas.microsoft.com/office/drawing/2014/main" id="{890E1C2F-F978-6EB4-1F3A-22EAE14402E0}"/>
              </a:ext>
            </a:extLst>
          </p:cNvPr>
          <p:cNvSpPr>
            <a:spLocks noGrp="1"/>
          </p:cNvSpPr>
          <p:nvPr>
            <p:ph type="body" sz="half" idx="23" hasCustomPrompt="1"/>
          </p:nvPr>
        </p:nvSpPr>
        <p:spPr>
          <a:xfrm>
            <a:off x="6248400" y="4235451"/>
            <a:ext cx="5642678" cy="1009646"/>
          </a:xfrm>
        </p:spPr>
        <p:txBody>
          <a:bodyPr/>
          <a:lstStyle>
            <a:lvl1pPr marL="0" indent="0">
              <a:buNone/>
              <a:defRPr sz="108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add call-out</a:t>
            </a:r>
          </a:p>
        </p:txBody>
      </p:sp>
      <p:sp>
        <p:nvSpPr>
          <p:cNvPr id="3" name="Text Placeholder 3">
            <a:extLst>
              <a:ext uri="{FF2B5EF4-FFF2-40B4-BE49-F238E27FC236}">
                <a16:creationId xmlns:a16="http://schemas.microsoft.com/office/drawing/2014/main" id="{0F10CFE9-7C8A-CE83-E4FA-FDD1C88EDD0C}"/>
              </a:ext>
            </a:extLst>
          </p:cNvPr>
          <p:cNvSpPr>
            <a:spLocks noGrp="1"/>
          </p:cNvSpPr>
          <p:nvPr>
            <p:ph type="body" sz="half" idx="2" hasCustomPrompt="1"/>
          </p:nvPr>
        </p:nvSpPr>
        <p:spPr>
          <a:xfrm>
            <a:off x="6245352" y="6187669"/>
            <a:ext cx="4651248" cy="365531"/>
          </a:xfrm>
        </p:spPr>
        <p:txBody>
          <a:bodyPr vert="horz" lIns="0" tIns="0" rIns="0" bIns="0" rtlCol="0" anchor="b">
            <a:noAutofit/>
          </a:bodyPr>
          <a:lstStyle>
            <a:lvl1pPr>
              <a:defRPr lang="en-US" sz="720" spc="0">
                <a:solidFill>
                  <a:srgbClr val="6D6D6D"/>
                </a:solidFill>
              </a:defRPr>
            </a:lvl1pPr>
          </a:lstStyle>
          <a:p>
            <a:pPr lvl="0"/>
            <a:r>
              <a:rPr lang="en-US"/>
              <a:t>Click to add footnote/source</a:t>
            </a:r>
          </a:p>
        </p:txBody>
      </p:sp>
    </p:spTree>
    <p:extLst>
      <p:ext uri="{BB962C8B-B14F-4D97-AF65-F5344CB8AC3E}">
        <p14:creationId xmlns:p14="http://schemas.microsoft.com/office/powerpoint/2010/main" val="2828535722"/>
      </p:ext>
    </p:extLst>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p:cSld name="Call-out, doubl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2170C9B-7669-A217-0E79-B3A8D76931A4}"/>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8" name="think-cell data - do not delete" hidden="1">
                        <a:extLst>
                          <a:ext uri="{FF2B5EF4-FFF2-40B4-BE49-F238E27FC236}">
                            <a16:creationId xmlns:a16="http://schemas.microsoft.com/office/drawing/2014/main" id="{E2170C9B-7669-A217-0E79-B3A8D76931A4}"/>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6A178F0A-55D2-71DE-1D33-213A0E0CD20F}"/>
              </a:ext>
            </a:extLst>
          </p:cNvPr>
          <p:cNvSpPr>
            <a:spLocks noGrp="1"/>
          </p:cNvSpPr>
          <p:nvPr>
            <p:ph type="title" hasCustomPrompt="1"/>
          </p:nvPr>
        </p:nvSpPr>
        <p:spPr>
          <a:xfrm>
            <a:off x="304800" y="304802"/>
            <a:ext cx="5638800" cy="1168399"/>
          </a:xfrm>
        </p:spPr>
        <p:txBody>
          <a:bodyPr vert="horz"/>
          <a:lstStyle>
            <a:lvl1pPr>
              <a:defRPr sz="8640" spc="-135" baseline="0"/>
            </a:lvl1pPr>
          </a:lstStyle>
          <a:p>
            <a:r>
              <a:rPr lang="en-US"/>
              <a:t>Title</a:t>
            </a:r>
          </a:p>
        </p:txBody>
      </p:sp>
      <p:cxnSp>
        <p:nvCxnSpPr>
          <p:cNvPr id="9" name="Straight Connector 8">
            <a:extLst>
              <a:ext uri="{FF2B5EF4-FFF2-40B4-BE49-F238E27FC236}">
                <a16:creationId xmlns:a16="http://schemas.microsoft.com/office/drawing/2014/main" id="{38A0E433-9D3E-AF61-C404-DF2C0777A84B}"/>
              </a:ext>
            </a:extLst>
          </p:cNvPr>
          <p:cNvCxnSpPr>
            <a:cxnSpLocks/>
          </p:cNvCxnSpPr>
          <p:nvPr/>
        </p:nvCxnSpPr>
        <p:spPr>
          <a:xfrm>
            <a:off x="6096000" y="304801"/>
            <a:ext cx="0" cy="5789069"/>
          </a:xfrm>
          <a:prstGeom prst="line">
            <a:avLst/>
          </a:prstGeom>
          <a:ln w="12700">
            <a:solidFill>
              <a:srgbClr val="D2CFCA"/>
            </a:solidFill>
          </a:ln>
        </p:spPr>
        <p:style>
          <a:lnRef idx="2">
            <a:schemeClr val="accent1"/>
          </a:lnRef>
          <a:fillRef idx="0">
            <a:schemeClr val="accent1"/>
          </a:fillRef>
          <a:effectRef idx="1">
            <a:schemeClr val="accent1"/>
          </a:effectRef>
          <a:fontRef idx="minor">
            <a:schemeClr val="tx1"/>
          </a:fontRef>
        </p:style>
      </p:cxnSp>
      <p:sp>
        <p:nvSpPr>
          <p:cNvPr id="10" name="Text Placeholder 7">
            <a:extLst>
              <a:ext uri="{FF2B5EF4-FFF2-40B4-BE49-F238E27FC236}">
                <a16:creationId xmlns:a16="http://schemas.microsoft.com/office/drawing/2014/main" id="{EDACB97F-D79F-7E97-46C7-FCF9845A0403}"/>
              </a:ext>
            </a:extLst>
          </p:cNvPr>
          <p:cNvSpPr>
            <a:spLocks noGrp="1"/>
          </p:cNvSpPr>
          <p:nvPr>
            <p:ph type="body" sz="quarter" idx="17" hasCustomPrompt="1"/>
          </p:nvPr>
        </p:nvSpPr>
        <p:spPr>
          <a:xfrm>
            <a:off x="6255327" y="304802"/>
            <a:ext cx="5631867" cy="1168399"/>
          </a:xfrm>
          <a:noFill/>
        </p:spPr>
        <p:txBody>
          <a:bodyPr anchor="t"/>
          <a:lstStyle>
            <a:lvl1pPr>
              <a:lnSpc>
                <a:spcPct val="87000"/>
              </a:lnSpc>
              <a:spcAft>
                <a:spcPts val="0"/>
              </a:spcAft>
              <a:defRPr sz="8640" b="0" i="0" spc="-135" baseline="0">
                <a:solidFill>
                  <a:schemeClr val="tx2"/>
                </a:solidFill>
                <a:latin typeface="+mn-lt"/>
              </a:defRPr>
            </a:lvl1pPr>
            <a:lvl2pPr marL="4287" indent="0">
              <a:buNone/>
              <a:defRPr/>
            </a:lvl2pPr>
            <a:lvl3pPr marL="207170" indent="-202883">
              <a:tabLst/>
              <a:defRPr/>
            </a:lvl3pPr>
            <a:lvl4pPr marL="414338" indent="-207170">
              <a:tabLst/>
              <a:defRPr/>
            </a:lvl4pPr>
            <a:lvl5pPr marL="621507" indent="-195740">
              <a:tabLst/>
              <a:defRPr/>
            </a:lvl5pPr>
          </a:lstStyle>
          <a:p>
            <a:pPr lvl="0"/>
            <a:r>
              <a:rPr lang="en-US"/>
              <a:t>000</a:t>
            </a:r>
          </a:p>
        </p:txBody>
      </p:sp>
      <p:sp>
        <p:nvSpPr>
          <p:cNvPr id="11" name="Text Placeholder 3">
            <a:extLst>
              <a:ext uri="{FF2B5EF4-FFF2-40B4-BE49-F238E27FC236}">
                <a16:creationId xmlns:a16="http://schemas.microsoft.com/office/drawing/2014/main" id="{B55BBD14-F13D-32D7-1712-DA31B77AF84D}"/>
              </a:ext>
            </a:extLst>
          </p:cNvPr>
          <p:cNvSpPr>
            <a:spLocks noGrp="1"/>
          </p:cNvSpPr>
          <p:nvPr>
            <p:ph type="body" sz="half" idx="14" hasCustomPrompt="1"/>
          </p:nvPr>
        </p:nvSpPr>
        <p:spPr>
          <a:xfrm>
            <a:off x="6255329" y="2921002"/>
            <a:ext cx="3650670" cy="3172868"/>
          </a:xfrm>
        </p:spPr>
        <p:txBody>
          <a:bodyPr anchor="b"/>
          <a:lstStyle>
            <a:lvl1pPr marL="0" indent="0">
              <a:lnSpc>
                <a:spcPct val="100000"/>
              </a:lnSpc>
              <a:buNone/>
              <a:defRPr sz="144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add call-out</a:t>
            </a:r>
          </a:p>
        </p:txBody>
      </p:sp>
      <p:sp>
        <p:nvSpPr>
          <p:cNvPr id="3" name="Picture Placeholder 14">
            <a:extLst>
              <a:ext uri="{FF2B5EF4-FFF2-40B4-BE49-F238E27FC236}">
                <a16:creationId xmlns:a16="http://schemas.microsoft.com/office/drawing/2014/main" id="{FAEC33BA-DBE2-101E-3A10-B55E2A9BA2EC}"/>
              </a:ext>
            </a:extLst>
          </p:cNvPr>
          <p:cNvSpPr>
            <a:spLocks noGrp="1"/>
          </p:cNvSpPr>
          <p:nvPr>
            <p:ph type="pic" sz="quarter" idx="16"/>
          </p:nvPr>
        </p:nvSpPr>
        <p:spPr>
          <a:xfrm>
            <a:off x="304800" y="1860197"/>
            <a:ext cx="5638800" cy="4233672"/>
          </a:xfrm>
          <a:noFill/>
        </p:spPr>
        <p:txBody>
          <a:bodyPr/>
          <a:lstStyle/>
          <a:p>
            <a:r>
              <a:rPr lang="en-US"/>
              <a:t>Click icon to add picture</a:t>
            </a:r>
          </a:p>
        </p:txBody>
      </p:sp>
      <p:sp>
        <p:nvSpPr>
          <p:cNvPr id="5" name="Text Placeholder 3">
            <a:extLst>
              <a:ext uri="{FF2B5EF4-FFF2-40B4-BE49-F238E27FC236}">
                <a16:creationId xmlns:a16="http://schemas.microsoft.com/office/drawing/2014/main" id="{E33A35B3-39EF-DF31-6289-8FBBB5C9E8CB}"/>
              </a:ext>
            </a:extLst>
          </p:cNvPr>
          <p:cNvSpPr>
            <a:spLocks noGrp="1"/>
          </p:cNvSpPr>
          <p:nvPr>
            <p:ph type="body" sz="half" idx="2" hasCustomPrompt="1"/>
          </p:nvPr>
        </p:nvSpPr>
        <p:spPr>
          <a:xfrm>
            <a:off x="6248400" y="6187669"/>
            <a:ext cx="4648200" cy="365531"/>
          </a:xfrm>
        </p:spPr>
        <p:txBody>
          <a:bodyPr vert="horz" lIns="0" tIns="0" rIns="0" bIns="0" rtlCol="0" anchor="b">
            <a:noAutofit/>
          </a:bodyPr>
          <a:lstStyle>
            <a:lvl1pPr>
              <a:defRPr lang="en-US" sz="720" spc="0">
                <a:solidFill>
                  <a:srgbClr val="6D6D6D"/>
                </a:solidFill>
              </a:defRPr>
            </a:lvl1pPr>
          </a:lstStyle>
          <a:p>
            <a:pPr lvl="0"/>
            <a:r>
              <a:rPr lang="en-US"/>
              <a:t>Click to add footnote/source</a:t>
            </a:r>
          </a:p>
        </p:txBody>
      </p:sp>
    </p:spTree>
    <p:extLst>
      <p:ext uri="{BB962C8B-B14F-4D97-AF65-F5344CB8AC3E}">
        <p14:creationId xmlns:p14="http://schemas.microsoft.com/office/powerpoint/2010/main" val="994833859"/>
      </p:ext>
    </p:extLst>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p:cSld name="Call-out, bleed, top">
    <p:bg>
      <p:bgPr>
        <a:solidFill>
          <a:srgbClr val="0D152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91988664-F261-7503-A8EF-9E7529B04961}"/>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8" name="think-cell data - do not delete" hidden="1">
                        <a:extLst>
                          <a:ext uri="{FF2B5EF4-FFF2-40B4-BE49-F238E27FC236}">
                            <a16:creationId xmlns:a16="http://schemas.microsoft.com/office/drawing/2014/main" id="{91988664-F261-7503-A8EF-9E7529B04961}"/>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15" name="Picture Placeholder 14">
            <a:extLst>
              <a:ext uri="{FF2B5EF4-FFF2-40B4-BE49-F238E27FC236}">
                <a16:creationId xmlns:a16="http://schemas.microsoft.com/office/drawing/2014/main" id="{D8363427-D814-0A2D-91C7-BAA3D45B5D08}"/>
              </a:ext>
            </a:extLst>
          </p:cNvPr>
          <p:cNvSpPr>
            <a:spLocks noGrp="1"/>
          </p:cNvSpPr>
          <p:nvPr>
            <p:ph type="pic" sz="quarter" idx="16"/>
          </p:nvPr>
        </p:nvSpPr>
        <p:spPr>
          <a:xfrm>
            <a:off x="-3048" y="-4572"/>
            <a:ext cx="12198096" cy="6867144"/>
          </a:xfrm>
          <a:solidFill>
            <a:srgbClr val="E8E6E3"/>
          </a:solidFill>
        </p:spPr>
        <p:txBody>
          <a:bodyPr vert="horz" lIns="0" tIns="0" rIns="0" bIns="0" rtlCol="0">
            <a:noAutofit/>
          </a:bodyPr>
          <a:lstStyle>
            <a:lvl1pPr>
              <a:defRPr lang="en-US" dirty="0">
                <a:solidFill>
                  <a:schemeClr val="bg1"/>
                </a:solidFill>
              </a:defRPr>
            </a:lvl1pPr>
          </a:lstStyle>
          <a:p>
            <a:pPr lvl="0"/>
            <a:r>
              <a:rPr lang="en-US"/>
              <a:t>Click icon to add picture</a:t>
            </a:r>
          </a:p>
        </p:txBody>
      </p:sp>
      <p:sp>
        <p:nvSpPr>
          <p:cNvPr id="16" name="Text Placeholder 7">
            <a:extLst>
              <a:ext uri="{FF2B5EF4-FFF2-40B4-BE49-F238E27FC236}">
                <a16:creationId xmlns:a16="http://schemas.microsoft.com/office/drawing/2014/main" id="{A6144636-28A2-9A24-DC6D-183063D2D869}"/>
              </a:ext>
            </a:extLst>
          </p:cNvPr>
          <p:cNvSpPr>
            <a:spLocks noGrp="1"/>
          </p:cNvSpPr>
          <p:nvPr>
            <p:ph type="body" sz="quarter" idx="17" hasCustomPrompt="1"/>
          </p:nvPr>
        </p:nvSpPr>
        <p:spPr>
          <a:xfrm>
            <a:off x="1" y="41565"/>
            <a:ext cx="12186289" cy="4759036"/>
          </a:xfrm>
          <a:noFill/>
        </p:spPr>
        <p:txBody>
          <a:bodyPr anchor="t"/>
          <a:lstStyle>
            <a:lvl1pPr>
              <a:lnSpc>
                <a:spcPct val="100000"/>
              </a:lnSpc>
              <a:spcAft>
                <a:spcPts val="0"/>
              </a:spcAft>
              <a:defRPr sz="22500" b="0" i="0" spc="-2160" baseline="0">
                <a:solidFill>
                  <a:schemeClr val="tx1"/>
                </a:solidFill>
                <a:latin typeface="Overpass ExtraLight" pitchFamily="2" charset="77"/>
              </a:defRPr>
            </a:lvl1pPr>
            <a:lvl2pPr marL="4287" indent="0">
              <a:buNone/>
              <a:defRPr/>
            </a:lvl2pPr>
            <a:lvl3pPr marL="207170" indent="-202883">
              <a:tabLst/>
              <a:defRPr/>
            </a:lvl3pPr>
            <a:lvl4pPr marL="414338" indent="-207170">
              <a:tabLst/>
              <a:defRPr/>
            </a:lvl4pPr>
            <a:lvl5pPr marL="621507" indent="-195740">
              <a:tabLst/>
              <a:defRPr/>
            </a:lvl5pPr>
          </a:lstStyle>
          <a:p>
            <a:pPr lvl="0"/>
            <a:r>
              <a:rPr lang="en-US"/>
              <a:t>000</a:t>
            </a:r>
          </a:p>
        </p:txBody>
      </p:sp>
      <p:sp>
        <p:nvSpPr>
          <p:cNvPr id="2" name="Title 1">
            <a:extLst>
              <a:ext uri="{FF2B5EF4-FFF2-40B4-BE49-F238E27FC236}">
                <a16:creationId xmlns:a16="http://schemas.microsoft.com/office/drawing/2014/main" id="{06CB9159-8352-A449-3EC1-8ACC77E55727}"/>
              </a:ext>
            </a:extLst>
          </p:cNvPr>
          <p:cNvSpPr>
            <a:spLocks noGrp="1"/>
          </p:cNvSpPr>
          <p:nvPr>
            <p:ph type="title" hasCustomPrompt="1"/>
          </p:nvPr>
        </p:nvSpPr>
        <p:spPr>
          <a:xfrm>
            <a:off x="304800" y="4232277"/>
            <a:ext cx="5638800" cy="2320924"/>
          </a:xfrm>
        </p:spPr>
        <p:txBody>
          <a:bodyPr vert="horz" anchor="b"/>
          <a:lstStyle>
            <a:lvl1pPr>
              <a:lnSpc>
                <a:spcPct val="95000"/>
              </a:lnSpc>
              <a:defRPr sz="1620" b="0" i="0">
                <a:solidFill>
                  <a:schemeClr val="tx1"/>
                </a:solidFill>
                <a:latin typeface="+mj-lt"/>
              </a:defRPr>
            </a:lvl1pPr>
          </a:lstStyle>
          <a:p>
            <a:pPr lvl="0"/>
            <a:r>
              <a:rPr lang="en-US"/>
              <a:t>Click to add call-out</a:t>
            </a:r>
          </a:p>
        </p:txBody>
      </p:sp>
      <p:sp>
        <p:nvSpPr>
          <p:cNvPr id="4" name="Slide Number Placeholder 3">
            <a:extLst>
              <a:ext uri="{FF2B5EF4-FFF2-40B4-BE49-F238E27FC236}">
                <a16:creationId xmlns:a16="http://schemas.microsoft.com/office/drawing/2014/main" id="{B55091E4-2CC0-531E-0D7F-7F5AC8259023}"/>
              </a:ext>
            </a:extLst>
          </p:cNvPr>
          <p:cNvSpPr>
            <a:spLocks noGrp="1"/>
          </p:cNvSpPr>
          <p:nvPr>
            <p:ph type="sldNum" sz="quarter" idx="19"/>
          </p:nvPr>
        </p:nvSpPr>
        <p:spPr/>
        <p:txBody>
          <a:bodyPr/>
          <a:lstStyle/>
          <a:p>
            <a:fld id="{48F63A3B-78C7-47BE-AE5E-E10140E04643}" type="slidenum">
              <a:rPr lang="en-US" smtClean="0"/>
              <a:t>‹#›</a:t>
            </a:fld>
            <a:endParaRPr lang="en-US"/>
          </a:p>
        </p:txBody>
      </p:sp>
    </p:spTree>
    <p:extLst>
      <p:ext uri="{BB962C8B-B14F-4D97-AF65-F5344CB8AC3E}">
        <p14:creationId xmlns:p14="http://schemas.microsoft.com/office/powerpoint/2010/main" val="4073044441"/>
      </p:ext>
    </p:extLst>
  </p:cSld>
  <p:clrMapOvr>
    <a:overrideClrMapping bg1="dk1" tx1="lt1" bg2="dk2" tx2="lt2" accent1="accent1" accent2="accent2" accent3="accent3" accent4="accent4" accent5="accent5" accent6="accent6" hlink="hlink" folHlink="folHlink"/>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preserve="1">
  <p:cSld name="Call-out, bleed, bottom">
    <p:bg>
      <p:bgPr>
        <a:solidFill>
          <a:srgbClr val="0D152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91988664-F261-7503-A8EF-9E7529B04961}"/>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8" name="think-cell data - do not delete" hidden="1">
                        <a:extLst>
                          <a:ext uri="{FF2B5EF4-FFF2-40B4-BE49-F238E27FC236}">
                            <a16:creationId xmlns:a16="http://schemas.microsoft.com/office/drawing/2014/main" id="{91988664-F261-7503-A8EF-9E7529B04961}"/>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15" name="Picture Placeholder 14">
            <a:extLst>
              <a:ext uri="{FF2B5EF4-FFF2-40B4-BE49-F238E27FC236}">
                <a16:creationId xmlns:a16="http://schemas.microsoft.com/office/drawing/2014/main" id="{D8363427-D814-0A2D-91C7-BAA3D45B5D08}"/>
              </a:ext>
            </a:extLst>
          </p:cNvPr>
          <p:cNvSpPr>
            <a:spLocks noGrp="1"/>
          </p:cNvSpPr>
          <p:nvPr>
            <p:ph type="pic" sz="quarter" idx="16"/>
          </p:nvPr>
        </p:nvSpPr>
        <p:spPr>
          <a:xfrm>
            <a:off x="-3048" y="-4572"/>
            <a:ext cx="12198096" cy="6867144"/>
          </a:xfrm>
          <a:solidFill>
            <a:srgbClr val="E8E6E3"/>
          </a:solidFill>
        </p:spPr>
        <p:txBody>
          <a:bodyPr/>
          <a:lstStyle>
            <a:lvl1pPr>
              <a:defRPr>
                <a:solidFill>
                  <a:schemeClr val="bg1"/>
                </a:solidFill>
              </a:defRPr>
            </a:lvl1pPr>
          </a:lstStyle>
          <a:p>
            <a:r>
              <a:rPr lang="en-US"/>
              <a:t>Click icon to add picture</a:t>
            </a:r>
          </a:p>
        </p:txBody>
      </p:sp>
      <p:sp>
        <p:nvSpPr>
          <p:cNvPr id="2" name="Title 1">
            <a:extLst>
              <a:ext uri="{FF2B5EF4-FFF2-40B4-BE49-F238E27FC236}">
                <a16:creationId xmlns:a16="http://schemas.microsoft.com/office/drawing/2014/main" id="{06CB9159-8352-A449-3EC1-8ACC77E55727}"/>
              </a:ext>
            </a:extLst>
          </p:cNvPr>
          <p:cNvSpPr>
            <a:spLocks noGrp="1"/>
          </p:cNvSpPr>
          <p:nvPr>
            <p:ph type="title" hasCustomPrompt="1"/>
          </p:nvPr>
        </p:nvSpPr>
        <p:spPr>
          <a:xfrm>
            <a:off x="304800" y="304802"/>
            <a:ext cx="4648200" cy="2311399"/>
          </a:xfrm>
        </p:spPr>
        <p:txBody>
          <a:bodyPr vert="horz"/>
          <a:lstStyle>
            <a:lvl1pPr algn="l" defTabSz="822960" rtl="0" eaLnBrk="1" latinLnBrk="0" hangingPunct="1">
              <a:lnSpc>
                <a:spcPct val="95000"/>
              </a:lnSpc>
              <a:spcBef>
                <a:spcPct val="0"/>
              </a:spcBef>
              <a:buNone/>
              <a:defRPr lang="en-US" sz="1620" b="0" i="0" kern="1200" dirty="0">
                <a:solidFill>
                  <a:schemeClr val="tx1"/>
                </a:solidFill>
                <a:latin typeface="+mj-lt"/>
                <a:ea typeface="+mj-ea"/>
                <a:cs typeface="+mj-cs"/>
              </a:defRPr>
            </a:lvl1pPr>
          </a:lstStyle>
          <a:p>
            <a:pPr lvl="0"/>
            <a:r>
              <a:rPr lang="en-US"/>
              <a:t>Click to add call-out</a:t>
            </a:r>
          </a:p>
        </p:txBody>
      </p:sp>
      <p:sp>
        <p:nvSpPr>
          <p:cNvPr id="16" name="Text Placeholder 7">
            <a:extLst>
              <a:ext uri="{FF2B5EF4-FFF2-40B4-BE49-F238E27FC236}">
                <a16:creationId xmlns:a16="http://schemas.microsoft.com/office/drawing/2014/main" id="{A6144636-28A2-9A24-DC6D-183063D2D869}"/>
              </a:ext>
            </a:extLst>
          </p:cNvPr>
          <p:cNvSpPr>
            <a:spLocks noGrp="1"/>
          </p:cNvSpPr>
          <p:nvPr>
            <p:ph type="body" sz="quarter" idx="17" hasCustomPrompt="1"/>
          </p:nvPr>
        </p:nvSpPr>
        <p:spPr>
          <a:xfrm>
            <a:off x="211670" y="4757891"/>
            <a:ext cx="9694331" cy="2530300"/>
          </a:xfrm>
          <a:noFill/>
        </p:spPr>
        <p:txBody>
          <a:bodyPr anchor="b"/>
          <a:lstStyle>
            <a:lvl1pPr>
              <a:lnSpc>
                <a:spcPct val="100000"/>
              </a:lnSpc>
              <a:spcAft>
                <a:spcPts val="0"/>
              </a:spcAft>
              <a:defRPr sz="15120" b="0" i="0" spc="-1620" baseline="0">
                <a:solidFill>
                  <a:schemeClr val="tx1"/>
                </a:solidFill>
                <a:latin typeface="Overpass ExtraLight" pitchFamily="2" charset="77"/>
              </a:defRPr>
            </a:lvl1pPr>
            <a:lvl2pPr marL="4287" indent="0">
              <a:buNone/>
              <a:defRPr/>
            </a:lvl2pPr>
            <a:lvl3pPr marL="207170" indent="-202883">
              <a:tabLst/>
              <a:defRPr/>
            </a:lvl3pPr>
            <a:lvl4pPr marL="414338" indent="-207170">
              <a:tabLst/>
              <a:defRPr/>
            </a:lvl4pPr>
            <a:lvl5pPr marL="621507" indent="-195740">
              <a:tabLst/>
              <a:defRPr/>
            </a:lvl5pPr>
          </a:lstStyle>
          <a:p>
            <a:pPr lvl="0"/>
            <a:r>
              <a:rPr lang="en-US"/>
              <a:t>000</a:t>
            </a:r>
          </a:p>
        </p:txBody>
      </p:sp>
      <p:sp>
        <p:nvSpPr>
          <p:cNvPr id="4" name="Slide Number Placeholder 3">
            <a:extLst>
              <a:ext uri="{FF2B5EF4-FFF2-40B4-BE49-F238E27FC236}">
                <a16:creationId xmlns:a16="http://schemas.microsoft.com/office/drawing/2014/main" id="{FCBF9741-D063-346B-7678-5B2FE97CC5C3}"/>
              </a:ext>
            </a:extLst>
          </p:cNvPr>
          <p:cNvSpPr>
            <a:spLocks noGrp="1"/>
          </p:cNvSpPr>
          <p:nvPr>
            <p:ph type="sldNum" sz="quarter" idx="19"/>
          </p:nvPr>
        </p:nvSpPr>
        <p:spPr/>
        <p:txBody>
          <a:bodyPr/>
          <a:lstStyle/>
          <a:p>
            <a:fld id="{48F63A3B-78C7-47BE-AE5E-E10140E04643}" type="slidenum">
              <a:rPr lang="en-US" smtClean="0"/>
              <a:t>‹#›</a:t>
            </a:fld>
            <a:endParaRPr lang="en-US"/>
          </a:p>
        </p:txBody>
      </p:sp>
    </p:spTree>
    <p:extLst>
      <p:ext uri="{BB962C8B-B14F-4D97-AF65-F5344CB8AC3E}">
        <p14:creationId xmlns:p14="http://schemas.microsoft.com/office/powerpoint/2010/main" val="1739164847"/>
      </p:ext>
    </p:extLst>
  </p:cSld>
  <p:clrMapOvr>
    <a:overrideClrMapping bg1="dk1" tx1="lt1" bg2="dk2" tx2="lt2" accent1="accent1" accent2="accent2" accent3="accent3" accent4="accent4" accent5="accent5" accent6="accent6" hlink="hlink" folHlink="folHlink"/>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preserve="1" userDrawn="1">
  <p:cSld name="Call-out, bleed, 2">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91988664-F261-7503-A8EF-9E7529B04961}"/>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8" name="think-cell data - do not delete" hidden="1">
                        <a:extLst>
                          <a:ext uri="{FF2B5EF4-FFF2-40B4-BE49-F238E27FC236}">
                            <a16:creationId xmlns:a16="http://schemas.microsoft.com/office/drawing/2014/main" id="{91988664-F261-7503-A8EF-9E7529B04961}"/>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5" name="Picture Placeholder 4">
            <a:extLst>
              <a:ext uri="{FF2B5EF4-FFF2-40B4-BE49-F238E27FC236}">
                <a16:creationId xmlns:a16="http://schemas.microsoft.com/office/drawing/2014/main" id="{E45D868C-6BF1-0289-5E3E-42A191063971}"/>
              </a:ext>
            </a:extLst>
          </p:cNvPr>
          <p:cNvSpPr>
            <a:spLocks noGrp="1"/>
          </p:cNvSpPr>
          <p:nvPr>
            <p:ph type="pic" sz="quarter" idx="16"/>
          </p:nvPr>
        </p:nvSpPr>
        <p:spPr>
          <a:xfrm>
            <a:off x="-3048" y="-4572"/>
            <a:ext cx="12198096" cy="6867144"/>
          </a:xfrm>
          <a:custGeom>
            <a:avLst/>
            <a:gdLst>
              <a:gd name="connsiteX0" fmla="*/ 6091429 w 12188952"/>
              <a:gd name="connsiteY0" fmla="*/ 304800 h 6858000"/>
              <a:gd name="connsiteX1" fmla="*/ 6091429 w 12188952"/>
              <a:gd name="connsiteY1" fmla="*/ 6553200 h 6858000"/>
              <a:gd name="connsiteX2" fmla="*/ 6100572 w 12188952"/>
              <a:gd name="connsiteY2" fmla="*/ 6553200 h 6858000"/>
              <a:gd name="connsiteX3" fmla="*/ 6100572 w 12188952"/>
              <a:gd name="connsiteY3" fmla="*/ 304800 h 6858000"/>
              <a:gd name="connsiteX4" fmla="*/ 0 w 12188952"/>
              <a:gd name="connsiteY4" fmla="*/ 0 h 6858000"/>
              <a:gd name="connsiteX5" fmla="*/ 12188952 w 12188952"/>
              <a:gd name="connsiteY5" fmla="*/ 0 h 6858000"/>
              <a:gd name="connsiteX6" fmla="*/ 12188952 w 12188952"/>
              <a:gd name="connsiteY6" fmla="*/ 6858000 h 6858000"/>
              <a:gd name="connsiteX7" fmla="*/ 0 w 12188952"/>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8952" h="6858000">
                <a:moveTo>
                  <a:pt x="6091429" y="304800"/>
                </a:moveTo>
                <a:lnTo>
                  <a:pt x="6091429" y="6553200"/>
                </a:lnTo>
                <a:lnTo>
                  <a:pt x="6100572" y="6553200"/>
                </a:lnTo>
                <a:lnTo>
                  <a:pt x="6100572" y="304800"/>
                </a:lnTo>
                <a:close/>
                <a:moveTo>
                  <a:pt x="0" y="0"/>
                </a:moveTo>
                <a:lnTo>
                  <a:pt x="12188952" y="0"/>
                </a:lnTo>
                <a:lnTo>
                  <a:pt x="12188952" y="6858000"/>
                </a:lnTo>
                <a:lnTo>
                  <a:pt x="0" y="6858000"/>
                </a:lnTo>
                <a:close/>
              </a:path>
            </a:pathLst>
          </a:custGeom>
          <a:solidFill>
            <a:schemeClr val="tx1"/>
          </a:solidFill>
        </p:spPr>
        <p:txBody>
          <a:bodyPr wrap="square">
            <a:noAutofit/>
          </a:bodyPr>
          <a:lstStyle>
            <a:lvl1pPr>
              <a:defRPr>
                <a:solidFill>
                  <a:schemeClr val="bg1"/>
                </a:solidFill>
              </a:defRPr>
            </a:lvl1pPr>
          </a:lstStyle>
          <a:p>
            <a:r>
              <a:rPr lang="en-US"/>
              <a:t>Click icon to add picture</a:t>
            </a:r>
          </a:p>
        </p:txBody>
      </p:sp>
      <p:sp>
        <p:nvSpPr>
          <p:cNvPr id="2" name="Title 1">
            <a:extLst>
              <a:ext uri="{FF2B5EF4-FFF2-40B4-BE49-F238E27FC236}">
                <a16:creationId xmlns:a16="http://schemas.microsoft.com/office/drawing/2014/main" id="{06CB9159-8352-A449-3EC1-8ACC77E55727}"/>
              </a:ext>
            </a:extLst>
          </p:cNvPr>
          <p:cNvSpPr>
            <a:spLocks noGrp="1"/>
          </p:cNvSpPr>
          <p:nvPr>
            <p:ph type="title" hasCustomPrompt="1"/>
          </p:nvPr>
        </p:nvSpPr>
        <p:spPr>
          <a:xfrm>
            <a:off x="304800" y="304802"/>
            <a:ext cx="4648200" cy="2311399"/>
          </a:xfrm>
        </p:spPr>
        <p:txBody>
          <a:bodyPr vert="horz"/>
          <a:lstStyle>
            <a:lvl1pPr algn="l" defTabSz="822960" rtl="0" eaLnBrk="1" latinLnBrk="0" hangingPunct="1">
              <a:lnSpc>
                <a:spcPct val="95000"/>
              </a:lnSpc>
              <a:spcBef>
                <a:spcPct val="0"/>
              </a:spcBef>
              <a:buNone/>
              <a:defRPr lang="en-US" sz="1620" b="0" i="0" kern="1200" dirty="0">
                <a:solidFill>
                  <a:schemeClr val="bg1"/>
                </a:solidFill>
                <a:latin typeface="+mj-lt"/>
                <a:ea typeface="+mj-ea"/>
                <a:cs typeface="+mj-cs"/>
              </a:defRPr>
            </a:lvl1pPr>
          </a:lstStyle>
          <a:p>
            <a:r>
              <a:rPr lang="en-US"/>
              <a:t>Click to add call-out</a:t>
            </a:r>
          </a:p>
        </p:txBody>
      </p:sp>
      <p:sp>
        <p:nvSpPr>
          <p:cNvPr id="16" name="Text Placeholder 7">
            <a:extLst>
              <a:ext uri="{FF2B5EF4-FFF2-40B4-BE49-F238E27FC236}">
                <a16:creationId xmlns:a16="http://schemas.microsoft.com/office/drawing/2014/main" id="{A6144636-28A2-9A24-DC6D-183063D2D869}"/>
              </a:ext>
            </a:extLst>
          </p:cNvPr>
          <p:cNvSpPr>
            <a:spLocks noGrp="1"/>
          </p:cNvSpPr>
          <p:nvPr>
            <p:ph type="body" sz="quarter" idx="17" hasCustomPrompt="1"/>
          </p:nvPr>
        </p:nvSpPr>
        <p:spPr>
          <a:xfrm>
            <a:off x="211669" y="4757891"/>
            <a:ext cx="5791200" cy="2530300"/>
          </a:xfrm>
          <a:noFill/>
        </p:spPr>
        <p:txBody>
          <a:bodyPr anchor="b"/>
          <a:lstStyle>
            <a:lvl1pPr>
              <a:lnSpc>
                <a:spcPct val="100000"/>
              </a:lnSpc>
              <a:spcAft>
                <a:spcPts val="0"/>
              </a:spcAft>
              <a:defRPr sz="15120" b="0" i="0" spc="-1620" baseline="0">
                <a:solidFill>
                  <a:schemeClr val="bg1"/>
                </a:solidFill>
                <a:latin typeface="Overpass ExtraLight" pitchFamily="2" charset="77"/>
              </a:defRPr>
            </a:lvl1pPr>
            <a:lvl2pPr marL="4287" indent="0">
              <a:buNone/>
              <a:defRPr/>
            </a:lvl2pPr>
            <a:lvl3pPr marL="207170" indent="-202883">
              <a:tabLst/>
              <a:defRPr/>
            </a:lvl3pPr>
            <a:lvl4pPr marL="414338" indent="-207170">
              <a:tabLst/>
              <a:defRPr/>
            </a:lvl4pPr>
            <a:lvl5pPr marL="621507" indent="-195740">
              <a:tabLst/>
              <a:defRPr/>
            </a:lvl5pPr>
          </a:lstStyle>
          <a:p>
            <a:pPr lvl="0"/>
            <a:r>
              <a:rPr lang="en-US"/>
              <a:t>000</a:t>
            </a:r>
          </a:p>
        </p:txBody>
      </p:sp>
      <p:sp>
        <p:nvSpPr>
          <p:cNvPr id="3" name="Text Placeholder 3">
            <a:extLst>
              <a:ext uri="{FF2B5EF4-FFF2-40B4-BE49-F238E27FC236}">
                <a16:creationId xmlns:a16="http://schemas.microsoft.com/office/drawing/2014/main" id="{987E03EB-FD4D-D876-561B-916DBB257CD8}"/>
              </a:ext>
            </a:extLst>
          </p:cNvPr>
          <p:cNvSpPr>
            <a:spLocks noGrp="1"/>
          </p:cNvSpPr>
          <p:nvPr>
            <p:ph type="body" sz="half" idx="14" hasCustomPrompt="1"/>
          </p:nvPr>
        </p:nvSpPr>
        <p:spPr>
          <a:xfrm>
            <a:off x="6248402" y="304802"/>
            <a:ext cx="4648198" cy="2311399"/>
          </a:xfrm>
        </p:spPr>
        <p:txBody>
          <a:bodyPr/>
          <a:lstStyle>
            <a:lvl1pPr marL="0" indent="0" algn="l" defTabSz="822960" rtl="0" eaLnBrk="1" latinLnBrk="0" hangingPunct="1">
              <a:lnSpc>
                <a:spcPct val="95000"/>
              </a:lnSpc>
              <a:spcBef>
                <a:spcPct val="0"/>
              </a:spcBef>
              <a:buNone/>
              <a:defRPr lang="en-US" sz="1620" b="0" i="0" kern="1200" dirty="0">
                <a:solidFill>
                  <a:schemeClr val="bg1"/>
                </a:solidFill>
                <a:latin typeface="+mj-lt"/>
                <a:ea typeface="+mj-ea"/>
                <a:cs typeface="+mj-cs"/>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add call-out</a:t>
            </a:r>
          </a:p>
        </p:txBody>
      </p:sp>
      <p:sp>
        <p:nvSpPr>
          <p:cNvPr id="6" name="Text Placeholder 7">
            <a:extLst>
              <a:ext uri="{FF2B5EF4-FFF2-40B4-BE49-F238E27FC236}">
                <a16:creationId xmlns:a16="http://schemas.microsoft.com/office/drawing/2014/main" id="{3FB72F29-7405-A759-7C9C-B7475FC2AF1E}"/>
              </a:ext>
            </a:extLst>
          </p:cNvPr>
          <p:cNvSpPr>
            <a:spLocks noGrp="1"/>
          </p:cNvSpPr>
          <p:nvPr>
            <p:ph type="body" sz="quarter" idx="18" hasCustomPrompt="1"/>
          </p:nvPr>
        </p:nvSpPr>
        <p:spPr>
          <a:xfrm>
            <a:off x="6166680" y="4757891"/>
            <a:ext cx="5791200" cy="2530300"/>
          </a:xfrm>
          <a:noFill/>
        </p:spPr>
        <p:txBody>
          <a:bodyPr anchor="b"/>
          <a:lstStyle>
            <a:lvl1pPr>
              <a:lnSpc>
                <a:spcPct val="100000"/>
              </a:lnSpc>
              <a:spcAft>
                <a:spcPts val="0"/>
              </a:spcAft>
              <a:defRPr sz="15120" b="0" i="0" spc="-1620" baseline="0">
                <a:solidFill>
                  <a:schemeClr val="bg1"/>
                </a:solidFill>
                <a:latin typeface="Overpass ExtraLight" pitchFamily="2" charset="77"/>
              </a:defRPr>
            </a:lvl1pPr>
            <a:lvl2pPr marL="4287" indent="0">
              <a:buNone/>
              <a:defRPr/>
            </a:lvl2pPr>
            <a:lvl3pPr marL="207170" indent="-202883">
              <a:tabLst/>
              <a:defRPr/>
            </a:lvl3pPr>
            <a:lvl4pPr marL="414338" indent="-207170">
              <a:tabLst/>
              <a:defRPr/>
            </a:lvl4pPr>
            <a:lvl5pPr marL="621507" indent="-195740">
              <a:tabLst/>
              <a:defRPr/>
            </a:lvl5pPr>
          </a:lstStyle>
          <a:p>
            <a:pPr lvl="0"/>
            <a:r>
              <a:rPr lang="en-US"/>
              <a:t>000</a:t>
            </a:r>
          </a:p>
        </p:txBody>
      </p:sp>
      <p:sp>
        <p:nvSpPr>
          <p:cNvPr id="7" name="Slide Number Placeholder 6">
            <a:extLst>
              <a:ext uri="{FF2B5EF4-FFF2-40B4-BE49-F238E27FC236}">
                <a16:creationId xmlns:a16="http://schemas.microsoft.com/office/drawing/2014/main" id="{4CE74D56-39BE-12EF-1C56-CF2C488EDD20}"/>
              </a:ext>
            </a:extLst>
          </p:cNvPr>
          <p:cNvSpPr>
            <a:spLocks noGrp="1"/>
          </p:cNvSpPr>
          <p:nvPr>
            <p:ph type="sldNum" sz="quarter" idx="20"/>
          </p:nvPr>
        </p:nvSpPr>
        <p:spPr/>
        <p:txBody>
          <a:bodyPr/>
          <a:lstStyle>
            <a:lvl1pPr>
              <a:defRPr>
                <a:solidFill>
                  <a:schemeClr val="bg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4260331460"/>
      </p:ext>
    </p:extLst>
  </p:cSld>
  <p:clrMapOvr>
    <a:overrideClrMapping bg1="lt1" tx1="dk1" bg2="lt2" tx2="dk2" accent1="accent1" accent2="accent2" accent3="accent3" accent4="accent4" accent5="accent5" accent6="accent6" hlink="hlink" folHlink="folHlink"/>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showMasterSp="0" preserve="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14AD8AB1-1ED9-07D1-3AB9-13A04A61F7A8}"/>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think-cell data - do not delete" hidden="1">
                        <a:extLst>
                          <a:ext uri="{FF2B5EF4-FFF2-40B4-BE49-F238E27FC236}">
                            <a16:creationId xmlns:a16="http://schemas.microsoft.com/office/drawing/2014/main" id="{14AD8AB1-1ED9-07D1-3AB9-13A04A61F7A8}"/>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7" name="TextBox 6">
            <a:extLst>
              <a:ext uri="{FF2B5EF4-FFF2-40B4-BE49-F238E27FC236}">
                <a16:creationId xmlns:a16="http://schemas.microsoft.com/office/drawing/2014/main" id="{E0041813-578A-F87C-4F02-DEA5EBA8EFAA}"/>
              </a:ext>
            </a:extLst>
          </p:cNvPr>
          <p:cNvSpPr txBox="1"/>
          <p:nvPr/>
        </p:nvSpPr>
        <p:spPr>
          <a:xfrm>
            <a:off x="304800" y="1612900"/>
            <a:ext cx="11582400" cy="4480560"/>
          </a:xfrm>
          <a:prstGeom prst="rect">
            <a:avLst/>
          </a:prstGeom>
          <a:noFill/>
        </p:spPr>
        <p:txBody>
          <a:bodyPr wrap="square" lIns="0" tIns="0" rIns="0" bIns="0" rtlCol="0" anchor="t">
            <a:noAutofit/>
          </a:bodyPr>
          <a:lstStyle/>
          <a:p>
            <a:pPr algn="l">
              <a:lnSpc>
                <a:spcPct val="75000"/>
              </a:lnSpc>
            </a:pPr>
            <a:r>
              <a:rPr lang="en-US" sz="12960" b="0" i="0" spc="-450" baseline="0">
                <a:solidFill>
                  <a:schemeClr val="tx1"/>
                </a:solidFill>
                <a:latin typeface="Overpass Medium" pitchFamily="2" charset="77"/>
              </a:rPr>
              <a:t>Data</a:t>
            </a:r>
          </a:p>
        </p:txBody>
      </p:sp>
    </p:spTree>
    <p:extLst>
      <p:ext uri="{BB962C8B-B14F-4D97-AF65-F5344CB8AC3E}">
        <p14:creationId xmlns:p14="http://schemas.microsoft.com/office/powerpoint/2010/main" val="3111035597"/>
      </p:ext>
    </p:extLst>
  </p:cSld>
  <p:clrMapOvr>
    <a:masterClrMapping/>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preserve="1">
  <p:cSld name="Tabl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71481748-6877-A125-E424-6E14D6E24EF1}"/>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8" name="think-cell data - do not delete" hidden="1">
                        <a:extLst>
                          <a:ext uri="{FF2B5EF4-FFF2-40B4-BE49-F238E27FC236}">
                            <a16:creationId xmlns:a16="http://schemas.microsoft.com/office/drawing/2014/main" id="{71481748-6877-A125-E424-6E14D6E24EF1}"/>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ECA17D9-66BF-3687-9719-5C00B1171881}"/>
              </a:ext>
            </a:extLst>
          </p:cNvPr>
          <p:cNvSpPr>
            <a:spLocks noGrp="1"/>
          </p:cNvSpPr>
          <p:nvPr>
            <p:ph type="title" hasCustomPrompt="1"/>
          </p:nvPr>
        </p:nvSpPr>
        <p:spPr>
          <a:xfrm>
            <a:off x="304800" y="304802"/>
            <a:ext cx="5638800" cy="1003299"/>
          </a:xfrm>
        </p:spPr>
        <p:txBody>
          <a:bodyPr vert="horz"/>
          <a:lstStyle/>
          <a:p>
            <a:r>
              <a:rPr lang="en-US"/>
              <a:t>Click to add title</a:t>
            </a:r>
          </a:p>
        </p:txBody>
      </p:sp>
      <p:sp>
        <p:nvSpPr>
          <p:cNvPr id="9" name="Text Placeholder 3">
            <a:extLst>
              <a:ext uri="{FF2B5EF4-FFF2-40B4-BE49-F238E27FC236}">
                <a16:creationId xmlns:a16="http://schemas.microsoft.com/office/drawing/2014/main" id="{A994949F-9B5A-FC6E-E855-604F53E7ECD7}"/>
              </a:ext>
            </a:extLst>
          </p:cNvPr>
          <p:cNvSpPr>
            <a:spLocks noGrp="1"/>
          </p:cNvSpPr>
          <p:nvPr>
            <p:ph type="body" sz="half" idx="18"/>
          </p:nvPr>
        </p:nvSpPr>
        <p:spPr>
          <a:xfrm>
            <a:off x="8229601" y="304802"/>
            <a:ext cx="3664527" cy="1003299"/>
          </a:xfrm>
        </p:spPr>
        <p:txBody>
          <a:bodyPr/>
          <a:lstStyle>
            <a:lvl1pPr marL="0" indent="0">
              <a:buNone/>
              <a:defRPr sz="108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edit Master text styles</a:t>
            </a:r>
          </a:p>
        </p:txBody>
      </p:sp>
      <p:sp>
        <p:nvSpPr>
          <p:cNvPr id="11" name="Table Placeholder 10">
            <a:extLst>
              <a:ext uri="{FF2B5EF4-FFF2-40B4-BE49-F238E27FC236}">
                <a16:creationId xmlns:a16="http://schemas.microsoft.com/office/drawing/2014/main" id="{2379B3FB-6397-FABF-0875-5E962A931774}"/>
              </a:ext>
            </a:extLst>
          </p:cNvPr>
          <p:cNvSpPr>
            <a:spLocks noGrp="1"/>
          </p:cNvSpPr>
          <p:nvPr>
            <p:ph type="tbl" sz="quarter" idx="19"/>
          </p:nvPr>
        </p:nvSpPr>
        <p:spPr>
          <a:xfrm>
            <a:off x="304800" y="1612900"/>
            <a:ext cx="11582400" cy="4480560"/>
          </a:xfrm>
        </p:spPr>
        <p:txBody>
          <a:bodyPr/>
          <a:lstStyle/>
          <a:p>
            <a:r>
              <a:rPr lang="en-US"/>
              <a:t>Click icon to add table</a:t>
            </a:r>
          </a:p>
        </p:txBody>
      </p:sp>
      <p:sp>
        <p:nvSpPr>
          <p:cNvPr id="3" name="Text Placeholder 3">
            <a:extLst>
              <a:ext uri="{FF2B5EF4-FFF2-40B4-BE49-F238E27FC236}">
                <a16:creationId xmlns:a16="http://schemas.microsoft.com/office/drawing/2014/main" id="{C591B158-03D6-FDEC-D23F-76E4C43F3AAC}"/>
              </a:ext>
            </a:extLst>
          </p:cNvPr>
          <p:cNvSpPr>
            <a:spLocks noGrp="1"/>
          </p:cNvSpPr>
          <p:nvPr>
            <p:ph type="body" sz="half" idx="2" hasCustomPrompt="1"/>
          </p:nvPr>
        </p:nvSpPr>
        <p:spPr>
          <a:xfrm>
            <a:off x="6248400" y="6187669"/>
            <a:ext cx="4648200" cy="365531"/>
          </a:xfrm>
        </p:spPr>
        <p:txBody>
          <a:bodyPr vert="horz" lIns="0" tIns="0" rIns="0" bIns="0" rtlCol="0" anchor="b">
            <a:noAutofit/>
          </a:bodyPr>
          <a:lstStyle>
            <a:lvl1pPr>
              <a:defRPr lang="en-US" sz="720" spc="0">
                <a:solidFill>
                  <a:srgbClr val="6D6D6D"/>
                </a:solidFill>
              </a:defRPr>
            </a:lvl1pPr>
          </a:lstStyle>
          <a:p>
            <a:pPr lvl="0"/>
            <a:r>
              <a:rPr lang="en-US"/>
              <a:t>Click to add footnote/source</a:t>
            </a:r>
          </a:p>
        </p:txBody>
      </p:sp>
    </p:spTree>
    <p:extLst>
      <p:ext uri="{BB962C8B-B14F-4D97-AF65-F5344CB8AC3E}">
        <p14:creationId xmlns:p14="http://schemas.microsoft.com/office/powerpoint/2010/main" val="1946082017"/>
      </p:ext>
    </p:extLst>
  </p:cSld>
  <p:clrMapOvr>
    <a:masterClrMapping/>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preserve="1">
  <p:cSld name="Chart">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71481748-6877-A125-E424-6E14D6E24EF1}"/>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8" name="think-cell data - do not delete" hidden="1">
                        <a:extLst>
                          <a:ext uri="{FF2B5EF4-FFF2-40B4-BE49-F238E27FC236}">
                            <a16:creationId xmlns:a16="http://schemas.microsoft.com/office/drawing/2014/main" id="{71481748-6877-A125-E424-6E14D6E24EF1}"/>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ECA17D9-66BF-3687-9719-5C00B1171881}"/>
              </a:ext>
            </a:extLst>
          </p:cNvPr>
          <p:cNvSpPr>
            <a:spLocks noGrp="1"/>
          </p:cNvSpPr>
          <p:nvPr>
            <p:ph type="title" hasCustomPrompt="1"/>
          </p:nvPr>
        </p:nvSpPr>
        <p:spPr>
          <a:xfrm>
            <a:off x="304800" y="304802"/>
            <a:ext cx="5638800" cy="1003299"/>
          </a:xfrm>
        </p:spPr>
        <p:txBody>
          <a:bodyPr vert="horz"/>
          <a:lstStyle/>
          <a:p>
            <a:r>
              <a:rPr lang="en-US"/>
              <a:t>Click to add title</a:t>
            </a:r>
          </a:p>
        </p:txBody>
      </p:sp>
      <p:sp>
        <p:nvSpPr>
          <p:cNvPr id="9" name="Text Placeholder 3">
            <a:extLst>
              <a:ext uri="{FF2B5EF4-FFF2-40B4-BE49-F238E27FC236}">
                <a16:creationId xmlns:a16="http://schemas.microsoft.com/office/drawing/2014/main" id="{A994949F-9B5A-FC6E-E855-604F53E7ECD7}"/>
              </a:ext>
            </a:extLst>
          </p:cNvPr>
          <p:cNvSpPr>
            <a:spLocks noGrp="1"/>
          </p:cNvSpPr>
          <p:nvPr>
            <p:ph type="body" sz="half" idx="18"/>
          </p:nvPr>
        </p:nvSpPr>
        <p:spPr>
          <a:xfrm>
            <a:off x="8229601" y="304802"/>
            <a:ext cx="3664527" cy="1003299"/>
          </a:xfrm>
        </p:spPr>
        <p:txBody>
          <a:bodyPr/>
          <a:lstStyle>
            <a:lvl1pPr marL="0" indent="0">
              <a:buNone/>
              <a:defRPr sz="108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edit Master text styles</a:t>
            </a:r>
          </a:p>
        </p:txBody>
      </p:sp>
      <p:sp>
        <p:nvSpPr>
          <p:cNvPr id="4" name="Chart Placeholder 3">
            <a:extLst>
              <a:ext uri="{FF2B5EF4-FFF2-40B4-BE49-F238E27FC236}">
                <a16:creationId xmlns:a16="http://schemas.microsoft.com/office/drawing/2014/main" id="{D7D37A21-2CDC-C2E1-9133-23CAEAFAB627}"/>
              </a:ext>
            </a:extLst>
          </p:cNvPr>
          <p:cNvSpPr>
            <a:spLocks noGrp="1"/>
          </p:cNvSpPr>
          <p:nvPr>
            <p:ph type="chart" sz="quarter" idx="20"/>
          </p:nvPr>
        </p:nvSpPr>
        <p:spPr>
          <a:xfrm>
            <a:off x="304800" y="1612900"/>
            <a:ext cx="11582400" cy="4480560"/>
          </a:xfrm>
        </p:spPr>
        <p:txBody>
          <a:bodyPr/>
          <a:lstStyle/>
          <a:p>
            <a:r>
              <a:rPr lang="en-US"/>
              <a:t>Click icon to add chart</a:t>
            </a:r>
          </a:p>
        </p:txBody>
      </p:sp>
      <p:sp>
        <p:nvSpPr>
          <p:cNvPr id="3" name="Text Placeholder 3">
            <a:extLst>
              <a:ext uri="{FF2B5EF4-FFF2-40B4-BE49-F238E27FC236}">
                <a16:creationId xmlns:a16="http://schemas.microsoft.com/office/drawing/2014/main" id="{9A40D35D-A20B-CE95-32DD-C3F61F2045B7}"/>
              </a:ext>
            </a:extLst>
          </p:cNvPr>
          <p:cNvSpPr>
            <a:spLocks noGrp="1"/>
          </p:cNvSpPr>
          <p:nvPr>
            <p:ph type="body" sz="half" idx="2" hasCustomPrompt="1"/>
          </p:nvPr>
        </p:nvSpPr>
        <p:spPr>
          <a:xfrm>
            <a:off x="6248400" y="6187669"/>
            <a:ext cx="4648200" cy="365531"/>
          </a:xfrm>
        </p:spPr>
        <p:txBody>
          <a:bodyPr vert="horz" lIns="0" tIns="0" rIns="0" bIns="0" rtlCol="0" anchor="b">
            <a:noAutofit/>
          </a:bodyPr>
          <a:lstStyle>
            <a:lvl1pPr>
              <a:defRPr lang="en-US" sz="720" spc="0">
                <a:solidFill>
                  <a:srgbClr val="6D6D6D"/>
                </a:solidFill>
              </a:defRPr>
            </a:lvl1pPr>
          </a:lstStyle>
          <a:p>
            <a:pPr lvl="0"/>
            <a:r>
              <a:rPr lang="en-US"/>
              <a:t>Click to add footnote/source</a:t>
            </a:r>
          </a:p>
        </p:txBody>
      </p:sp>
    </p:spTree>
    <p:extLst>
      <p:ext uri="{BB962C8B-B14F-4D97-AF65-F5344CB8AC3E}">
        <p14:creationId xmlns:p14="http://schemas.microsoft.com/office/powerpoint/2010/main" val="1848722256"/>
      </p:ext>
    </p:extLst>
  </p:cSld>
  <p:clrMapOvr>
    <a:masterClrMapping/>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preserve="1">
  <p:cSld name="Chart, 2">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71481748-6877-A125-E424-6E14D6E24EF1}"/>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8" name="think-cell data - do not delete" hidden="1">
                        <a:extLst>
                          <a:ext uri="{FF2B5EF4-FFF2-40B4-BE49-F238E27FC236}">
                            <a16:creationId xmlns:a16="http://schemas.microsoft.com/office/drawing/2014/main" id="{71481748-6877-A125-E424-6E14D6E24EF1}"/>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ECA17D9-66BF-3687-9719-5C00B1171881}"/>
              </a:ext>
            </a:extLst>
          </p:cNvPr>
          <p:cNvSpPr>
            <a:spLocks noGrp="1"/>
          </p:cNvSpPr>
          <p:nvPr>
            <p:ph type="title" hasCustomPrompt="1"/>
          </p:nvPr>
        </p:nvSpPr>
        <p:spPr>
          <a:xfrm>
            <a:off x="304800" y="304802"/>
            <a:ext cx="5638800" cy="1003299"/>
          </a:xfrm>
        </p:spPr>
        <p:txBody>
          <a:bodyPr vert="horz"/>
          <a:lstStyle/>
          <a:p>
            <a:r>
              <a:rPr lang="en-US"/>
              <a:t>Click to add title</a:t>
            </a:r>
          </a:p>
        </p:txBody>
      </p:sp>
      <p:sp>
        <p:nvSpPr>
          <p:cNvPr id="9" name="Text Placeholder 3">
            <a:extLst>
              <a:ext uri="{FF2B5EF4-FFF2-40B4-BE49-F238E27FC236}">
                <a16:creationId xmlns:a16="http://schemas.microsoft.com/office/drawing/2014/main" id="{A994949F-9B5A-FC6E-E855-604F53E7ECD7}"/>
              </a:ext>
            </a:extLst>
          </p:cNvPr>
          <p:cNvSpPr>
            <a:spLocks noGrp="1"/>
          </p:cNvSpPr>
          <p:nvPr>
            <p:ph type="body" sz="half" idx="18"/>
          </p:nvPr>
        </p:nvSpPr>
        <p:spPr>
          <a:xfrm>
            <a:off x="8229601" y="304802"/>
            <a:ext cx="3664527" cy="1003299"/>
          </a:xfrm>
        </p:spPr>
        <p:txBody>
          <a:bodyPr/>
          <a:lstStyle>
            <a:lvl1pPr marL="0" indent="0">
              <a:buNone/>
              <a:defRPr sz="108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edit Master text styles</a:t>
            </a:r>
          </a:p>
        </p:txBody>
      </p:sp>
      <p:sp>
        <p:nvSpPr>
          <p:cNvPr id="4" name="Chart Placeholder 3">
            <a:extLst>
              <a:ext uri="{FF2B5EF4-FFF2-40B4-BE49-F238E27FC236}">
                <a16:creationId xmlns:a16="http://schemas.microsoft.com/office/drawing/2014/main" id="{D7D37A21-2CDC-C2E1-9133-23CAEAFAB627}"/>
              </a:ext>
            </a:extLst>
          </p:cNvPr>
          <p:cNvSpPr>
            <a:spLocks noGrp="1"/>
          </p:cNvSpPr>
          <p:nvPr>
            <p:ph type="chart" sz="quarter" idx="20"/>
          </p:nvPr>
        </p:nvSpPr>
        <p:spPr>
          <a:xfrm>
            <a:off x="304800" y="1612900"/>
            <a:ext cx="5638800" cy="4480560"/>
          </a:xfrm>
        </p:spPr>
        <p:txBody>
          <a:bodyPr/>
          <a:lstStyle/>
          <a:p>
            <a:r>
              <a:rPr lang="en-US"/>
              <a:t>Click icon to add chart</a:t>
            </a:r>
          </a:p>
        </p:txBody>
      </p:sp>
      <p:sp>
        <p:nvSpPr>
          <p:cNvPr id="3" name="Text Placeholder 3">
            <a:extLst>
              <a:ext uri="{FF2B5EF4-FFF2-40B4-BE49-F238E27FC236}">
                <a16:creationId xmlns:a16="http://schemas.microsoft.com/office/drawing/2014/main" id="{9A40D35D-A20B-CE95-32DD-C3F61F2045B7}"/>
              </a:ext>
            </a:extLst>
          </p:cNvPr>
          <p:cNvSpPr>
            <a:spLocks noGrp="1"/>
          </p:cNvSpPr>
          <p:nvPr>
            <p:ph type="body" sz="half" idx="2" hasCustomPrompt="1"/>
          </p:nvPr>
        </p:nvSpPr>
        <p:spPr>
          <a:xfrm>
            <a:off x="6248400" y="6187669"/>
            <a:ext cx="4648200" cy="365531"/>
          </a:xfrm>
        </p:spPr>
        <p:txBody>
          <a:bodyPr vert="horz" lIns="0" tIns="0" rIns="0" bIns="0" rtlCol="0" anchor="b">
            <a:noAutofit/>
          </a:bodyPr>
          <a:lstStyle>
            <a:lvl1pPr>
              <a:defRPr lang="en-US" sz="720" spc="0">
                <a:solidFill>
                  <a:srgbClr val="6D6D6D"/>
                </a:solidFill>
              </a:defRPr>
            </a:lvl1pPr>
          </a:lstStyle>
          <a:p>
            <a:pPr lvl="0"/>
            <a:r>
              <a:rPr lang="en-US"/>
              <a:t>Click to add footnote/source</a:t>
            </a:r>
          </a:p>
        </p:txBody>
      </p:sp>
      <p:sp>
        <p:nvSpPr>
          <p:cNvPr id="5" name="Chart Placeholder 3">
            <a:extLst>
              <a:ext uri="{FF2B5EF4-FFF2-40B4-BE49-F238E27FC236}">
                <a16:creationId xmlns:a16="http://schemas.microsoft.com/office/drawing/2014/main" id="{96BC058C-1CE5-A237-F6C5-A57B3F5AC76C}"/>
              </a:ext>
            </a:extLst>
          </p:cNvPr>
          <p:cNvSpPr>
            <a:spLocks noGrp="1"/>
          </p:cNvSpPr>
          <p:nvPr>
            <p:ph type="chart" sz="quarter" idx="21"/>
          </p:nvPr>
        </p:nvSpPr>
        <p:spPr>
          <a:xfrm>
            <a:off x="6248400" y="1612900"/>
            <a:ext cx="5638800" cy="4480560"/>
          </a:xfrm>
        </p:spPr>
        <p:txBody>
          <a:bodyPr/>
          <a:lstStyle/>
          <a:p>
            <a:r>
              <a:rPr lang="en-US"/>
              <a:t>Click icon to add chart</a:t>
            </a:r>
          </a:p>
        </p:txBody>
      </p:sp>
    </p:spTree>
    <p:extLst>
      <p:ext uri="{BB962C8B-B14F-4D97-AF65-F5344CB8AC3E}">
        <p14:creationId xmlns:p14="http://schemas.microsoft.com/office/powerpoint/2010/main" val="3202198085"/>
      </p:ext>
    </p:extLst>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preserve="1">
  <p:cSld name="Data, container">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71481748-6877-A125-E424-6E14D6E24EF1}"/>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8" name="think-cell data - do not delete" hidden="1">
                        <a:extLst>
                          <a:ext uri="{FF2B5EF4-FFF2-40B4-BE49-F238E27FC236}">
                            <a16:creationId xmlns:a16="http://schemas.microsoft.com/office/drawing/2014/main" id="{71481748-6877-A125-E424-6E14D6E24EF1}"/>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11" name="Rounded Rectangle 10">
            <a:extLst>
              <a:ext uri="{FF2B5EF4-FFF2-40B4-BE49-F238E27FC236}">
                <a16:creationId xmlns:a16="http://schemas.microsoft.com/office/drawing/2014/main" id="{727E92A0-E0FD-AAAA-C007-B65E50F4200D}"/>
              </a:ext>
            </a:extLst>
          </p:cNvPr>
          <p:cNvSpPr/>
          <p:nvPr/>
        </p:nvSpPr>
        <p:spPr>
          <a:xfrm>
            <a:off x="5105400" y="155448"/>
            <a:ext cx="6934200" cy="6553200"/>
          </a:xfrm>
          <a:prstGeom prst="roundRect">
            <a:avLst>
              <a:gd name="adj" fmla="val 2277"/>
            </a:avLst>
          </a:prstGeom>
          <a:solidFill>
            <a:srgbClr val="E8E6E3"/>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20"/>
          </a:p>
        </p:txBody>
      </p:sp>
      <p:sp>
        <p:nvSpPr>
          <p:cNvPr id="4" name="Chart Placeholder 3">
            <a:extLst>
              <a:ext uri="{FF2B5EF4-FFF2-40B4-BE49-F238E27FC236}">
                <a16:creationId xmlns:a16="http://schemas.microsoft.com/office/drawing/2014/main" id="{D7D37A21-2CDC-C2E1-9133-23CAEAFAB627}"/>
              </a:ext>
            </a:extLst>
          </p:cNvPr>
          <p:cNvSpPr>
            <a:spLocks noGrp="1"/>
          </p:cNvSpPr>
          <p:nvPr>
            <p:ph type="chart" sz="quarter" idx="20"/>
          </p:nvPr>
        </p:nvSpPr>
        <p:spPr>
          <a:xfrm>
            <a:off x="5257801" y="1612901"/>
            <a:ext cx="6629399" cy="3632200"/>
          </a:xfrm>
        </p:spPr>
        <p:txBody>
          <a:bodyPr/>
          <a:lstStyle/>
          <a:p>
            <a:r>
              <a:rPr lang="en-US"/>
              <a:t>Click icon to add chart</a:t>
            </a:r>
          </a:p>
        </p:txBody>
      </p:sp>
      <p:sp>
        <p:nvSpPr>
          <p:cNvPr id="6" name="Text Placeholder 10">
            <a:extLst>
              <a:ext uri="{FF2B5EF4-FFF2-40B4-BE49-F238E27FC236}">
                <a16:creationId xmlns:a16="http://schemas.microsoft.com/office/drawing/2014/main" id="{6E73DE61-81E8-7FCF-18CD-F6CF13218EC5}"/>
              </a:ext>
            </a:extLst>
          </p:cNvPr>
          <p:cNvSpPr>
            <a:spLocks noGrp="1"/>
          </p:cNvSpPr>
          <p:nvPr>
            <p:ph type="body" sz="quarter" idx="12"/>
          </p:nvPr>
        </p:nvSpPr>
        <p:spPr>
          <a:xfrm>
            <a:off x="304800" y="1612899"/>
            <a:ext cx="3657600" cy="4480560"/>
          </a:xfrm>
        </p:spPr>
        <p:txBody>
          <a:bodyPr/>
          <a:lstStyle>
            <a:lvl1pPr>
              <a:defRPr sz="1440"/>
            </a:lvl1pPr>
            <a:lvl2pPr>
              <a:defRPr sz="1440"/>
            </a:lvl2pPr>
            <a:lvl3pPr>
              <a:defRPr sz="1440"/>
            </a:lvl3pPr>
            <a:lvl4pPr>
              <a:defRPr sz="1440"/>
            </a:lvl4pPr>
            <a:lvl5pPr>
              <a:defRPr sz="144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ECA17D9-66BF-3687-9719-5C00B1171881}"/>
              </a:ext>
            </a:extLst>
          </p:cNvPr>
          <p:cNvSpPr>
            <a:spLocks noGrp="1"/>
          </p:cNvSpPr>
          <p:nvPr>
            <p:ph type="title" hasCustomPrompt="1"/>
          </p:nvPr>
        </p:nvSpPr>
        <p:spPr>
          <a:xfrm>
            <a:off x="304801" y="304802"/>
            <a:ext cx="3664527" cy="1003299"/>
          </a:xfrm>
        </p:spPr>
        <p:txBody>
          <a:bodyPr vert="horz"/>
          <a:lstStyle/>
          <a:p>
            <a:r>
              <a:rPr lang="en-US"/>
              <a:t>Click to add title</a:t>
            </a:r>
          </a:p>
        </p:txBody>
      </p:sp>
      <p:sp>
        <p:nvSpPr>
          <p:cNvPr id="9" name="Text Placeholder 3">
            <a:extLst>
              <a:ext uri="{FF2B5EF4-FFF2-40B4-BE49-F238E27FC236}">
                <a16:creationId xmlns:a16="http://schemas.microsoft.com/office/drawing/2014/main" id="{A994949F-9B5A-FC6E-E855-604F53E7ECD7}"/>
              </a:ext>
            </a:extLst>
          </p:cNvPr>
          <p:cNvSpPr>
            <a:spLocks noGrp="1"/>
          </p:cNvSpPr>
          <p:nvPr>
            <p:ph type="body" sz="half" idx="18"/>
          </p:nvPr>
        </p:nvSpPr>
        <p:spPr>
          <a:xfrm>
            <a:off x="5257801" y="304802"/>
            <a:ext cx="6636327" cy="1003299"/>
          </a:xfrm>
        </p:spPr>
        <p:txBody>
          <a:bodyPr/>
          <a:lstStyle>
            <a:lvl1pPr marL="0" indent="0">
              <a:buNone/>
              <a:defRPr sz="144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edit Master text styles</a:t>
            </a:r>
          </a:p>
        </p:txBody>
      </p:sp>
      <p:sp>
        <p:nvSpPr>
          <p:cNvPr id="3" name="Text Placeholder 3">
            <a:extLst>
              <a:ext uri="{FF2B5EF4-FFF2-40B4-BE49-F238E27FC236}">
                <a16:creationId xmlns:a16="http://schemas.microsoft.com/office/drawing/2014/main" id="{A4DCC74C-617C-3F99-DD5C-BB8049230093}"/>
              </a:ext>
            </a:extLst>
          </p:cNvPr>
          <p:cNvSpPr>
            <a:spLocks noGrp="1"/>
          </p:cNvSpPr>
          <p:nvPr>
            <p:ph type="body" sz="half" idx="2" hasCustomPrompt="1"/>
          </p:nvPr>
        </p:nvSpPr>
        <p:spPr>
          <a:xfrm>
            <a:off x="5257800" y="6187669"/>
            <a:ext cx="5638801" cy="365531"/>
          </a:xfrm>
        </p:spPr>
        <p:txBody>
          <a:bodyPr vert="horz" lIns="0" tIns="0" rIns="0" bIns="0" rtlCol="0" anchor="b">
            <a:noAutofit/>
          </a:bodyPr>
          <a:lstStyle>
            <a:lvl1pPr>
              <a:defRPr lang="en-US" sz="720" spc="0">
                <a:solidFill>
                  <a:srgbClr val="6D6D6D"/>
                </a:solidFill>
              </a:defRPr>
            </a:lvl1pPr>
          </a:lstStyle>
          <a:p>
            <a:pPr lvl="0"/>
            <a:r>
              <a:rPr lang="en-US"/>
              <a:t>Click to add footnote/source</a:t>
            </a:r>
          </a:p>
        </p:txBody>
      </p:sp>
      <p:sp>
        <p:nvSpPr>
          <p:cNvPr id="5" name="Slide Number Static">
            <a:extLst>
              <a:ext uri="{FF2B5EF4-FFF2-40B4-BE49-F238E27FC236}">
                <a16:creationId xmlns:a16="http://schemas.microsoft.com/office/drawing/2014/main" id="{26FE1E06-6708-D29C-14B0-C91E7863F97B}"/>
              </a:ext>
            </a:extLst>
          </p:cNvPr>
          <p:cNvSpPr txBox="1"/>
          <p:nvPr userDrawn="1"/>
        </p:nvSpPr>
        <p:spPr>
          <a:xfrm>
            <a:off x="11201400" y="6371575"/>
            <a:ext cx="685800" cy="181627"/>
          </a:xfrm>
          <a:prstGeom prst="rect">
            <a:avLst/>
          </a:prstGeom>
          <a:noFill/>
        </p:spPr>
        <p:txBody>
          <a:bodyPr wrap="none" lIns="0" tIns="0" rIns="0" bIns="0" rtlCol="0" anchor="b">
            <a:noAutofit/>
          </a:bodyPr>
          <a:lstStyle/>
          <a:p>
            <a:pPr algn="r"/>
            <a:fld id="{35169EF1-59B5-4F40-86A9-E6A26EFD36C0}" type="slidenum">
              <a:rPr lang="en-US" sz="720" smtClean="0"/>
              <a:pPr algn="r"/>
              <a:t>‹#›</a:t>
            </a:fld>
            <a:endParaRPr lang="en-US" sz="720"/>
          </a:p>
        </p:txBody>
      </p:sp>
    </p:spTree>
    <p:extLst>
      <p:ext uri="{BB962C8B-B14F-4D97-AF65-F5344CB8AC3E}">
        <p14:creationId xmlns:p14="http://schemas.microsoft.com/office/powerpoint/2010/main" val="1728476885"/>
      </p:ext>
    </p:extLst>
  </p:cSld>
  <p:clrMapOvr>
    <a:masterClrMapping/>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userDrawn="1">
  <p:cSld name="Data, text">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71481748-6877-A125-E424-6E14D6E24EF1}"/>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8" name="think-cell data - do not delete" hidden="1">
                        <a:extLst>
                          <a:ext uri="{FF2B5EF4-FFF2-40B4-BE49-F238E27FC236}">
                            <a16:creationId xmlns:a16="http://schemas.microsoft.com/office/drawing/2014/main" id="{71481748-6877-A125-E424-6E14D6E24EF1}"/>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6" name="Text Placeholder 10">
            <a:extLst>
              <a:ext uri="{FF2B5EF4-FFF2-40B4-BE49-F238E27FC236}">
                <a16:creationId xmlns:a16="http://schemas.microsoft.com/office/drawing/2014/main" id="{6E73DE61-81E8-7FCF-18CD-F6CF13218EC5}"/>
              </a:ext>
            </a:extLst>
          </p:cNvPr>
          <p:cNvSpPr>
            <a:spLocks noGrp="1"/>
          </p:cNvSpPr>
          <p:nvPr>
            <p:ph type="body" sz="quarter" idx="12"/>
          </p:nvPr>
        </p:nvSpPr>
        <p:spPr>
          <a:xfrm>
            <a:off x="304800" y="1612899"/>
            <a:ext cx="3657600" cy="4480560"/>
          </a:xfrm>
        </p:spPr>
        <p:txBody>
          <a:bodyPr/>
          <a:lstStyle>
            <a:lvl1pPr>
              <a:defRPr sz="1440"/>
            </a:lvl1pPr>
            <a:lvl2pPr>
              <a:defRPr sz="1440"/>
            </a:lvl2pPr>
            <a:lvl3pPr>
              <a:defRPr sz="1440"/>
            </a:lvl3pPr>
            <a:lvl4pPr>
              <a:defRPr sz="1440"/>
            </a:lvl4pPr>
            <a:lvl5pPr>
              <a:defRPr sz="144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ECA17D9-66BF-3687-9719-5C00B1171881}"/>
              </a:ext>
            </a:extLst>
          </p:cNvPr>
          <p:cNvSpPr>
            <a:spLocks noGrp="1"/>
          </p:cNvSpPr>
          <p:nvPr>
            <p:ph type="title" hasCustomPrompt="1"/>
          </p:nvPr>
        </p:nvSpPr>
        <p:spPr>
          <a:xfrm>
            <a:off x="304801" y="304802"/>
            <a:ext cx="3664527" cy="1003299"/>
          </a:xfrm>
        </p:spPr>
        <p:txBody>
          <a:bodyPr vert="horz"/>
          <a:lstStyle/>
          <a:p>
            <a:r>
              <a:rPr lang="en-US"/>
              <a:t>Click to add title</a:t>
            </a:r>
          </a:p>
        </p:txBody>
      </p:sp>
      <p:sp>
        <p:nvSpPr>
          <p:cNvPr id="3" name="Text Placeholder 3">
            <a:extLst>
              <a:ext uri="{FF2B5EF4-FFF2-40B4-BE49-F238E27FC236}">
                <a16:creationId xmlns:a16="http://schemas.microsoft.com/office/drawing/2014/main" id="{A4DCC74C-617C-3F99-DD5C-BB8049230093}"/>
              </a:ext>
            </a:extLst>
          </p:cNvPr>
          <p:cNvSpPr>
            <a:spLocks noGrp="1"/>
          </p:cNvSpPr>
          <p:nvPr>
            <p:ph type="body" sz="half" idx="2" hasCustomPrompt="1"/>
          </p:nvPr>
        </p:nvSpPr>
        <p:spPr>
          <a:xfrm>
            <a:off x="6248400" y="6187669"/>
            <a:ext cx="4648200" cy="365531"/>
          </a:xfrm>
        </p:spPr>
        <p:txBody>
          <a:bodyPr vert="horz" lIns="0" tIns="0" rIns="0" bIns="0" rtlCol="0" anchor="b">
            <a:noAutofit/>
          </a:bodyPr>
          <a:lstStyle>
            <a:lvl1pPr>
              <a:defRPr lang="en-US" sz="720" spc="0">
                <a:solidFill>
                  <a:srgbClr val="6D6D6D"/>
                </a:solidFill>
              </a:defRPr>
            </a:lvl1pPr>
          </a:lstStyle>
          <a:p>
            <a:pPr lvl="0"/>
            <a:r>
              <a:rPr lang="en-US"/>
              <a:t>Click to add footnote/source</a:t>
            </a:r>
          </a:p>
        </p:txBody>
      </p:sp>
    </p:spTree>
    <p:extLst>
      <p:ext uri="{BB962C8B-B14F-4D97-AF65-F5344CB8AC3E}">
        <p14:creationId xmlns:p14="http://schemas.microsoft.com/office/powerpoint/2010/main" val="433114030"/>
      </p:ext>
    </p:extLst>
  </p:cSld>
  <p:clrMapOvr>
    <a:masterClrMapping/>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userDrawn="1">
  <p:cSld name="Data, text, gray">
    <p:bg>
      <p:bgPr>
        <a:solidFill>
          <a:srgbClr val="040A10"/>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71481748-6877-A125-E424-6E14D6E24EF1}"/>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8" name="think-cell data - do not delete" hidden="1">
                        <a:extLst>
                          <a:ext uri="{FF2B5EF4-FFF2-40B4-BE49-F238E27FC236}">
                            <a16:creationId xmlns:a16="http://schemas.microsoft.com/office/drawing/2014/main" id="{71481748-6877-A125-E424-6E14D6E24EF1}"/>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6" name="Text Placeholder 10">
            <a:extLst>
              <a:ext uri="{FF2B5EF4-FFF2-40B4-BE49-F238E27FC236}">
                <a16:creationId xmlns:a16="http://schemas.microsoft.com/office/drawing/2014/main" id="{6E73DE61-81E8-7FCF-18CD-F6CF13218EC5}"/>
              </a:ext>
            </a:extLst>
          </p:cNvPr>
          <p:cNvSpPr>
            <a:spLocks noGrp="1"/>
          </p:cNvSpPr>
          <p:nvPr>
            <p:ph type="body" sz="quarter" idx="12"/>
          </p:nvPr>
        </p:nvSpPr>
        <p:spPr>
          <a:xfrm>
            <a:off x="304800" y="1612899"/>
            <a:ext cx="3657600" cy="4480560"/>
          </a:xfrm>
        </p:spPr>
        <p:txBody>
          <a:bodyPr/>
          <a:lstStyle>
            <a:lvl1pPr>
              <a:defRPr sz="1440"/>
            </a:lvl1pPr>
            <a:lvl2pPr>
              <a:defRPr sz="1440"/>
            </a:lvl2pPr>
            <a:lvl3pPr>
              <a:defRPr sz="1440"/>
            </a:lvl3pPr>
            <a:lvl4pPr>
              <a:defRPr sz="1440"/>
            </a:lvl4pPr>
            <a:lvl5pPr>
              <a:defRPr sz="144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ECA17D9-66BF-3687-9719-5C00B1171881}"/>
              </a:ext>
            </a:extLst>
          </p:cNvPr>
          <p:cNvSpPr>
            <a:spLocks noGrp="1"/>
          </p:cNvSpPr>
          <p:nvPr>
            <p:ph type="title" hasCustomPrompt="1"/>
          </p:nvPr>
        </p:nvSpPr>
        <p:spPr>
          <a:xfrm>
            <a:off x="304800" y="304802"/>
            <a:ext cx="3657600" cy="1003299"/>
          </a:xfrm>
        </p:spPr>
        <p:txBody>
          <a:bodyPr vert="horz"/>
          <a:lstStyle/>
          <a:p>
            <a:r>
              <a:rPr lang="en-US"/>
              <a:t>Click to add title</a:t>
            </a:r>
          </a:p>
        </p:txBody>
      </p:sp>
      <p:sp>
        <p:nvSpPr>
          <p:cNvPr id="3" name="Text Placeholder 3">
            <a:extLst>
              <a:ext uri="{FF2B5EF4-FFF2-40B4-BE49-F238E27FC236}">
                <a16:creationId xmlns:a16="http://schemas.microsoft.com/office/drawing/2014/main" id="{A4DCC74C-617C-3F99-DD5C-BB8049230093}"/>
              </a:ext>
            </a:extLst>
          </p:cNvPr>
          <p:cNvSpPr>
            <a:spLocks noGrp="1"/>
          </p:cNvSpPr>
          <p:nvPr>
            <p:ph type="body" sz="half" idx="2" hasCustomPrompt="1"/>
          </p:nvPr>
        </p:nvSpPr>
        <p:spPr>
          <a:xfrm>
            <a:off x="6248400" y="6187669"/>
            <a:ext cx="4648200" cy="365531"/>
          </a:xfrm>
        </p:spPr>
        <p:txBody>
          <a:bodyPr vert="horz" lIns="0" tIns="0" rIns="0" bIns="0" rtlCol="0" anchor="b">
            <a:noAutofit/>
          </a:bodyPr>
          <a:lstStyle>
            <a:lvl1pPr>
              <a:defRPr lang="en-US" sz="720" spc="0">
                <a:solidFill>
                  <a:srgbClr val="868F9D"/>
                </a:solidFill>
              </a:defRPr>
            </a:lvl1pPr>
          </a:lstStyle>
          <a:p>
            <a:pPr lvl="0"/>
            <a:r>
              <a:rPr lang="en-US"/>
              <a:t>Click to add footnote/source</a:t>
            </a:r>
          </a:p>
        </p:txBody>
      </p:sp>
    </p:spTree>
    <p:extLst>
      <p:ext uri="{BB962C8B-B14F-4D97-AF65-F5344CB8AC3E}">
        <p14:creationId xmlns:p14="http://schemas.microsoft.com/office/powerpoint/2010/main" val="869267734"/>
      </p:ext>
    </p:extLst>
  </p:cSld>
  <p:clrMapOvr>
    <a:overrideClrMapping bg1="dk1" tx1="lt1" bg2="dk2" tx2="lt2" accent1="accent1" accent2="accent2" accent3="accent3" accent4="accent4" accent5="accent5" accent6="accent6" hlink="hlink" folHlink="folHlink"/>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p:cSld name="Data, container, imag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71481748-6877-A125-E424-6E14D6E24EF1}"/>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8" name="think-cell data - do not delete" hidden="1">
                        <a:extLst>
                          <a:ext uri="{FF2B5EF4-FFF2-40B4-BE49-F238E27FC236}">
                            <a16:creationId xmlns:a16="http://schemas.microsoft.com/office/drawing/2014/main" id="{71481748-6877-A125-E424-6E14D6E24EF1}"/>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11" name="Rounded Rectangle 10">
            <a:extLst>
              <a:ext uri="{FF2B5EF4-FFF2-40B4-BE49-F238E27FC236}">
                <a16:creationId xmlns:a16="http://schemas.microsoft.com/office/drawing/2014/main" id="{727E92A0-E0FD-AAAA-C007-B65E50F4200D}"/>
              </a:ext>
            </a:extLst>
          </p:cNvPr>
          <p:cNvSpPr/>
          <p:nvPr/>
        </p:nvSpPr>
        <p:spPr>
          <a:xfrm>
            <a:off x="5105400" y="3514726"/>
            <a:ext cx="6934200" cy="3190874"/>
          </a:xfrm>
          <a:prstGeom prst="roundRect">
            <a:avLst>
              <a:gd name="adj" fmla="val 4591"/>
            </a:avLst>
          </a:prstGeom>
          <a:solidFill>
            <a:srgbClr val="E8E6E3"/>
          </a:solidFill>
          <a:ln w="317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20"/>
          </a:p>
        </p:txBody>
      </p:sp>
      <p:sp>
        <p:nvSpPr>
          <p:cNvPr id="4" name="Chart Placeholder 3">
            <a:extLst>
              <a:ext uri="{FF2B5EF4-FFF2-40B4-BE49-F238E27FC236}">
                <a16:creationId xmlns:a16="http://schemas.microsoft.com/office/drawing/2014/main" id="{D7D37A21-2CDC-C2E1-9133-23CAEAFAB627}"/>
              </a:ext>
            </a:extLst>
          </p:cNvPr>
          <p:cNvSpPr>
            <a:spLocks noGrp="1"/>
          </p:cNvSpPr>
          <p:nvPr>
            <p:ph type="chart" sz="quarter" idx="20"/>
          </p:nvPr>
        </p:nvSpPr>
        <p:spPr>
          <a:xfrm>
            <a:off x="5257801" y="3669176"/>
            <a:ext cx="6629399" cy="2884025"/>
          </a:xfrm>
        </p:spPr>
        <p:txBody>
          <a:bodyPr/>
          <a:lstStyle/>
          <a:p>
            <a:r>
              <a:rPr lang="en-US"/>
              <a:t>Click icon to add chart</a:t>
            </a:r>
          </a:p>
        </p:txBody>
      </p:sp>
      <p:sp>
        <p:nvSpPr>
          <p:cNvPr id="6" name="Text Placeholder 10">
            <a:extLst>
              <a:ext uri="{FF2B5EF4-FFF2-40B4-BE49-F238E27FC236}">
                <a16:creationId xmlns:a16="http://schemas.microsoft.com/office/drawing/2014/main" id="{6E73DE61-81E8-7FCF-18CD-F6CF13218EC5}"/>
              </a:ext>
            </a:extLst>
          </p:cNvPr>
          <p:cNvSpPr>
            <a:spLocks noGrp="1"/>
          </p:cNvSpPr>
          <p:nvPr>
            <p:ph type="body" sz="quarter" idx="12"/>
          </p:nvPr>
        </p:nvSpPr>
        <p:spPr>
          <a:xfrm>
            <a:off x="304800" y="1612899"/>
            <a:ext cx="3657600" cy="4480560"/>
          </a:xfrm>
        </p:spPr>
        <p:txBody>
          <a:bodyPr/>
          <a:lstStyle>
            <a:lvl1pPr>
              <a:defRPr sz="1440"/>
            </a:lvl1pPr>
            <a:lvl2pPr>
              <a:defRPr sz="1440"/>
            </a:lvl2pPr>
            <a:lvl3pPr>
              <a:defRPr sz="1440"/>
            </a:lvl3pPr>
            <a:lvl4pPr>
              <a:defRPr sz="1440"/>
            </a:lvl4pPr>
            <a:lvl5pPr>
              <a:defRPr sz="144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ECA17D9-66BF-3687-9719-5C00B1171881}"/>
              </a:ext>
            </a:extLst>
          </p:cNvPr>
          <p:cNvSpPr>
            <a:spLocks noGrp="1"/>
          </p:cNvSpPr>
          <p:nvPr>
            <p:ph type="title" hasCustomPrompt="1"/>
          </p:nvPr>
        </p:nvSpPr>
        <p:spPr>
          <a:xfrm>
            <a:off x="304801" y="304802"/>
            <a:ext cx="3664527" cy="1003299"/>
          </a:xfrm>
        </p:spPr>
        <p:txBody>
          <a:bodyPr vert="horz"/>
          <a:lstStyle/>
          <a:p>
            <a:r>
              <a:rPr lang="en-US"/>
              <a:t>Click to add title</a:t>
            </a:r>
          </a:p>
        </p:txBody>
      </p:sp>
      <p:sp>
        <p:nvSpPr>
          <p:cNvPr id="14" name="Picture Placeholder 13">
            <a:extLst>
              <a:ext uri="{FF2B5EF4-FFF2-40B4-BE49-F238E27FC236}">
                <a16:creationId xmlns:a16="http://schemas.microsoft.com/office/drawing/2014/main" id="{AFAE95CF-D9D8-A91C-C183-E813A634323C}"/>
              </a:ext>
            </a:extLst>
          </p:cNvPr>
          <p:cNvSpPr>
            <a:spLocks noGrp="1"/>
          </p:cNvSpPr>
          <p:nvPr>
            <p:ph type="pic" sz="quarter" idx="21"/>
          </p:nvPr>
        </p:nvSpPr>
        <p:spPr>
          <a:xfrm>
            <a:off x="5105400" y="155449"/>
            <a:ext cx="6934200" cy="3190874"/>
          </a:xfrm>
          <a:custGeom>
            <a:avLst/>
            <a:gdLst>
              <a:gd name="connsiteX0" fmla="*/ 146493 w 6934200"/>
              <a:gd name="connsiteY0" fmla="*/ 0 h 3190874"/>
              <a:gd name="connsiteX1" fmla="*/ 6787707 w 6934200"/>
              <a:gd name="connsiteY1" fmla="*/ 0 h 3190874"/>
              <a:gd name="connsiteX2" fmla="*/ 6934200 w 6934200"/>
              <a:gd name="connsiteY2" fmla="*/ 146493 h 3190874"/>
              <a:gd name="connsiteX3" fmla="*/ 6934200 w 6934200"/>
              <a:gd name="connsiteY3" fmla="*/ 3044381 h 3190874"/>
              <a:gd name="connsiteX4" fmla="*/ 6787707 w 6934200"/>
              <a:gd name="connsiteY4" fmla="*/ 3190874 h 3190874"/>
              <a:gd name="connsiteX5" fmla="*/ 146493 w 6934200"/>
              <a:gd name="connsiteY5" fmla="*/ 3190874 h 3190874"/>
              <a:gd name="connsiteX6" fmla="*/ 0 w 6934200"/>
              <a:gd name="connsiteY6" fmla="*/ 3044381 h 3190874"/>
              <a:gd name="connsiteX7" fmla="*/ 0 w 6934200"/>
              <a:gd name="connsiteY7" fmla="*/ 146493 h 3190874"/>
              <a:gd name="connsiteX8" fmla="*/ 146493 w 6934200"/>
              <a:gd name="connsiteY8" fmla="*/ 0 h 31908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34200" h="3190874">
                <a:moveTo>
                  <a:pt x="146493" y="0"/>
                </a:moveTo>
                <a:lnTo>
                  <a:pt x="6787707" y="0"/>
                </a:lnTo>
                <a:cubicBezTo>
                  <a:pt x="6868613" y="0"/>
                  <a:pt x="6934200" y="65587"/>
                  <a:pt x="6934200" y="146493"/>
                </a:cubicBezTo>
                <a:lnTo>
                  <a:pt x="6934200" y="3044381"/>
                </a:lnTo>
                <a:cubicBezTo>
                  <a:pt x="6934200" y="3125287"/>
                  <a:pt x="6868613" y="3190874"/>
                  <a:pt x="6787707" y="3190874"/>
                </a:cubicBezTo>
                <a:lnTo>
                  <a:pt x="146493" y="3190874"/>
                </a:lnTo>
                <a:cubicBezTo>
                  <a:pt x="65587" y="3190874"/>
                  <a:pt x="0" y="3125287"/>
                  <a:pt x="0" y="3044381"/>
                </a:cubicBezTo>
                <a:lnTo>
                  <a:pt x="0" y="146493"/>
                </a:lnTo>
                <a:cubicBezTo>
                  <a:pt x="0" y="65587"/>
                  <a:pt x="65587" y="0"/>
                  <a:pt x="146493" y="0"/>
                </a:cubicBezTo>
                <a:close/>
              </a:path>
            </a:pathLst>
          </a:custGeom>
          <a:solidFill>
            <a:srgbClr val="E8E6E3"/>
          </a:solidFill>
        </p:spPr>
        <p:txBody>
          <a:bodyPr wrap="square">
            <a:noAutofit/>
          </a:bodyPr>
          <a:lstStyle/>
          <a:p>
            <a:r>
              <a:rPr lang="en-US"/>
              <a:t>Click icon to add picture</a:t>
            </a:r>
          </a:p>
        </p:txBody>
      </p:sp>
      <p:sp>
        <p:nvSpPr>
          <p:cNvPr id="3" name="Text Placeholder 3">
            <a:extLst>
              <a:ext uri="{FF2B5EF4-FFF2-40B4-BE49-F238E27FC236}">
                <a16:creationId xmlns:a16="http://schemas.microsoft.com/office/drawing/2014/main" id="{7A04A1C0-DB7C-1E5B-4DBE-7E3D336F60D3}"/>
              </a:ext>
            </a:extLst>
          </p:cNvPr>
          <p:cNvSpPr>
            <a:spLocks noGrp="1"/>
          </p:cNvSpPr>
          <p:nvPr>
            <p:ph type="body" sz="half" idx="2" hasCustomPrompt="1"/>
          </p:nvPr>
        </p:nvSpPr>
        <p:spPr>
          <a:xfrm>
            <a:off x="5257800" y="6187669"/>
            <a:ext cx="5638801" cy="365531"/>
          </a:xfrm>
        </p:spPr>
        <p:txBody>
          <a:bodyPr vert="horz" lIns="0" tIns="0" rIns="0" bIns="0" rtlCol="0" anchor="b">
            <a:noAutofit/>
          </a:bodyPr>
          <a:lstStyle>
            <a:lvl1pPr>
              <a:defRPr lang="en-US" sz="720" spc="0">
                <a:solidFill>
                  <a:srgbClr val="6D6D6D"/>
                </a:solidFill>
              </a:defRPr>
            </a:lvl1pPr>
          </a:lstStyle>
          <a:p>
            <a:pPr lvl="0"/>
            <a:r>
              <a:rPr lang="en-US"/>
              <a:t>Click to add footnote/source</a:t>
            </a:r>
          </a:p>
        </p:txBody>
      </p:sp>
      <p:sp>
        <p:nvSpPr>
          <p:cNvPr id="5" name="Slide Number Static">
            <a:extLst>
              <a:ext uri="{FF2B5EF4-FFF2-40B4-BE49-F238E27FC236}">
                <a16:creationId xmlns:a16="http://schemas.microsoft.com/office/drawing/2014/main" id="{B8C0D2D5-D23E-7B43-48BB-EE11F5E8D8EB}"/>
              </a:ext>
            </a:extLst>
          </p:cNvPr>
          <p:cNvSpPr txBox="1"/>
          <p:nvPr userDrawn="1"/>
        </p:nvSpPr>
        <p:spPr>
          <a:xfrm>
            <a:off x="11201400" y="6371575"/>
            <a:ext cx="685800" cy="181627"/>
          </a:xfrm>
          <a:prstGeom prst="rect">
            <a:avLst/>
          </a:prstGeom>
          <a:noFill/>
        </p:spPr>
        <p:txBody>
          <a:bodyPr wrap="none" lIns="0" tIns="0" rIns="0" bIns="0" rtlCol="0" anchor="b">
            <a:noAutofit/>
          </a:bodyPr>
          <a:lstStyle/>
          <a:p>
            <a:pPr algn="r"/>
            <a:fld id="{35169EF1-59B5-4F40-86A9-E6A26EFD36C0}" type="slidenum">
              <a:rPr lang="en-US" sz="720" smtClean="0"/>
              <a:pPr algn="r"/>
              <a:t>‹#›</a:t>
            </a:fld>
            <a:endParaRPr lang="en-US" sz="720"/>
          </a:p>
        </p:txBody>
      </p:sp>
    </p:spTree>
    <p:extLst>
      <p:ext uri="{BB962C8B-B14F-4D97-AF65-F5344CB8AC3E}">
        <p14:creationId xmlns:p14="http://schemas.microsoft.com/office/powerpoint/2010/main" val="1543072798"/>
      </p:ext>
    </p:extLst>
  </p:cSld>
  <p:clrMapOvr>
    <a:masterClrMapping/>
  </p:clrMapOvr>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p:cSld name="Timeline">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E8F5E3A4-8F35-D051-00FD-DC03B5690DA3}"/>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10" name="think-cell data - do not delete" hidden="1">
                        <a:extLst>
                          <a:ext uri="{FF2B5EF4-FFF2-40B4-BE49-F238E27FC236}">
                            <a16:creationId xmlns:a16="http://schemas.microsoft.com/office/drawing/2014/main" id="{E8F5E3A4-8F35-D051-00FD-DC03B5690DA3}"/>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38CB09C-D925-87A6-305A-3289C13A55EA}"/>
              </a:ext>
            </a:extLst>
          </p:cNvPr>
          <p:cNvSpPr>
            <a:spLocks noGrp="1"/>
          </p:cNvSpPr>
          <p:nvPr>
            <p:ph type="title" hasCustomPrompt="1"/>
          </p:nvPr>
        </p:nvSpPr>
        <p:spPr>
          <a:xfrm>
            <a:off x="304800" y="304802"/>
            <a:ext cx="4648200" cy="1003299"/>
          </a:xfrm>
        </p:spPr>
        <p:txBody>
          <a:bodyPr vert="horz"/>
          <a:lstStyle/>
          <a:p>
            <a:r>
              <a:rPr lang="en-US"/>
              <a:t>Click to add title</a:t>
            </a:r>
          </a:p>
        </p:txBody>
      </p:sp>
      <p:sp>
        <p:nvSpPr>
          <p:cNvPr id="6" name="Table Placeholder 5">
            <a:extLst>
              <a:ext uri="{FF2B5EF4-FFF2-40B4-BE49-F238E27FC236}">
                <a16:creationId xmlns:a16="http://schemas.microsoft.com/office/drawing/2014/main" id="{AEBF47EB-3A28-97B5-E3D5-832C4DBA5BEE}"/>
              </a:ext>
            </a:extLst>
          </p:cNvPr>
          <p:cNvSpPr>
            <a:spLocks noGrp="1"/>
          </p:cNvSpPr>
          <p:nvPr>
            <p:ph type="tbl" sz="quarter" idx="10"/>
          </p:nvPr>
        </p:nvSpPr>
        <p:spPr>
          <a:xfrm>
            <a:off x="304800" y="1612899"/>
            <a:ext cx="11582400" cy="4480560"/>
          </a:xfrm>
        </p:spPr>
        <p:txBody>
          <a:bodyPr/>
          <a:lstStyle/>
          <a:p>
            <a:r>
              <a:rPr lang="en-US"/>
              <a:t>Click icon to add table</a:t>
            </a:r>
          </a:p>
        </p:txBody>
      </p:sp>
      <p:sp>
        <p:nvSpPr>
          <p:cNvPr id="11" name="Text Placeholder 3">
            <a:extLst>
              <a:ext uri="{FF2B5EF4-FFF2-40B4-BE49-F238E27FC236}">
                <a16:creationId xmlns:a16="http://schemas.microsoft.com/office/drawing/2014/main" id="{E0935D01-5394-DAB6-8896-268DDCBC9221}"/>
              </a:ext>
            </a:extLst>
          </p:cNvPr>
          <p:cNvSpPr>
            <a:spLocks noGrp="1"/>
          </p:cNvSpPr>
          <p:nvPr>
            <p:ph type="body" sz="half" idx="18" hasCustomPrompt="1"/>
          </p:nvPr>
        </p:nvSpPr>
        <p:spPr>
          <a:xfrm>
            <a:off x="6248401" y="304802"/>
            <a:ext cx="5645727" cy="1003299"/>
          </a:xfrm>
        </p:spPr>
        <p:txBody>
          <a:bodyPr/>
          <a:lstStyle>
            <a:lvl1pPr marL="0" indent="0">
              <a:buNone/>
              <a:defRPr sz="2160" spc="-18" baseline="0">
                <a:latin typeface="+mj-lt"/>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Phase</a:t>
            </a:r>
          </a:p>
        </p:txBody>
      </p:sp>
      <p:sp>
        <p:nvSpPr>
          <p:cNvPr id="3" name="Text Placeholder 3">
            <a:extLst>
              <a:ext uri="{FF2B5EF4-FFF2-40B4-BE49-F238E27FC236}">
                <a16:creationId xmlns:a16="http://schemas.microsoft.com/office/drawing/2014/main" id="{93F0FBC5-3573-207B-908E-7DF0B56FB7FD}"/>
              </a:ext>
            </a:extLst>
          </p:cNvPr>
          <p:cNvSpPr>
            <a:spLocks noGrp="1"/>
          </p:cNvSpPr>
          <p:nvPr>
            <p:ph type="body" sz="half" idx="2" hasCustomPrompt="1"/>
          </p:nvPr>
        </p:nvSpPr>
        <p:spPr>
          <a:xfrm>
            <a:off x="6248400" y="6187669"/>
            <a:ext cx="4648200" cy="365531"/>
          </a:xfrm>
        </p:spPr>
        <p:txBody>
          <a:bodyPr vert="horz" lIns="0" tIns="0" rIns="0" bIns="0" rtlCol="0" anchor="b">
            <a:noAutofit/>
          </a:bodyPr>
          <a:lstStyle>
            <a:lvl1pPr>
              <a:defRPr lang="en-US" sz="720" spc="0">
                <a:solidFill>
                  <a:srgbClr val="6D6D6D"/>
                </a:solidFill>
              </a:defRPr>
            </a:lvl1pPr>
          </a:lstStyle>
          <a:p>
            <a:pPr lvl="0"/>
            <a:r>
              <a:rPr lang="en-US"/>
              <a:t>Click to add footnote/source</a:t>
            </a:r>
          </a:p>
        </p:txBody>
      </p:sp>
    </p:spTree>
    <p:extLst>
      <p:ext uri="{BB962C8B-B14F-4D97-AF65-F5344CB8AC3E}">
        <p14:creationId xmlns:p14="http://schemas.microsoft.com/office/powerpoint/2010/main" val="1893589855"/>
      </p:ext>
    </p:extLst>
  </p:cSld>
  <p:clrMapOvr>
    <a:masterClrMapping/>
  </p:clrMapOvr>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Timeline alt.">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CD35BD8C-8443-8390-7D03-128161F5B227}"/>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9" name="think-cell data - do not delete" hidden="1">
                        <a:extLst>
                          <a:ext uri="{FF2B5EF4-FFF2-40B4-BE49-F238E27FC236}">
                            <a16:creationId xmlns:a16="http://schemas.microsoft.com/office/drawing/2014/main" id="{CD35BD8C-8443-8390-7D03-128161F5B227}"/>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B051439-AD18-A9D0-7D86-93CA496D76EC}"/>
              </a:ext>
            </a:extLst>
          </p:cNvPr>
          <p:cNvSpPr>
            <a:spLocks noGrp="1"/>
          </p:cNvSpPr>
          <p:nvPr>
            <p:ph type="title" hasCustomPrompt="1"/>
          </p:nvPr>
        </p:nvSpPr>
        <p:spPr>
          <a:xfrm>
            <a:off x="304800" y="530354"/>
            <a:ext cx="5638800" cy="777748"/>
          </a:xfrm>
        </p:spPr>
        <p:txBody>
          <a:bodyPr vert="horz"/>
          <a:lstStyle/>
          <a:p>
            <a:r>
              <a:rPr lang="en-US"/>
              <a:t>Click to add title</a:t>
            </a:r>
          </a:p>
        </p:txBody>
      </p:sp>
      <p:sp>
        <p:nvSpPr>
          <p:cNvPr id="7" name="Text Placeholder 3">
            <a:extLst>
              <a:ext uri="{FF2B5EF4-FFF2-40B4-BE49-F238E27FC236}">
                <a16:creationId xmlns:a16="http://schemas.microsoft.com/office/drawing/2014/main" id="{2E31F68A-1853-6AA0-782C-DF9361955FC6}"/>
              </a:ext>
            </a:extLst>
          </p:cNvPr>
          <p:cNvSpPr>
            <a:spLocks noGrp="1"/>
          </p:cNvSpPr>
          <p:nvPr>
            <p:ph type="body" sz="half" idx="2" hasCustomPrompt="1"/>
          </p:nvPr>
        </p:nvSpPr>
        <p:spPr>
          <a:xfrm>
            <a:off x="304800" y="304801"/>
            <a:ext cx="5638800" cy="177452"/>
          </a:xfrm>
        </p:spPr>
        <p:txBody>
          <a:bodyPr/>
          <a:lstStyle>
            <a:lvl1pPr marL="0" indent="0">
              <a:buNone/>
              <a:defRPr sz="900" spc="0">
                <a:solidFill>
                  <a:srgbClr val="6D6D6D"/>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Brow</a:t>
            </a:r>
          </a:p>
        </p:txBody>
      </p:sp>
      <p:sp>
        <p:nvSpPr>
          <p:cNvPr id="17" name="Text Placeholder 16">
            <a:extLst>
              <a:ext uri="{FF2B5EF4-FFF2-40B4-BE49-F238E27FC236}">
                <a16:creationId xmlns:a16="http://schemas.microsoft.com/office/drawing/2014/main" id="{5CC35BDC-17BD-A084-6FCD-C6FDD140DAE5}"/>
              </a:ext>
            </a:extLst>
          </p:cNvPr>
          <p:cNvSpPr>
            <a:spLocks noGrp="1"/>
          </p:cNvSpPr>
          <p:nvPr>
            <p:ph type="body" sz="quarter" idx="10" hasCustomPrompt="1"/>
          </p:nvPr>
        </p:nvSpPr>
        <p:spPr>
          <a:xfrm>
            <a:off x="304800" y="1612900"/>
            <a:ext cx="5638800" cy="1663700"/>
          </a:xfrm>
        </p:spPr>
        <p:txBody>
          <a:bodyPr/>
          <a:lstStyle>
            <a:lvl1pPr>
              <a:spcBef>
                <a:spcPts val="0"/>
              </a:spcBef>
              <a:defRPr sz="2160" spc="-18" baseline="0"/>
            </a:lvl1pPr>
            <a:lvl2pPr>
              <a:defRPr sz="2160" spc="-18" baseline="0"/>
            </a:lvl2pPr>
            <a:lvl3pPr>
              <a:defRPr sz="1440"/>
            </a:lvl3pPr>
            <a:lvl4pPr>
              <a:defRPr sz="1440"/>
            </a:lvl4pPr>
            <a:lvl5pPr>
              <a:defRPr sz="1440"/>
            </a:lvl5pPr>
          </a:lstStyle>
          <a:p>
            <a:pPr lvl="0"/>
            <a:r>
              <a:rPr lang="en-US"/>
              <a:t>Click to add text</a:t>
            </a:r>
          </a:p>
        </p:txBody>
      </p:sp>
      <p:sp>
        <p:nvSpPr>
          <p:cNvPr id="22" name="Table Placeholder 20">
            <a:extLst>
              <a:ext uri="{FF2B5EF4-FFF2-40B4-BE49-F238E27FC236}">
                <a16:creationId xmlns:a16="http://schemas.microsoft.com/office/drawing/2014/main" id="{2FC449D0-2035-079F-BA84-E3CE229015E5}"/>
              </a:ext>
            </a:extLst>
          </p:cNvPr>
          <p:cNvSpPr>
            <a:spLocks noGrp="1"/>
          </p:cNvSpPr>
          <p:nvPr>
            <p:ph type="tbl" sz="quarter" idx="14"/>
          </p:nvPr>
        </p:nvSpPr>
        <p:spPr>
          <a:xfrm>
            <a:off x="6255544" y="309564"/>
            <a:ext cx="5638800" cy="998537"/>
          </a:xfrm>
        </p:spPr>
        <p:txBody>
          <a:bodyPr/>
          <a:lstStyle/>
          <a:p>
            <a:r>
              <a:rPr lang="en-US"/>
              <a:t>Click icon to add table</a:t>
            </a:r>
          </a:p>
        </p:txBody>
      </p:sp>
      <p:sp>
        <p:nvSpPr>
          <p:cNvPr id="3" name="Text Placeholder 3">
            <a:extLst>
              <a:ext uri="{FF2B5EF4-FFF2-40B4-BE49-F238E27FC236}">
                <a16:creationId xmlns:a16="http://schemas.microsoft.com/office/drawing/2014/main" id="{ECB59271-3869-94BF-6872-473C1D66EC0B}"/>
              </a:ext>
            </a:extLst>
          </p:cNvPr>
          <p:cNvSpPr>
            <a:spLocks noGrp="1"/>
          </p:cNvSpPr>
          <p:nvPr>
            <p:ph type="body" sz="half" idx="15" hasCustomPrompt="1"/>
          </p:nvPr>
        </p:nvSpPr>
        <p:spPr>
          <a:xfrm>
            <a:off x="6248400" y="6187669"/>
            <a:ext cx="4648200" cy="365531"/>
          </a:xfrm>
        </p:spPr>
        <p:txBody>
          <a:bodyPr vert="horz" lIns="0" tIns="0" rIns="0" bIns="0" rtlCol="0" anchor="b">
            <a:noAutofit/>
          </a:bodyPr>
          <a:lstStyle>
            <a:lvl1pPr>
              <a:defRPr lang="en-US" sz="720" spc="0">
                <a:solidFill>
                  <a:srgbClr val="6D6D6D"/>
                </a:solidFill>
              </a:defRPr>
            </a:lvl1pPr>
          </a:lstStyle>
          <a:p>
            <a:pPr lvl="0"/>
            <a:r>
              <a:rPr lang="en-US"/>
              <a:t>Click to add footnote/source</a:t>
            </a:r>
          </a:p>
        </p:txBody>
      </p:sp>
    </p:spTree>
    <p:extLst>
      <p:ext uri="{BB962C8B-B14F-4D97-AF65-F5344CB8AC3E}">
        <p14:creationId xmlns:p14="http://schemas.microsoft.com/office/powerpoint/2010/main" val="3952291911"/>
      </p:ext>
    </p:extLst>
  </p:cSld>
  <p:clrMapOvr>
    <a:masterClrMapping/>
  </p:clrMapOvr>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userDrawn="1">
  <p:cSld name="Executive overview">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CD35BD8C-8443-8390-7D03-128161F5B227}"/>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9" name="think-cell data - do not delete" hidden="1">
                        <a:extLst>
                          <a:ext uri="{FF2B5EF4-FFF2-40B4-BE49-F238E27FC236}">
                            <a16:creationId xmlns:a16="http://schemas.microsoft.com/office/drawing/2014/main" id="{CD35BD8C-8443-8390-7D03-128161F5B227}"/>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B051439-AD18-A9D0-7D86-93CA496D76EC}"/>
              </a:ext>
            </a:extLst>
          </p:cNvPr>
          <p:cNvSpPr>
            <a:spLocks noGrp="1"/>
          </p:cNvSpPr>
          <p:nvPr>
            <p:ph type="title" hasCustomPrompt="1"/>
          </p:nvPr>
        </p:nvSpPr>
        <p:spPr>
          <a:xfrm>
            <a:off x="304800" y="530354"/>
            <a:ext cx="5638800" cy="777748"/>
          </a:xfrm>
        </p:spPr>
        <p:txBody>
          <a:bodyPr vert="horz"/>
          <a:lstStyle/>
          <a:p>
            <a:r>
              <a:rPr lang="en-US"/>
              <a:t>Click to add title</a:t>
            </a:r>
          </a:p>
        </p:txBody>
      </p:sp>
      <p:sp>
        <p:nvSpPr>
          <p:cNvPr id="7" name="Text Placeholder 3">
            <a:extLst>
              <a:ext uri="{FF2B5EF4-FFF2-40B4-BE49-F238E27FC236}">
                <a16:creationId xmlns:a16="http://schemas.microsoft.com/office/drawing/2014/main" id="{2E31F68A-1853-6AA0-782C-DF9361955FC6}"/>
              </a:ext>
            </a:extLst>
          </p:cNvPr>
          <p:cNvSpPr>
            <a:spLocks noGrp="1"/>
          </p:cNvSpPr>
          <p:nvPr>
            <p:ph type="body" sz="half" idx="2" hasCustomPrompt="1"/>
          </p:nvPr>
        </p:nvSpPr>
        <p:spPr>
          <a:xfrm>
            <a:off x="304800" y="304801"/>
            <a:ext cx="5638800" cy="177452"/>
          </a:xfrm>
        </p:spPr>
        <p:txBody>
          <a:bodyPr/>
          <a:lstStyle>
            <a:lvl1pPr marL="0" indent="0">
              <a:buNone/>
              <a:defRPr sz="900" spc="0">
                <a:solidFill>
                  <a:srgbClr val="6D6D6D"/>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Brow</a:t>
            </a:r>
          </a:p>
        </p:txBody>
      </p:sp>
      <p:cxnSp>
        <p:nvCxnSpPr>
          <p:cNvPr id="12" name="Straight Connector 11">
            <a:extLst>
              <a:ext uri="{FF2B5EF4-FFF2-40B4-BE49-F238E27FC236}">
                <a16:creationId xmlns:a16="http://schemas.microsoft.com/office/drawing/2014/main" id="{6CA7B74F-CF74-738A-2A05-AAE172884E4F}"/>
              </a:ext>
            </a:extLst>
          </p:cNvPr>
          <p:cNvCxnSpPr>
            <a:cxnSpLocks/>
          </p:cNvCxnSpPr>
          <p:nvPr/>
        </p:nvCxnSpPr>
        <p:spPr>
          <a:xfrm>
            <a:off x="6096000" y="1612901"/>
            <a:ext cx="0" cy="4480969"/>
          </a:xfrm>
          <a:prstGeom prst="line">
            <a:avLst/>
          </a:prstGeom>
          <a:ln w="12700">
            <a:solidFill>
              <a:srgbClr val="D2CFCA"/>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E867D87A-6FE5-737A-D20B-A145900E698F}"/>
              </a:ext>
            </a:extLst>
          </p:cNvPr>
          <p:cNvCxnSpPr>
            <a:cxnSpLocks/>
          </p:cNvCxnSpPr>
          <p:nvPr/>
        </p:nvCxnSpPr>
        <p:spPr>
          <a:xfrm>
            <a:off x="9067800" y="1612901"/>
            <a:ext cx="0" cy="4480969"/>
          </a:xfrm>
          <a:prstGeom prst="line">
            <a:avLst/>
          </a:prstGeom>
          <a:ln w="12700">
            <a:solidFill>
              <a:srgbClr val="D2CFCA"/>
            </a:solidFill>
          </a:ln>
        </p:spPr>
        <p:style>
          <a:lnRef idx="2">
            <a:schemeClr val="accent1"/>
          </a:lnRef>
          <a:fillRef idx="0">
            <a:schemeClr val="accent1"/>
          </a:fillRef>
          <a:effectRef idx="1">
            <a:schemeClr val="accent1"/>
          </a:effectRef>
          <a:fontRef idx="minor">
            <a:schemeClr val="tx1"/>
          </a:fontRef>
        </p:style>
      </p:cxnSp>
      <p:sp>
        <p:nvSpPr>
          <p:cNvPr id="17" name="Text Placeholder 16">
            <a:extLst>
              <a:ext uri="{FF2B5EF4-FFF2-40B4-BE49-F238E27FC236}">
                <a16:creationId xmlns:a16="http://schemas.microsoft.com/office/drawing/2014/main" id="{5CC35BDC-17BD-A084-6FCD-C6FDD140DAE5}"/>
              </a:ext>
            </a:extLst>
          </p:cNvPr>
          <p:cNvSpPr>
            <a:spLocks noGrp="1"/>
          </p:cNvSpPr>
          <p:nvPr>
            <p:ph type="body" sz="quarter" idx="10"/>
          </p:nvPr>
        </p:nvSpPr>
        <p:spPr>
          <a:xfrm>
            <a:off x="304800" y="1612900"/>
            <a:ext cx="5638800" cy="1663700"/>
          </a:xfrm>
        </p:spPr>
        <p:txBody>
          <a:bodyPr/>
          <a:lstStyle>
            <a:lvl1pPr>
              <a:spcBef>
                <a:spcPts val="540"/>
              </a:spcBef>
              <a:defRPr sz="1440"/>
            </a:lvl1pPr>
            <a:lvl2pPr>
              <a:defRPr sz="1440"/>
            </a:lvl2pPr>
            <a:lvl3pPr>
              <a:defRPr sz="1440"/>
            </a:lvl3pPr>
            <a:lvl4pPr>
              <a:defRPr sz="1440"/>
            </a:lvl4pPr>
            <a:lvl5pPr>
              <a:defRPr sz="1440"/>
            </a:lvl5pPr>
          </a:lstStyle>
          <a:p>
            <a:pPr lvl="0"/>
            <a:r>
              <a:rPr lang="en-US"/>
              <a:t>Click to edit Master text styles</a:t>
            </a:r>
          </a:p>
          <a:p>
            <a:pPr lvl="1"/>
            <a:r>
              <a:rPr lang="en-US"/>
              <a:t>Second level</a:t>
            </a:r>
          </a:p>
        </p:txBody>
      </p:sp>
      <p:sp>
        <p:nvSpPr>
          <p:cNvPr id="18" name="Text Placeholder 16">
            <a:extLst>
              <a:ext uri="{FF2B5EF4-FFF2-40B4-BE49-F238E27FC236}">
                <a16:creationId xmlns:a16="http://schemas.microsoft.com/office/drawing/2014/main" id="{7514D6CB-2ED9-F6E6-B6EC-1DF92DCBC666}"/>
              </a:ext>
            </a:extLst>
          </p:cNvPr>
          <p:cNvSpPr>
            <a:spLocks noGrp="1"/>
          </p:cNvSpPr>
          <p:nvPr>
            <p:ph type="body" sz="quarter" idx="11"/>
          </p:nvPr>
        </p:nvSpPr>
        <p:spPr>
          <a:xfrm>
            <a:off x="6255544" y="1612900"/>
            <a:ext cx="2659856" cy="4480969"/>
          </a:xfrm>
        </p:spPr>
        <p:txBody>
          <a:bodyPr/>
          <a:lstStyle>
            <a:lvl1pPr>
              <a:defRPr sz="1080"/>
            </a:lvl1pPr>
            <a:lvl2pPr>
              <a:defRPr sz="1080"/>
            </a:lvl2pPr>
            <a:lvl3pPr>
              <a:defRPr sz="1440"/>
            </a:lvl3pPr>
            <a:lvl4pPr>
              <a:defRPr sz="1440"/>
            </a:lvl4pPr>
            <a:lvl5pPr>
              <a:defRPr sz="1440"/>
            </a:lvl5pPr>
          </a:lstStyle>
          <a:p>
            <a:pPr lvl="0"/>
            <a:r>
              <a:rPr lang="en-US"/>
              <a:t>Click to edit Master text styles</a:t>
            </a:r>
          </a:p>
          <a:p>
            <a:pPr lvl="1"/>
            <a:r>
              <a:rPr lang="en-US"/>
              <a:t>Second level</a:t>
            </a:r>
          </a:p>
        </p:txBody>
      </p:sp>
      <p:sp>
        <p:nvSpPr>
          <p:cNvPr id="19" name="Text Placeholder 16">
            <a:extLst>
              <a:ext uri="{FF2B5EF4-FFF2-40B4-BE49-F238E27FC236}">
                <a16:creationId xmlns:a16="http://schemas.microsoft.com/office/drawing/2014/main" id="{5979A749-210B-CC55-BFEC-763498BE5188}"/>
              </a:ext>
            </a:extLst>
          </p:cNvPr>
          <p:cNvSpPr>
            <a:spLocks noGrp="1"/>
          </p:cNvSpPr>
          <p:nvPr>
            <p:ph type="body" sz="quarter" idx="12"/>
          </p:nvPr>
        </p:nvSpPr>
        <p:spPr>
          <a:xfrm>
            <a:off x="9227344" y="1612900"/>
            <a:ext cx="2659856" cy="4480968"/>
          </a:xfrm>
        </p:spPr>
        <p:txBody>
          <a:bodyPr/>
          <a:lstStyle>
            <a:lvl1pPr>
              <a:defRPr sz="1080"/>
            </a:lvl1pPr>
            <a:lvl2pPr>
              <a:defRPr sz="1080"/>
            </a:lvl2pPr>
            <a:lvl3pPr>
              <a:defRPr sz="1440"/>
            </a:lvl3pPr>
            <a:lvl4pPr>
              <a:defRPr sz="1440"/>
            </a:lvl4pPr>
            <a:lvl5pPr>
              <a:defRPr sz="1440"/>
            </a:lvl5pPr>
          </a:lstStyle>
          <a:p>
            <a:pPr lvl="0"/>
            <a:r>
              <a:rPr lang="en-US"/>
              <a:t>Click to edit Master text styles</a:t>
            </a:r>
          </a:p>
          <a:p>
            <a:pPr lvl="1"/>
            <a:r>
              <a:rPr lang="en-US"/>
              <a:t>Second level</a:t>
            </a:r>
          </a:p>
        </p:txBody>
      </p:sp>
      <p:sp>
        <p:nvSpPr>
          <p:cNvPr id="21" name="Table Placeholder 20">
            <a:extLst>
              <a:ext uri="{FF2B5EF4-FFF2-40B4-BE49-F238E27FC236}">
                <a16:creationId xmlns:a16="http://schemas.microsoft.com/office/drawing/2014/main" id="{15276CFB-E403-3412-4FD7-B8F8AAB829F9}"/>
              </a:ext>
            </a:extLst>
          </p:cNvPr>
          <p:cNvSpPr>
            <a:spLocks noGrp="1"/>
          </p:cNvSpPr>
          <p:nvPr>
            <p:ph type="tbl" sz="quarter" idx="13"/>
          </p:nvPr>
        </p:nvSpPr>
        <p:spPr>
          <a:xfrm>
            <a:off x="304800" y="3581401"/>
            <a:ext cx="5638800" cy="2512469"/>
          </a:xfrm>
        </p:spPr>
        <p:txBody>
          <a:bodyPr/>
          <a:lstStyle/>
          <a:p>
            <a:r>
              <a:rPr lang="en-US"/>
              <a:t>Click icon to add table</a:t>
            </a:r>
          </a:p>
        </p:txBody>
      </p:sp>
      <p:sp>
        <p:nvSpPr>
          <p:cNvPr id="22" name="Table Placeholder 20">
            <a:extLst>
              <a:ext uri="{FF2B5EF4-FFF2-40B4-BE49-F238E27FC236}">
                <a16:creationId xmlns:a16="http://schemas.microsoft.com/office/drawing/2014/main" id="{2FC449D0-2035-079F-BA84-E3CE229015E5}"/>
              </a:ext>
            </a:extLst>
          </p:cNvPr>
          <p:cNvSpPr>
            <a:spLocks noGrp="1"/>
          </p:cNvSpPr>
          <p:nvPr>
            <p:ph type="tbl" sz="quarter" idx="14"/>
          </p:nvPr>
        </p:nvSpPr>
        <p:spPr>
          <a:xfrm>
            <a:off x="6255544" y="309564"/>
            <a:ext cx="5638800" cy="998537"/>
          </a:xfrm>
        </p:spPr>
        <p:txBody>
          <a:bodyPr/>
          <a:lstStyle/>
          <a:p>
            <a:r>
              <a:rPr lang="en-US"/>
              <a:t>Click icon to add table</a:t>
            </a:r>
          </a:p>
        </p:txBody>
      </p:sp>
      <p:sp>
        <p:nvSpPr>
          <p:cNvPr id="4" name="Text Placeholder 3">
            <a:extLst>
              <a:ext uri="{FF2B5EF4-FFF2-40B4-BE49-F238E27FC236}">
                <a16:creationId xmlns:a16="http://schemas.microsoft.com/office/drawing/2014/main" id="{54083654-6E6F-25CD-83C3-A9E0FB3E579F}"/>
              </a:ext>
            </a:extLst>
          </p:cNvPr>
          <p:cNvSpPr>
            <a:spLocks noGrp="1"/>
          </p:cNvSpPr>
          <p:nvPr>
            <p:ph type="body" sz="half" idx="15" hasCustomPrompt="1"/>
          </p:nvPr>
        </p:nvSpPr>
        <p:spPr>
          <a:xfrm>
            <a:off x="6248400" y="6187669"/>
            <a:ext cx="4648200" cy="365531"/>
          </a:xfrm>
        </p:spPr>
        <p:txBody>
          <a:bodyPr vert="horz" lIns="0" tIns="0" rIns="0" bIns="0" rtlCol="0" anchor="b">
            <a:noAutofit/>
          </a:bodyPr>
          <a:lstStyle>
            <a:lvl1pPr>
              <a:defRPr lang="en-US" sz="720" spc="0">
                <a:solidFill>
                  <a:srgbClr val="6D6D6D"/>
                </a:solidFill>
              </a:defRPr>
            </a:lvl1pPr>
          </a:lstStyle>
          <a:p>
            <a:pPr lvl="0"/>
            <a:r>
              <a:rPr lang="en-US"/>
              <a:t>Click to add footnote/source</a:t>
            </a:r>
          </a:p>
        </p:txBody>
      </p:sp>
    </p:spTree>
    <p:extLst>
      <p:ext uri="{BB962C8B-B14F-4D97-AF65-F5344CB8AC3E}">
        <p14:creationId xmlns:p14="http://schemas.microsoft.com/office/powerpoint/2010/main" val="625820615"/>
      </p:ext>
    </p:extLst>
  </p:cSld>
  <p:clrMapOvr>
    <a:masterClrMapping/>
  </p:clrMapOvr>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Dashboard">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14AC3EE7-F3BB-0D0E-7752-84307ED4800C}"/>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9" name="think-cell data - do not delete" hidden="1">
                        <a:extLst>
                          <a:ext uri="{FF2B5EF4-FFF2-40B4-BE49-F238E27FC236}">
                            <a16:creationId xmlns:a16="http://schemas.microsoft.com/office/drawing/2014/main" id="{14AC3EE7-F3BB-0D0E-7752-84307ED4800C}"/>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16" name="Text Placeholder 15">
            <a:extLst>
              <a:ext uri="{FF2B5EF4-FFF2-40B4-BE49-F238E27FC236}">
                <a16:creationId xmlns:a16="http://schemas.microsoft.com/office/drawing/2014/main" id="{62EE1D18-783C-8990-D187-AF406BC7C6F3}"/>
              </a:ext>
            </a:extLst>
          </p:cNvPr>
          <p:cNvSpPr>
            <a:spLocks noGrp="1"/>
          </p:cNvSpPr>
          <p:nvPr>
            <p:ph type="body" sz="quarter" idx="61" hasCustomPrompt="1"/>
          </p:nvPr>
        </p:nvSpPr>
        <p:spPr>
          <a:xfrm>
            <a:off x="152399" y="1472351"/>
            <a:ext cx="2920850" cy="2249423"/>
          </a:xfrm>
          <a:prstGeom prst="roundRect">
            <a:avLst>
              <a:gd name="adj" fmla="val 2746"/>
            </a:avLst>
          </a:prstGeom>
          <a:solidFill>
            <a:srgbClr val="E0E5ED"/>
          </a:solidFill>
        </p:spPr>
        <p:txBody>
          <a:bodyPr lIns="155448" tIns="155448" rIns="155448" bIns="155448"/>
          <a:lstStyle>
            <a:lvl1pPr>
              <a:defRPr sz="1080"/>
            </a:lvl1pPr>
            <a:lvl2pPr>
              <a:defRPr sz="1080"/>
            </a:lvl2pPr>
            <a:lvl3pPr>
              <a:defRPr sz="1080"/>
            </a:lvl3pPr>
          </a:lstStyle>
          <a:p>
            <a:pPr lvl="0"/>
            <a:r>
              <a:rPr lang="en-US"/>
              <a:t>Click to add text</a:t>
            </a:r>
          </a:p>
          <a:p>
            <a:pPr lvl="1"/>
            <a:r>
              <a:rPr lang="en-US"/>
              <a:t>Second level</a:t>
            </a:r>
          </a:p>
          <a:p>
            <a:pPr lvl="2"/>
            <a:r>
              <a:rPr lang="en-US"/>
              <a:t>Third level</a:t>
            </a:r>
          </a:p>
        </p:txBody>
      </p:sp>
      <p:sp>
        <p:nvSpPr>
          <p:cNvPr id="17" name="Text Placeholder 15">
            <a:extLst>
              <a:ext uri="{FF2B5EF4-FFF2-40B4-BE49-F238E27FC236}">
                <a16:creationId xmlns:a16="http://schemas.microsoft.com/office/drawing/2014/main" id="{082CDAAE-5263-4461-1A40-B0C332E9AD42}"/>
              </a:ext>
            </a:extLst>
          </p:cNvPr>
          <p:cNvSpPr>
            <a:spLocks noGrp="1"/>
          </p:cNvSpPr>
          <p:nvPr>
            <p:ph type="body" sz="quarter" idx="62" hasCustomPrompt="1"/>
          </p:nvPr>
        </p:nvSpPr>
        <p:spPr>
          <a:xfrm>
            <a:off x="3139879" y="1472351"/>
            <a:ext cx="2920850" cy="2249423"/>
          </a:xfrm>
          <a:prstGeom prst="roundRect">
            <a:avLst>
              <a:gd name="adj" fmla="val 2746"/>
            </a:avLst>
          </a:prstGeom>
          <a:solidFill>
            <a:srgbClr val="E0E5ED"/>
          </a:solidFill>
        </p:spPr>
        <p:txBody>
          <a:bodyPr lIns="155448" tIns="155448" rIns="155448" bIns="155448"/>
          <a:lstStyle>
            <a:lvl1pPr algn="l" defTabSz="822960" rtl="0" eaLnBrk="1" latinLnBrk="0" hangingPunct="1">
              <a:lnSpc>
                <a:spcPct val="100000"/>
              </a:lnSpc>
              <a:spcBef>
                <a:spcPts val="0"/>
              </a:spcBef>
              <a:buFont typeface="Arial" panose="020B0604020202020204" pitchFamily="34" charset="0"/>
              <a:defRPr lang="en-US" sz="1080" kern="1200" spc="-9" baseline="0" dirty="0" smtClean="0">
                <a:solidFill>
                  <a:schemeClr val="tx1"/>
                </a:solidFill>
                <a:latin typeface="+mn-lt"/>
                <a:ea typeface="+mn-ea"/>
                <a:cs typeface="+mn-cs"/>
              </a:defRPr>
            </a:lvl1pPr>
            <a:lvl2pPr algn="l" defTabSz="822960" rtl="0" eaLnBrk="1" latinLnBrk="0" hangingPunct="1">
              <a:lnSpc>
                <a:spcPct val="100000"/>
              </a:lnSpc>
              <a:spcBef>
                <a:spcPts val="0"/>
              </a:spcBef>
              <a:buFont typeface="Arial" panose="020B0604020202020204" pitchFamily="34" charset="0"/>
              <a:defRPr lang="en-US" sz="1080" kern="1200" spc="-9" baseline="0" dirty="0" smtClean="0">
                <a:solidFill>
                  <a:schemeClr val="tx1"/>
                </a:solidFill>
                <a:latin typeface="+mn-lt"/>
                <a:ea typeface="+mn-ea"/>
                <a:cs typeface="+mn-cs"/>
              </a:defRPr>
            </a:lvl2pPr>
            <a:lvl3pPr algn="l" defTabSz="822960" rtl="0" eaLnBrk="1" latinLnBrk="0" hangingPunct="1">
              <a:lnSpc>
                <a:spcPct val="100000"/>
              </a:lnSpc>
              <a:spcBef>
                <a:spcPts val="0"/>
              </a:spcBef>
              <a:buFont typeface="Arial" panose="020B0604020202020204" pitchFamily="34" charset="0"/>
              <a:defRPr lang="en-US" sz="1080" kern="1200" spc="-9" baseline="0" dirty="0">
                <a:solidFill>
                  <a:schemeClr val="tx1"/>
                </a:solidFill>
                <a:latin typeface="+mn-lt"/>
                <a:ea typeface="+mn-ea"/>
                <a:cs typeface="+mn-cs"/>
              </a:defRPr>
            </a:lvl3pPr>
          </a:lstStyle>
          <a:p>
            <a:pPr lvl="0"/>
            <a:r>
              <a:rPr lang="en-US"/>
              <a:t>Click to add text</a:t>
            </a:r>
          </a:p>
          <a:p>
            <a:pPr lvl="1"/>
            <a:r>
              <a:rPr lang="en-US"/>
              <a:t>Second level</a:t>
            </a:r>
          </a:p>
          <a:p>
            <a:pPr lvl="2"/>
            <a:r>
              <a:rPr lang="en-US"/>
              <a:t>Third level</a:t>
            </a:r>
          </a:p>
        </p:txBody>
      </p:sp>
      <p:sp>
        <p:nvSpPr>
          <p:cNvPr id="18" name="Text Placeholder 15">
            <a:extLst>
              <a:ext uri="{FF2B5EF4-FFF2-40B4-BE49-F238E27FC236}">
                <a16:creationId xmlns:a16="http://schemas.microsoft.com/office/drawing/2014/main" id="{FD4D81A9-F4EF-3411-F8EC-153498891C90}"/>
              </a:ext>
            </a:extLst>
          </p:cNvPr>
          <p:cNvSpPr>
            <a:spLocks noGrp="1"/>
          </p:cNvSpPr>
          <p:nvPr>
            <p:ph type="body" sz="quarter" idx="63" hasCustomPrompt="1"/>
          </p:nvPr>
        </p:nvSpPr>
        <p:spPr>
          <a:xfrm>
            <a:off x="6131273" y="1472351"/>
            <a:ext cx="2920850" cy="2249423"/>
          </a:xfrm>
          <a:prstGeom prst="roundRect">
            <a:avLst>
              <a:gd name="adj" fmla="val 2746"/>
            </a:avLst>
          </a:prstGeom>
          <a:solidFill>
            <a:srgbClr val="E0E5ED"/>
          </a:solidFill>
        </p:spPr>
        <p:txBody>
          <a:bodyPr lIns="155448" tIns="155448" rIns="155448" bIns="155448"/>
          <a:lstStyle>
            <a:lvl1pPr algn="l" defTabSz="822960" rtl="0" eaLnBrk="1" latinLnBrk="0" hangingPunct="1">
              <a:lnSpc>
                <a:spcPct val="100000"/>
              </a:lnSpc>
              <a:spcBef>
                <a:spcPts val="0"/>
              </a:spcBef>
              <a:buFont typeface="Arial" panose="020B0604020202020204" pitchFamily="34" charset="0"/>
              <a:defRPr lang="en-US" sz="1080" kern="1200" spc="-9" baseline="0" dirty="0" smtClean="0">
                <a:solidFill>
                  <a:schemeClr val="tx1"/>
                </a:solidFill>
                <a:latin typeface="+mn-lt"/>
                <a:ea typeface="+mn-ea"/>
                <a:cs typeface="+mn-cs"/>
              </a:defRPr>
            </a:lvl1pPr>
            <a:lvl2pPr algn="l" defTabSz="822960" rtl="0" eaLnBrk="1" latinLnBrk="0" hangingPunct="1">
              <a:lnSpc>
                <a:spcPct val="100000"/>
              </a:lnSpc>
              <a:spcBef>
                <a:spcPts val="0"/>
              </a:spcBef>
              <a:buFont typeface="Arial" panose="020B0604020202020204" pitchFamily="34" charset="0"/>
              <a:defRPr lang="en-US" sz="1080" kern="1200" spc="-9" baseline="0" dirty="0" smtClean="0">
                <a:solidFill>
                  <a:schemeClr val="tx1"/>
                </a:solidFill>
                <a:latin typeface="+mn-lt"/>
                <a:ea typeface="+mn-ea"/>
                <a:cs typeface="+mn-cs"/>
              </a:defRPr>
            </a:lvl2pPr>
            <a:lvl3pPr algn="l" defTabSz="822960" rtl="0" eaLnBrk="1" latinLnBrk="0" hangingPunct="1">
              <a:lnSpc>
                <a:spcPct val="100000"/>
              </a:lnSpc>
              <a:spcBef>
                <a:spcPts val="0"/>
              </a:spcBef>
              <a:buFont typeface="Arial" panose="020B0604020202020204" pitchFamily="34" charset="0"/>
              <a:defRPr lang="en-US" sz="1080" kern="1200" spc="-9" baseline="0" dirty="0">
                <a:solidFill>
                  <a:schemeClr val="tx1"/>
                </a:solidFill>
                <a:latin typeface="+mn-lt"/>
                <a:ea typeface="+mn-ea"/>
                <a:cs typeface="+mn-cs"/>
              </a:defRPr>
            </a:lvl3pPr>
          </a:lstStyle>
          <a:p>
            <a:pPr lvl="0"/>
            <a:r>
              <a:rPr lang="en-US"/>
              <a:t>Click to add text</a:t>
            </a:r>
          </a:p>
          <a:p>
            <a:pPr lvl="1"/>
            <a:r>
              <a:rPr lang="en-US"/>
              <a:t>Second level</a:t>
            </a:r>
          </a:p>
          <a:p>
            <a:pPr lvl="2"/>
            <a:r>
              <a:rPr lang="en-US"/>
              <a:t>Third level</a:t>
            </a:r>
          </a:p>
        </p:txBody>
      </p:sp>
      <p:sp>
        <p:nvSpPr>
          <p:cNvPr id="19" name="Text Placeholder 15">
            <a:extLst>
              <a:ext uri="{FF2B5EF4-FFF2-40B4-BE49-F238E27FC236}">
                <a16:creationId xmlns:a16="http://schemas.microsoft.com/office/drawing/2014/main" id="{7D33D413-D53F-8211-B042-FDD88BCF0B83}"/>
              </a:ext>
            </a:extLst>
          </p:cNvPr>
          <p:cNvSpPr>
            <a:spLocks noGrp="1"/>
          </p:cNvSpPr>
          <p:nvPr>
            <p:ph type="body" sz="quarter" idx="64" hasCustomPrompt="1"/>
          </p:nvPr>
        </p:nvSpPr>
        <p:spPr>
          <a:xfrm>
            <a:off x="9126582" y="1472351"/>
            <a:ext cx="2920850" cy="2249423"/>
          </a:xfrm>
          <a:prstGeom prst="roundRect">
            <a:avLst>
              <a:gd name="adj" fmla="val 2746"/>
            </a:avLst>
          </a:prstGeom>
          <a:solidFill>
            <a:srgbClr val="E0E5ED"/>
          </a:solidFill>
        </p:spPr>
        <p:txBody>
          <a:bodyPr lIns="155448" tIns="155448" rIns="155448" bIns="155448"/>
          <a:lstStyle>
            <a:lvl1pPr algn="l" defTabSz="822960" rtl="0" eaLnBrk="1" latinLnBrk="0" hangingPunct="1">
              <a:lnSpc>
                <a:spcPct val="100000"/>
              </a:lnSpc>
              <a:spcBef>
                <a:spcPts val="0"/>
              </a:spcBef>
              <a:buFont typeface="Arial" panose="020B0604020202020204" pitchFamily="34" charset="0"/>
              <a:defRPr lang="en-US" sz="1080" kern="1200" spc="-9" baseline="0" dirty="0" smtClean="0">
                <a:solidFill>
                  <a:schemeClr val="tx1"/>
                </a:solidFill>
                <a:latin typeface="+mn-lt"/>
                <a:ea typeface="+mn-ea"/>
                <a:cs typeface="+mn-cs"/>
              </a:defRPr>
            </a:lvl1pPr>
            <a:lvl2pPr algn="l" defTabSz="822960" rtl="0" eaLnBrk="1" latinLnBrk="0" hangingPunct="1">
              <a:lnSpc>
                <a:spcPct val="100000"/>
              </a:lnSpc>
              <a:spcBef>
                <a:spcPts val="0"/>
              </a:spcBef>
              <a:buFont typeface="Arial" panose="020B0604020202020204" pitchFamily="34" charset="0"/>
              <a:defRPr lang="en-US" sz="1080" kern="1200" spc="-9" baseline="0" dirty="0" smtClean="0">
                <a:solidFill>
                  <a:schemeClr val="tx1"/>
                </a:solidFill>
                <a:latin typeface="+mn-lt"/>
                <a:ea typeface="+mn-ea"/>
                <a:cs typeface="+mn-cs"/>
              </a:defRPr>
            </a:lvl2pPr>
            <a:lvl3pPr algn="l" defTabSz="822960" rtl="0" eaLnBrk="1" latinLnBrk="0" hangingPunct="1">
              <a:lnSpc>
                <a:spcPct val="100000"/>
              </a:lnSpc>
              <a:spcBef>
                <a:spcPts val="0"/>
              </a:spcBef>
              <a:buFont typeface="Arial" panose="020B0604020202020204" pitchFamily="34" charset="0"/>
              <a:defRPr lang="en-US" sz="1080" kern="1200" spc="-9" baseline="0" dirty="0">
                <a:solidFill>
                  <a:schemeClr val="tx1"/>
                </a:solidFill>
                <a:latin typeface="+mn-lt"/>
                <a:ea typeface="+mn-ea"/>
                <a:cs typeface="+mn-cs"/>
              </a:defRPr>
            </a:lvl3pPr>
          </a:lstStyle>
          <a:p>
            <a:pPr lvl="0"/>
            <a:r>
              <a:rPr lang="en-US"/>
              <a:t>Click to add text</a:t>
            </a:r>
          </a:p>
          <a:p>
            <a:pPr lvl="1"/>
            <a:r>
              <a:rPr lang="en-US"/>
              <a:t>Second level</a:t>
            </a:r>
          </a:p>
          <a:p>
            <a:pPr lvl="2"/>
            <a:r>
              <a:rPr lang="en-US"/>
              <a:t>Third level</a:t>
            </a:r>
          </a:p>
        </p:txBody>
      </p:sp>
      <p:sp>
        <p:nvSpPr>
          <p:cNvPr id="20" name="Text Placeholder 15">
            <a:extLst>
              <a:ext uri="{FF2B5EF4-FFF2-40B4-BE49-F238E27FC236}">
                <a16:creationId xmlns:a16="http://schemas.microsoft.com/office/drawing/2014/main" id="{73DDC67C-DCD4-DDCE-EDC1-1A36E35F2D47}"/>
              </a:ext>
            </a:extLst>
          </p:cNvPr>
          <p:cNvSpPr>
            <a:spLocks noGrp="1"/>
          </p:cNvSpPr>
          <p:nvPr>
            <p:ph type="body" sz="quarter" idx="65" hasCustomPrompt="1"/>
          </p:nvPr>
        </p:nvSpPr>
        <p:spPr>
          <a:xfrm>
            <a:off x="152399" y="3805817"/>
            <a:ext cx="2920850" cy="2249423"/>
          </a:xfrm>
          <a:prstGeom prst="roundRect">
            <a:avLst>
              <a:gd name="adj" fmla="val 2746"/>
            </a:avLst>
          </a:prstGeom>
          <a:solidFill>
            <a:srgbClr val="E0E5ED"/>
          </a:solidFill>
        </p:spPr>
        <p:txBody>
          <a:bodyPr lIns="155448" tIns="155448" rIns="155448" bIns="155448"/>
          <a:lstStyle>
            <a:lvl1pPr algn="l" defTabSz="822960" rtl="0" eaLnBrk="1" latinLnBrk="0" hangingPunct="1">
              <a:lnSpc>
                <a:spcPct val="100000"/>
              </a:lnSpc>
              <a:spcBef>
                <a:spcPts val="0"/>
              </a:spcBef>
              <a:buFont typeface="Arial" panose="020B0604020202020204" pitchFamily="34" charset="0"/>
              <a:defRPr lang="en-US" sz="1080" kern="1200" spc="-9" baseline="0" dirty="0" smtClean="0">
                <a:solidFill>
                  <a:schemeClr val="tx1"/>
                </a:solidFill>
                <a:latin typeface="+mn-lt"/>
                <a:ea typeface="+mn-ea"/>
                <a:cs typeface="+mn-cs"/>
              </a:defRPr>
            </a:lvl1pPr>
            <a:lvl2pPr algn="l" defTabSz="822960" rtl="0" eaLnBrk="1" latinLnBrk="0" hangingPunct="1">
              <a:lnSpc>
                <a:spcPct val="100000"/>
              </a:lnSpc>
              <a:spcBef>
                <a:spcPts val="0"/>
              </a:spcBef>
              <a:buFont typeface="Arial" panose="020B0604020202020204" pitchFamily="34" charset="0"/>
              <a:defRPr lang="en-US" sz="1080" kern="1200" spc="-9" baseline="0" dirty="0" smtClean="0">
                <a:solidFill>
                  <a:schemeClr val="tx1"/>
                </a:solidFill>
                <a:latin typeface="+mn-lt"/>
                <a:ea typeface="+mn-ea"/>
                <a:cs typeface="+mn-cs"/>
              </a:defRPr>
            </a:lvl2pPr>
            <a:lvl3pPr algn="l" defTabSz="822960" rtl="0" eaLnBrk="1" latinLnBrk="0" hangingPunct="1">
              <a:lnSpc>
                <a:spcPct val="100000"/>
              </a:lnSpc>
              <a:spcBef>
                <a:spcPts val="0"/>
              </a:spcBef>
              <a:buFont typeface="Arial" panose="020B0604020202020204" pitchFamily="34" charset="0"/>
              <a:defRPr lang="en-US" sz="1080" kern="1200" spc="-9" baseline="0" dirty="0">
                <a:solidFill>
                  <a:schemeClr val="tx1"/>
                </a:solidFill>
                <a:latin typeface="+mn-lt"/>
                <a:ea typeface="+mn-ea"/>
                <a:cs typeface="+mn-cs"/>
              </a:defRPr>
            </a:lvl3pPr>
          </a:lstStyle>
          <a:p>
            <a:pPr lvl="0"/>
            <a:r>
              <a:rPr lang="en-US"/>
              <a:t>Click to add text</a:t>
            </a:r>
          </a:p>
          <a:p>
            <a:pPr lvl="1"/>
            <a:r>
              <a:rPr lang="en-US"/>
              <a:t>Second level</a:t>
            </a:r>
          </a:p>
          <a:p>
            <a:pPr lvl="2"/>
            <a:r>
              <a:rPr lang="en-US"/>
              <a:t>Third level</a:t>
            </a:r>
          </a:p>
        </p:txBody>
      </p:sp>
      <p:sp>
        <p:nvSpPr>
          <p:cNvPr id="21" name="Text Placeholder 15">
            <a:extLst>
              <a:ext uri="{FF2B5EF4-FFF2-40B4-BE49-F238E27FC236}">
                <a16:creationId xmlns:a16="http://schemas.microsoft.com/office/drawing/2014/main" id="{1C36CA0C-743E-1692-47BF-E1DBD939800F}"/>
              </a:ext>
            </a:extLst>
          </p:cNvPr>
          <p:cNvSpPr>
            <a:spLocks noGrp="1"/>
          </p:cNvSpPr>
          <p:nvPr>
            <p:ph type="body" sz="quarter" idx="66" hasCustomPrompt="1"/>
          </p:nvPr>
        </p:nvSpPr>
        <p:spPr>
          <a:xfrm>
            <a:off x="3139879" y="3805817"/>
            <a:ext cx="2920850" cy="2249423"/>
          </a:xfrm>
          <a:prstGeom prst="roundRect">
            <a:avLst>
              <a:gd name="adj" fmla="val 2746"/>
            </a:avLst>
          </a:prstGeom>
          <a:solidFill>
            <a:srgbClr val="E0E5ED"/>
          </a:solidFill>
        </p:spPr>
        <p:txBody>
          <a:bodyPr lIns="155448" tIns="155448" rIns="155448" bIns="155448"/>
          <a:lstStyle>
            <a:lvl1pPr algn="l" defTabSz="822960" rtl="0" eaLnBrk="1" latinLnBrk="0" hangingPunct="1">
              <a:lnSpc>
                <a:spcPct val="100000"/>
              </a:lnSpc>
              <a:spcBef>
                <a:spcPts val="0"/>
              </a:spcBef>
              <a:buFont typeface="Arial" panose="020B0604020202020204" pitchFamily="34" charset="0"/>
              <a:defRPr lang="en-US" sz="1080" kern="1200" spc="-9" baseline="0" dirty="0" smtClean="0">
                <a:solidFill>
                  <a:schemeClr val="tx1"/>
                </a:solidFill>
                <a:latin typeface="+mn-lt"/>
                <a:ea typeface="+mn-ea"/>
                <a:cs typeface="+mn-cs"/>
              </a:defRPr>
            </a:lvl1pPr>
            <a:lvl2pPr algn="l" defTabSz="822960" rtl="0" eaLnBrk="1" latinLnBrk="0" hangingPunct="1">
              <a:lnSpc>
                <a:spcPct val="100000"/>
              </a:lnSpc>
              <a:spcBef>
                <a:spcPts val="0"/>
              </a:spcBef>
              <a:buFont typeface="Arial" panose="020B0604020202020204" pitchFamily="34" charset="0"/>
              <a:defRPr lang="en-US" sz="1080" kern="1200" spc="-9" baseline="0" dirty="0" smtClean="0">
                <a:solidFill>
                  <a:schemeClr val="tx1"/>
                </a:solidFill>
                <a:latin typeface="+mn-lt"/>
                <a:ea typeface="+mn-ea"/>
                <a:cs typeface="+mn-cs"/>
              </a:defRPr>
            </a:lvl2pPr>
            <a:lvl3pPr algn="l" defTabSz="822960" rtl="0" eaLnBrk="1" latinLnBrk="0" hangingPunct="1">
              <a:lnSpc>
                <a:spcPct val="100000"/>
              </a:lnSpc>
              <a:spcBef>
                <a:spcPts val="0"/>
              </a:spcBef>
              <a:buFont typeface="Arial" panose="020B0604020202020204" pitchFamily="34" charset="0"/>
              <a:defRPr lang="en-US" sz="1080" kern="1200" spc="-9" baseline="0" dirty="0">
                <a:solidFill>
                  <a:schemeClr val="tx1"/>
                </a:solidFill>
                <a:latin typeface="+mn-lt"/>
                <a:ea typeface="+mn-ea"/>
                <a:cs typeface="+mn-cs"/>
              </a:defRPr>
            </a:lvl3pPr>
          </a:lstStyle>
          <a:p>
            <a:pPr lvl="0"/>
            <a:r>
              <a:rPr lang="en-US"/>
              <a:t>Click to add text</a:t>
            </a:r>
          </a:p>
          <a:p>
            <a:pPr lvl="1"/>
            <a:r>
              <a:rPr lang="en-US"/>
              <a:t>Second level</a:t>
            </a:r>
          </a:p>
          <a:p>
            <a:pPr lvl="2"/>
            <a:r>
              <a:rPr lang="en-US"/>
              <a:t>Third level</a:t>
            </a:r>
          </a:p>
        </p:txBody>
      </p:sp>
      <p:sp>
        <p:nvSpPr>
          <p:cNvPr id="23" name="Text Placeholder 15">
            <a:extLst>
              <a:ext uri="{FF2B5EF4-FFF2-40B4-BE49-F238E27FC236}">
                <a16:creationId xmlns:a16="http://schemas.microsoft.com/office/drawing/2014/main" id="{B0F1BFB6-FC43-52AD-51B4-51F81730F7FC}"/>
              </a:ext>
            </a:extLst>
          </p:cNvPr>
          <p:cNvSpPr>
            <a:spLocks noGrp="1"/>
          </p:cNvSpPr>
          <p:nvPr>
            <p:ph type="body" sz="quarter" idx="67" hasCustomPrompt="1"/>
          </p:nvPr>
        </p:nvSpPr>
        <p:spPr>
          <a:xfrm>
            <a:off x="6131273" y="3805817"/>
            <a:ext cx="2920850" cy="2249423"/>
          </a:xfrm>
          <a:prstGeom prst="roundRect">
            <a:avLst>
              <a:gd name="adj" fmla="val 2746"/>
            </a:avLst>
          </a:prstGeom>
          <a:solidFill>
            <a:srgbClr val="E0E5ED"/>
          </a:solidFill>
        </p:spPr>
        <p:txBody>
          <a:bodyPr lIns="155448" tIns="155448" rIns="155448" bIns="155448"/>
          <a:lstStyle>
            <a:lvl1pPr algn="l" defTabSz="822960" rtl="0" eaLnBrk="1" latinLnBrk="0" hangingPunct="1">
              <a:lnSpc>
                <a:spcPct val="100000"/>
              </a:lnSpc>
              <a:spcBef>
                <a:spcPts val="0"/>
              </a:spcBef>
              <a:buFont typeface="Arial" panose="020B0604020202020204" pitchFamily="34" charset="0"/>
              <a:defRPr lang="en-US" sz="1080" kern="1200" spc="-9" baseline="0" dirty="0" smtClean="0">
                <a:solidFill>
                  <a:schemeClr val="tx1"/>
                </a:solidFill>
                <a:latin typeface="+mn-lt"/>
                <a:ea typeface="+mn-ea"/>
                <a:cs typeface="+mn-cs"/>
              </a:defRPr>
            </a:lvl1pPr>
            <a:lvl2pPr algn="l" defTabSz="822960" rtl="0" eaLnBrk="1" latinLnBrk="0" hangingPunct="1">
              <a:lnSpc>
                <a:spcPct val="100000"/>
              </a:lnSpc>
              <a:spcBef>
                <a:spcPts val="0"/>
              </a:spcBef>
              <a:buFont typeface="Arial" panose="020B0604020202020204" pitchFamily="34" charset="0"/>
              <a:defRPr lang="en-US" sz="1080" kern="1200" spc="-9" baseline="0" dirty="0" smtClean="0">
                <a:solidFill>
                  <a:schemeClr val="tx1"/>
                </a:solidFill>
                <a:latin typeface="+mn-lt"/>
                <a:ea typeface="+mn-ea"/>
                <a:cs typeface="+mn-cs"/>
              </a:defRPr>
            </a:lvl2pPr>
            <a:lvl3pPr algn="l" defTabSz="822960" rtl="0" eaLnBrk="1" latinLnBrk="0" hangingPunct="1">
              <a:lnSpc>
                <a:spcPct val="100000"/>
              </a:lnSpc>
              <a:spcBef>
                <a:spcPts val="0"/>
              </a:spcBef>
              <a:buFont typeface="Arial" panose="020B0604020202020204" pitchFamily="34" charset="0"/>
              <a:defRPr lang="en-US" sz="1080" kern="1200" spc="-9" baseline="0" dirty="0">
                <a:solidFill>
                  <a:schemeClr val="tx1"/>
                </a:solidFill>
                <a:latin typeface="+mn-lt"/>
                <a:ea typeface="+mn-ea"/>
                <a:cs typeface="+mn-cs"/>
              </a:defRPr>
            </a:lvl3pPr>
          </a:lstStyle>
          <a:p>
            <a:pPr lvl="0"/>
            <a:r>
              <a:rPr lang="en-US"/>
              <a:t>Click to add text</a:t>
            </a:r>
          </a:p>
          <a:p>
            <a:pPr lvl="1"/>
            <a:r>
              <a:rPr lang="en-US"/>
              <a:t>Second level</a:t>
            </a:r>
          </a:p>
          <a:p>
            <a:pPr lvl="2"/>
            <a:r>
              <a:rPr lang="en-US"/>
              <a:t>Third level</a:t>
            </a:r>
          </a:p>
        </p:txBody>
      </p:sp>
      <p:sp>
        <p:nvSpPr>
          <p:cNvPr id="25" name="Text Placeholder 15">
            <a:extLst>
              <a:ext uri="{FF2B5EF4-FFF2-40B4-BE49-F238E27FC236}">
                <a16:creationId xmlns:a16="http://schemas.microsoft.com/office/drawing/2014/main" id="{2E07F8FB-A8C3-81B6-1179-1119AFB0B0C4}"/>
              </a:ext>
            </a:extLst>
          </p:cNvPr>
          <p:cNvSpPr>
            <a:spLocks noGrp="1"/>
          </p:cNvSpPr>
          <p:nvPr>
            <p:ph type="body" sz="quarter" idx="68" hasCustomPrompt="1"/>
          </p:nvPr>
        </p:nvSpPr>
        <p:spPr>
          <a:xfrm>
            <a:off x="9126582" y="3805817"/>
            <a:ext cx="2920850" cy="2249423"/>
          </a:xfrm>
          <a:prstGeom prst="roundRect">
            <a:avLst>
              <a:gd name="adj" fmla="val 2746"/>
            </a:avLst>
          </a:prstGeom>
          <a:solidFill>
            <a:srgbClr val="E0E5ED"/>
          </a:solidFill>
        </p:spPr>
        <p:txBody>
          <a:bodyPr lIns="155448" tIns="155448" rIns="155448" bIns="155448"/>
          <a:lstStyle>
            <a:lvl1pPr algn="l" defTabSz="822960" rtl="0" eaLnBrk="1" latinLnBrk="0" hangingPunct="1">
              <a:lnSpc>
                <a:spcPct val="100000"/>
              </a:lnSpc>
              <a:spcBef>
                <a:spcPts val="0"/>
              </a:spcBef>
              <a:buFont typeface="Arial" panose="020B0604020202020204" pitchFamily="34" charset="0"/>
              <a:defRPr lang="en-US" sz="1080" kern="1200" spc="-9" baseline="0" dirty="0" smtClean="0">
                <a:solidFill>
                  <a:schemeClr val="tx1"/>
                </a:solidFill>
                <a:latin typeface="+mn-lt"/>
                <a:ea typeface="+mn-ea"/>
                <a:cs typeface="+mn-cs"/>
              </a:defRPr>
            </a:lvl1pPr>
            <a:lvl2pPr algn="l" defTabSz="822960" rtl="0" eaLnBrk="1" latinLnBrk="0" hangingPunct="1">
              <a:lnSpc>
                <a:spcPct val="100000"/>
              </a:lnSpc>
              <a:spcBef>
                <a:spcPts val="0"/>
              </a:spcBef>
              <a:buFont typeface="Arial" panose="020B0604020202020204" pitchFamily="34" charset="0"/>
              <a:defRPr lang="en-US" sz="1080" kern="1200" spc="-9" baseline="0" dirty="0" smtClean="0">
                <a:solidFill>
                  <a:schemeClr val="tx1"/>
                </a:solidFill>
                <a:latin typeface="+mn-lt"/>
                <a:ea typeface="+mn-ea"/>
                <a:cs typeface="+mn-cs"/>
              </a:defRPr>
            </a:lvl2pPr>
            <a:lvl3pPr algn="l" defTabSz="822960" rtl="0" eaLnBrk="1" latinLnBrk="0" hangingPunct="1">
              <a:lnSpc>
                <a:spcPct val="100000"/>
              </a:lnSpc>
              <a:spcBef>
                <a:spcPts val="0"/>
              </a:spcBef>
              <a:buFont typeface="Arial" panose="020B0604020202020204" pitchFamily="34" charset="0"/>
              <a:defRPr lang="en-US" sz="1080" kern="1200" spc="-9" baseline="0" dirty="0">
                <a:solidFill>
                  <a:schemeClr val="tx1"/>
                </a:solidFill>
                <a:latin typeface="+mn-lt"/>
                <a:ea typeface="+mn-ea"/>
                <a:cs typeface="+mn-cs"/>
              </a:defRPr>
            </a:lvl3pPr>
          </a:lstStyle>
          <a:p>
            <a:pPr lvl="0"/>
            <a:r>
              <a:rPr lang="en-US"/>
              <a:t>Click to add text</a:t>
            </a:r>
          </a:p>
          <a:p>
            <a:pPr lvl="1"/>
            <a:r>
              <a:rPr lang="en-US"/>
              <a:t>Second level</a:t>
            </a:r>
          </a:p>
          <a:p>
            <a:pPr lvl="2"/>
            <a:r>
              <a:rPr lang="en-US"/>
              <a:t>Third level</a:t>
            </a:r>
          </a:p>
        </p:txBody>
      </p:sp>
      <p:sp>
        <p:nvSpPr>
          <p:cNvPr id="7" name="Title 6">
            <a:extLst>
              <a:ext uri="{FF2B5EF4-FFF2-40B4-BE49-F238E27FC236}">
                <a16:creationId xmlns:a16="http://schemas.microsoft.com/office/drawing/2014/main" id="{F99ED278-141D-F9A5-8865-8BCA129522DA}"/>
              </a:ext>
            </a:extLst>
          </p:cNvPr>
          <p:cNvSpPr>
            <a:spLocks noGrp="1"/>
          </p:cNvSpPr>
          <p:nvPr>
            <p:ph type="title" hasCustomPrompt="1"/>
          </p:nvPr>
        </p:nvSpPr>
        <p:spPr>
          <a:xfrm>
            <a:off x="304800" y="304802"/>
            <a:ext cx="5638800" cy="1003299"/>
          </a:xfrm>
        </p:spPr>
        <p:txBody>
          <a:bodyPr vert="horz"/>
          <a:lstStyle/>
          <a:p>
            <a:r>
              <a:rPr lang="en-US"/>
              <a:t>Click to add title</a:t>
            </a:r>
          </a:p>
        </p:txBody>
      </p:sp>
      <p:sp>
        <p:nvSpPr>
          <p:cNvPr id="5" name="Text Placeholder 3">
            <a:extLst>
              <a:ext uri="{FF2B5EF4-FFF2-40B4-BE49-F238E27FC236}">
                <a16:creationId xmlns:a16="http://schemas.microsoft.com/office/drawing/2014/main" id="{C7F74236-11CF-953C-3A42-12F17283B665}"/>
              </a:ext>
            </a:extLst>
          </p:cNvPr>
          <p:cNvSpPr>
            <a:spLocks noGrp="1"/>
          </p:cNvSpPr>
          <p:nvPr>
            <p:ph type="body" sz="half" idx="20"/>
          </p:nvPr>
        </p:nvSpPr>
        <p:spPr>
          <a:xfrm>
            <a:off x="8229601" y="304800"/>
            <a:ext cx="3657600" cy="1003300"/>
          </a:xfrm>
        </p:spPr>
        <p:txBody>
          <a:bodyPr/>
          <a:lstStyle>
            <a:lvl1pPr marL="0" indent="0">
              <a:buNone/>
              <a:defRPr sz="108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edit Master text styles</a:t>
            </a:r>
          </a:p>
        </p:txBody>
      </p:sp>
      <p:sp>
        <p:nvSpPr>
          <p:cNvPr id="22" name="Text Placeholder 16">
            <a:extLst>
              <a:ext uri="{FF2B5EF4-FFF2-40B4-BE49-F238E27FC236}">
                <a16:creationId xmlns:a16="http://schemas.microsoft.com/office/drawing/2014/main" id="{DE75F003-90DC-D328-549E-683B051478A4}"/>
              </a:ext>
            </a:extLst>
          </p:cNvPr>
          <p:cNvSpPr>
            <a:spLocks noGrp="1"/>
          </p:cNvSpPr>
          <p:nvPr>
            <p:ph type="body" sz="quarter" idx="10" hasCustomPrompt="1"/>
          </p:nvPr>
        </p:nvSpPr>
        <p:spPr>
          <a:xfrm>
            <a:off x="1033272" y="3327168"/>
            <a:ext cx="1828800" cy="365760"/>
          </a:xfrm>
        </p:spPr>
        <p:txBody>
          <a:bodyPr anchor="b"/>
          <a:lstStyle>
            <a:lvl1pPr algn="r">
              <a:spcBef>
                <a:spcPts val="0"/>
              </a:spcBef>
              <a:defRPr sz="2160" spc="-18" baseline="0"/>
            </a:lvl1pPr>
            <a:lvl2pPr>
              <a:defRPr sz="2160" spc="-18" baseline="0"/>
            </a:lvl2pPr>
            <a:lvl3pPr>
              <a:defRPr sz="1440"/>
            </a:lvl3pPr>
            <a:lvl4pPr>
              <a:defRPr sz="1440"/>
            </a:lvl4pPr>
            <a:lvl5pPr>
              <a:defRPr sz="1440"/>
            </a:lvl5pPr>
          </a:lstStyle>
          <a:p>
            <a:pPr lvl="0"/>
            <a:r>
              <a:rPr lang="en-US"/>
              <a:t>0</a:t>
            </a:r>
          </a:p>
        </p:txBody>
      </p:sp>
      <p:sp>
        <p:nvSpPr>
          <p:cNvPr id="24" name="Text Placeholder 23">
            <a:extLst>
              <a:ext uri="{FF2B5EF4-FFF2-40B4-BE49-F238E27FC236}">
                <a16:creationId xmlns:a16="http://schemas.microsoft.com/office/drawing/2014/main" id="{6428566F-5C26-D893-4F20-5E9C6DB078DE}"/>
              </a:ext>
            </a:extLst>
          </p:cNvPr>
          <p:cNvSpPr>
            <a:spLocks noGrp="1"/>
          </p:cNvSpPr>
          <p:nvPr>
            <p:ph type="body" sz="quarter" idx="25" hasCustomPrompt="1"/>
          </p:nvPr>
        </p:nvSpPr>
        <p:spPr>
          <a:xfrm>
            <a:off x="304800" y="3327576"/>
            <a:ext cx="685800" cy="253824"/>
          </a:xfrm>
          <a:prstGeom prst="roundRect">
            <a:avLst>
              <a:gd name="adj" fmla="val 24777"/>
            </a:avLst>
          </a:prstGeom>
          <a:solidFill>
            <a:schemeClr val="tx2"/>
          </a:solidFill>
        </p:spPr>
        <p:txBody>
          <a:bodyPr lIns="36576" tIns="54864" rIns="36576" bIns="36576" anchor="ctr"/>
          <a:lstStyle>
            <a:lvl1pPr algn="ctr" defTabSz="822960" rtl="0" eaLnBrk="1" latinLnBrk="0" hangingPunct="1">
              <a:lnSpc>
                <a:spcPct val="100000"/>
              </a:lnSpc>
              <a:spcBef>
                <a:spcPts val="0"/>
              </a:spcBef>
              <a:buFont typeface="Arial" panose="020B0604020202020204" pitchFamily="34" charset="0"/>
              <a:defRPr lang="en-US" sz="900" kern="1200" spc="-9" baseline="0" dirty="0" smtClean="0">
                <a:solidFill>
                  <a:schemeClr val="bg1"/>
                </a:solidFill>
                <a:latin typeface="+mn-lt"/>
                <a:ea typeface="+mn-ea"/>
                <a:cs typeface="+mn-cs"/>
              </a:defRPr>
            </a:lvl1pPr>
            <a:lvl2pPr marL="154305" indent="-150020" algn="l" defTabSz="822960" rtl="0" eaLnBrk="1" latinLnBrk="0" hangingPunct="1">
              <a:lnSpc>
                <a:spcPct val="100000"/>
              </a:lnSpc>
              <a:spcBef>
                <a:spcPts val="0"/>
              </a:spcBef>
              <a:buFont typeface="Arial" panose="020B0604020202020204" pitchFamily="34" charset="0"/>
              <a:tabLst/>
              <a:defRPr lang="en-US" sz="900" kern="1200" spc="-9" baseline="0" dirty="0" smtClean="0">
                <a:solidFill>
                  <a:schemeClr val="tx1"/>
                </a:solidFill>
                <a:latin typeface="+mn-lt"/>
                <a:ea typeface="+mn-ea"/>
                <a:cs typeface="+mn-cs"/>
              </a:defRPr>
            </a:lvl2pPr>
            <a:lvl3pPr algn="l" defTabSz="822960" rtl="0" eaLnBrk="1" latinLnBrk="0" hangingPunct="1">
              <a:lnSpc>
                <a:spcPct val="100000"/>
              </a:lnSpc>
              <a:spcBef>
                <a:spcPts val="0"/>
              </a:spcBef>
              <a:buFont typeface="Arial" panose="020B0604020202020204" pitchFamily="34" charset="0"/>
              <a:defRPr lang="en-US" sz="900" kern="1200" spc="-9" baseline="0" dirty="0" smtClean="0">
                <a:solidFill>
                  <a:schemeClr val="tx1"/>
                </a:solidFill>
                <a:latin typeface="+mn-lt"/>
                <a:ea typeface="+mn-ea"/>
                <a:cs typeface="+mn-cs"/>
              </a:defRPr>
            </a:lvl3pPr>
            <a:lvl4pPr algn="l" defTabSz="822960" rtl="0" eaLnBrk="1" latinLnBrk="0" hangingPunct="1">
              <a:lnSpc>
                <a:spcPct val="100000"/>
              </a:lnSpc>
              <a:spcBef>
                <a:spcPts val="0"/>
              </a:spcBef>
              <a:buFont typeface="Arial" panose="020B0604020202020204" pitchFamily="34" charset="0"/>
              <a:defRPr lang="en-US" sz="900" kern="1200" spc="-9" baseline="0" dirty="0" smtClean="0">
                <a:solidFill>
                  <a:schemeClr val="tx1"/>
                </a:solidFill>
                <a:latin typeface="+mn-lt"/>
                <a:ea typeface="+mn-ea"/>
                <a:cs typeface="+mn-cs"/>
              </a:defRPr>
            </a:lvl4pPr>
            <a:lvl5pPr algn="l" defTabSz="822960" rtl="0" eaLnBrk="1" latinLnBrk="0" hangingPunct="1">
              <a:lnSpc>
                <a:spcPct val="100000"/>
              </a:lnSpc>
              <a:spcBef>
                <a:spcPts val="0"/>
              </a:spcBef>
              <a:buFont typeface="Arial" panose="020B0604020202020204" pitchFamily="34" charset="0"/>
              <a:defRPr lang="en-US" sz="900" kern="1200" spc="-9" baseline="0" dirty="0">
                <a:solidFill>
                  <a:schemeClr val="tx1"/>
                </a:solidFill>
                <a:latin typeface="+mn-lt"/>
                <a:ea typeface="+mn-ea"/>
                <a:cs typeface="+mn-cs"/>
              </a:defRPr>
            </a:lvl5pPr>
          </a:lstStyle>
          <a:p>
            <a:pPr lvl="0"/>
            <a:r>
              <a:rPr lang="en-US"/>
              <a:t>Label</a:t>
            </a:r>
          </a:p>
        </p:txBody>
      </p:sp>
      <p:sp>
        <p:nvSpPr>
          <p:cNvPr id="35" name="Text Placeholder 16">
            <a:extLst>
              <a:ext uri="{FF2B5EF4-FFF2-40B4-BE49-F238E27FC236}">
                <a16:creationId xmlns:a16="http://schemas.microsoft.com/office/drawing/2014/main" id="{DF14135F-CBA3-B6CE-6633-5BCAB01C8806}"/>
              </a:ext>
            </a:extLst>
          </p:cNvPr>
          <p:cNvSpPr>
            <a:spLocks noGrp="1"/>
          </p:cNvSpPr>
          <p:nvPr>
            <p:ph type="body" sz="quarter" idx="34" hasCustomPrompt="1"/>
          </p:nvPr>
        </p:nvSpPr>
        <p:spPr>
          <a:xfrm>
            <a:off x="4024666" y="3327168"/>
            <a:ext cx="1828800" cy="365760"/>
          </a:xfrm>
        </p:spPr>
        <p:txBody>
          <a:bodyPr anchor="b"/>
          <a:lstStyle>
            <a:lvl1pPr algn="r">
              <a:spcBef>
                <a:spcPts val="0"/>
              </a:spcBef>
              <a:defRPr sz="2160" spc="-18" baseline="0"/>
            </a:lvl1pPr>
            <a:lvl2pPr>
              <a:defRPr sz="2160" spc="-18" baseline="0"/>
            </a:lvl2pPr>
            <a:lvl3pPr>
              <a:defRPr sz="1440"/>
            </a:lvl3pPr>
            <a:lvl4pPr>
              <a:defRPr sz="1440"/>
            </a:lvl4pPr>
            <a:lvl5pPr>
              <a:defRPr sz="1440"/>
            </a:lvl5pPr>
          </a:lstStyle>
          <a:p>
            <a:pPr lvl="0"/>
            <a:r>
              <a:rPr lang="en-US"/>
              <a:t>0</a:t>
            </a:r>
          </a:p>
        </p:txBody>
      </p:sp>
      <p:sp>
        <p:nvSpPr>
          <p:cNvPr id="36" name="Text Placeholder 23">
            <a:extLst>
              <a:ext uri="{FF2B5EF4-FFF2-40B4-BE49-F238E27FC236}">
                <a16:creationId xmlns:a16="http://schemas.microsoft.com/office/drawing/2014/main" id="{4CC8F347-B770-0E1D-38FE-9D07204AC2DA}"/>
              </a:ext>
            </a:extLst>
          </p:cNvPr>
          <p:cNvSpPr>
            <a:spLocks noGrp="1"/>
          </p:cNvSpPr>
          <p:nvPr>
            <p:ph type="body" sz="quarter" idx="35" hasCustomPrompt="1"/>
          </p:nvPr>
        </p:nvSpPr>
        <p:spPr>
          <a:xfrm>
            <a:off x="3296194" y="3327576"/>
            <a:ext cx="685800" cy="253824"/>
          </a:xfrm>
          <a:prstGeom prst="roundRect">
            <a:avLst>
              <a:gd name="adj" fmla="val 24777"/>
            </a:avLst>
          </a:prstGeom>
          <a:solidFill>
            <a:schemeClr val="tx2"/>
          </a:solidFill>
        </p:spPr>
        <p:txBody>
          <a:bodyPr lIns="36576" tIns="54864" rIns="36576" bIns="36576" anchor="ctr"/>
          <a:lstStyle>
            <a:lvl1pPr algn="ctr" defTabSz="822960" rtl="0" eaLnBrk="1" latinLnBrk="0" hangingPunct="1">
              <a:lnSpc>
                <a:spcPct val="100000"/>
              </a:lnSpc>
              <a:spcBef>
                <a:spcPts val="0"/>
              </a:spcBef>
              <a:buFont typeface="Arial" panose="020B0604020202020204" pitchFamily="34" charset="0"/>
              <a:defRPr lang="en-US" sz="900" kern="1200" spc="-9" baseline="0" dirty="0" smtClean="0">
                <a:solidFill>
                  <a:schemeClr val="bg1"/>
                </a:solidFill>
                <a:latin typeface="+mn-lt"/>
                <a:ea typeface="+mn-ea"/>
                <a:cs typeface="+mn-cs"/>
              </a:defRPr>
            </a:lvl1pPr>
            <a:lvl2pPr marL="154305" indent="-150020" algn="l" defTabSz="822960" rtl="0" eaLnBrk="1" latinLnBrk="0" hangingPunct="1">
              <a:lnSpc>
                <a:spcPct val="100000"/>
              </a:lnSpc>
              <a:spcBef>
                <a:spcPts val="0"/>
              </a:spcBef>
              <a:buFont typeface="Arial" panose="020B0604020202020204" pitchFamily="34" charset="0"/>
              <a:tabLst/>
              <a:defRPr lang="en-US" sz="900" kern="1200" spc="-9" baseline="0" dirty="0" smtClean="0">
                <a:solidFill>
                  <a:schemeClr val="tx1"/>
                </a:solidFill>
                <a:latin typeface="+mn-lt"/>
                <a:ea typeface="+mn-ea"/>
                <a:cs typeface="+mn-cs"/>
              </a:defRPr>
            </a:lvl2pPr>
            <a:lvl3pPr algn="l" defTabSz="822960" rtl="0" eaLnBrk="1" latinLnBrk="0" hangingPunct="1">
              <a:lnSpc>
                <a:spcPct val="100000"/>
              </a:lnSpc>
              <a:spcBef>
                <a:spcPts val="0"/>
              </a:spcBef>
              <a:buFont typeface="Arial" panose="020B0604020202020204" pitchFamily="34" charset="0"/>
              <a:defRPr lang="en-US" sz="900" kern="1200" spc="-9" baseline="0" dirty="0" smtClean="0">
                <a:solidFill>
                  <a:schemeClr val="tx1"/>
                </a:solidFill>
                <a:latin typeface="+mn-lt"/>
                <a:ea typeface="+mn-ea"/>
                <a:cs typeface="+mn-cs"/>
              </a:defRPr>
            </a:lvl3pPr>
            <a:lvl4pPr algn="l" defTabSz="822960" rtl="0" eaLnBrk="1" latinLnBrk="0" hangingPunct="1">
              <a:lnSpc>
                <a:spcPct val="100000"/>
              </a:lnSpc>
              <a:spcBef>
                <a:spcPts val="0"/>
              </a:spcBef>
              <a:buFont typeface="Arial" panose="020B0604020202020204" pitchFamily="34" charset="0"/>
              <a:defRPr lang="en-US" sz="900" kern="1200" spc="-9" baseline="0" dirty="0" smtClean="0">
                <a:solidFill>
                  <a:schemeClr val="tx1"/>
                </a:solidFill>
                <a:latin typeface="+mn-lt"/>
                <a:ea typeface="+mn-ea"/>
                <a:cs typeface="+mn-cs"/>
              </a:defRPr>
            </a:lvl4pPr>
            <a:lvl5pPr algn="l" defTabSz="822960" rtl="0" eaLnBrk="1" latinLnBrk="0" hangingPunct="1">
              <a:lnSpc>
                <a:spcPct val="100000"/>
              </a:lnSpc>
              <a:spcBef>
                <a:spcPts val="0"/>
              </a:spcBef>
              <a:buFont typeface="Arial" panose="020B0604020202020204" pitchFamily="34" charset="0"/>
              <a:defRPr lang="en-US" sz="900" kern="1200" spc="-9" baseline="0" dirty="0">
                <a:solidFill>
                  <a:schemeClr val="tx1"/>
                </a:solidFill>
                <a:latin typeface="+mn-lt"/>
                <a:ea typeface="+mn-ea"/>
                <a:cs typeface="+mn-cs"/>
              </a:defRPr>
            </a:lvl5pPr>
          </a:lstStyle>
          <a:p>
            <a:pPr lvl="0"/>
            <a:r>
              <a:rPr lang="en-US"/>
              <a:t>Label</a:t>
            </a:r>
          </a:p>
        </p:txBody>
      </p:sp>
      <p:sp>
        <p:nvSpPr>
          <p:cNvPr id="38" name="Text Placeholder 16">
            <a:extLst>
              <a:ext uri="{FF2B5EF4-FFF2-40B4-BE49-F238E27FC236}">
                <a16:creationId xmlns:a16="http://schemas.microsoft.com/office/drawing/2014/main" id="{657D09DE-2E33-8B73-238D-F2FBEEEB6AED}"/>
              </a:ext>
            </a:extLst>
          </p:cNvPr>
          <p:cNvSpPr>
            <a:spLocks noGrp="1"/>
          </p:cNvSpPr>
          <p:nvPr>
            <p:ph type="body" sz="quarter" idx="37" hasCustomPrompt="1"/>
          </p:nvPr>
        </p:nvSpPr>
        <p:spPr>
          <a:xfrm>
            <a:off x="7012146" y="3327168"/>
            <a:ext cx="1828800" cy="365760"/>
          </a:xfrm>
        </p:spPr>
        <p:txBody>
          <a:bodyPr anchor="b"/>
          <a:lstStyle>
            <a:lvl1pPr algn="r">
              <a:spcBef>
                <a:spcPts val="0"/>
              </a:spcBef>
              <a:defRPr sz="2160" spc="-18" baseline="0"/>
            </a:lvl1pPr>
            <a:lvl2pPr>
              <a:defRPr sz="2160" spc="-18" baseline="0"/>
            </a:lvl2pPr>
            <a:lvl3pPr>
              <a:defRPr sz="1440"/>
            </a:lvl3pPr>
            <a:lvl4pPr>
              <a:defRPr sz="1440"/>
            </a:lvl4pPr>
            <a:lvl5pPr>
              <a:defRPr sz="1440"/>
            </a:lvl5pPr>
          </a:lstStyle>
          <a:p>
            <a:pPr lvl="0"/>
            <a:r>
              <a:rPr lang="en-US"/>
              <a:t>0</a:t>
            </a:r>
          </a:p>
        </p:txBody>
      </p:sp>
      <p:sp>
        <p:nvSpPr>
          <p:cNvPr id="39" name="Text Placeholder 23">
            <a:extLst>
              <a:ext uri="{FF2B5EF4-FFF2-40B4-BE49-F238E27FC236}">
                <a16:creationId xmlns:a16="http://schemas.microsoft.com/office/drawing/2014/main" id="{1FBA4C5B-621A-D272-F181-B91BABD43032}"/>
              </a:ext>
            </a:extLst>
          </p:cNvPr>
          <p:cNvSpPr>
            <a:spLocks noGrp="1"/>
          </p:cNvSpPr>
          <p:nvPr>
            <p:ph type="body" sz="quarter" idx="38" hasCustomPrompt="1"/>
          </p:nvPr>
        </p:nvSpPr>
        <p:spPr>
          <a:xfrm>
            <a:off x="6283674" y="3327576"/>
            <a:ext cx="685800" cy="253824"/>
          </a:xfrm>
          <a:prstGeom prst="roundRect">
            <a:avLst>
              <a:gd name="adj" fmla="val 24777"/>
            </a:avLst>
          </a:prstGeom>
          <a:solidFill>
            <a:schemeClr val="tx2"/>
          </a:solidFill>
        </p:spPr>
        <p:txBody>
          <a:bodyPr lIns="36576" tIns="54864" rIns="36576" bIns="36576" anchor="ctr"/>
          <a:lstStyle>
            <a:lvl1pPr algn="ctr" defTabSz="822960" rtl="0" eaLnBrk="1" latinLnBrk="0" hangingPunct="1">
              <a:lnSpc>
                <a:spcPct val="100000"/>
              </a:lnSpc>
              <a:spcBef>
                <a:spcPts val="0"/>
              </a:spcBef>
              <a:buFont typeface="Arial" panose="020B0604020202020204" pitchFamily="34" charset="0"/>
              <a:defRPr lang="en-US" sz="900" kern="1200" spc="-9" baseline="0" dirty="0" smtClean="0">
                <a:solidFill>
                  <a:schemeClr val="bg1"/>
                </a:solidFill>
                <a:latin typeface="+mn-lt"/>
                <a:ea typeface="+mn-ea"/>
                <a:cs typeface="+mn-cs"/>
              </a:defRPr>
            </a:lvl1pPr>
            <a:lvl2pPr marL="154305" indent="-150020" algn="l" defTabSz="822960" rtl="0" eaLnBrk="1" latinLnBrk="0" hangingPunct="1">
              <a:lnSpc>
                <a:spcPct val="100000"/>
              </a:lnSpc>
              <a:spcBef>
                <a:spcPts val="0"/>
              </a:spcBef>
              <a:buFont typeface="Arial" panose="020B0604020202020204" pitchFamily="34" charset="0"/>
              <a:tabLst/>
              <a:defRPr lang="en-US" sz="900" kern="1200" spc="-9" baseline="0" dirty="0" smtClean="0">
                <a:solidFill>
                  <a:schemeClr val="tx1"/>
                </a:solidFill>
                <a:latin typeface="+mn-lt"/>
                <a:ea typeface="+mn-ea"/>
                <a:cs typeface="+mn-cs"/>
              </a:defRPr>
            </a:lvl2pPr>
            <a:lvl3pPr algn="l" defTabSz="822960" rtl="0" eaLnBrk="1" latinLnBrk="0" hangingPunct="1">
              <a:lnSpc>
                <a:spcPct val="100000"/>
              </a:lnSpc>
              <a:spcBef>
                <a:spcPts val="0"/>
              </a:spcBef>
              <a:buFont typeface="Arial" panose="020B0604020202020204" pitchFamily="34" charset="0"/>
              <a:defRPr lang="en-US" sz="900" kern="1200" spc="-9" baseline="0" dirty="0" smtClean="0">
                <a:solidFill>
                  <a:schemeClr val="tx1"/>
                </a:solidFill>
                <a:latin typeface="+mn-lt"/>
                <a:ea typeface="+mn-ea"/>
                <a:cs typeface="+mn-cs"/>
              </a:defRPr>
            </a:lvl3pPr>
            <a:lvl4pPr algn="l" defTabSz="822960" rtl="0" eaLnBrk="1" latinLnBrk="0" hangingPunct="1">
              <a:lnSpc>
                <a:spcPct val="100000"/>
              </a:lnSpc>
              <a:spcBef>
                <a:spcPts val="0"/>
              </a:spcBef>
              <a:buFont typeface="Arial" panose="020B0604020202020204" pitchFamily="34" charset="0"/>
              <a:defRPr lang="en-US" sz="900" kern="1200" spc="-9" baseline="0" dirty="0" smtClean="0">
                <a:solidFill>
                  <a:schemeClr val="tx1"/>
                </a:solidFill>
                <a:latin typeface="+mn-lt"/>
                <a:ea typeface="+mn-ea"/>
                <a:cs typeface="+mn-cs"/>
              </a:defRPr>
            </a:lvl4pPr>
            <a:lvl5pPr algn="l" defTabSz="822960" rtl="0" eaLnBrk="1" latinLnBrk="0" hangingPunct="1">
              <a:lnSpc>
                <a:spcPct val="100000"/>
              </a:lnSpc>
              <a:spcBef>
                <a:spcPts val="0"/>
              </a:spcBef>
              <a:buFont typeface="Arial" panose="020B0604020202020204" pitchFamily="34" charset="0"/>
              <a:defRPr lang="en-US" sz="900" kern="1200" spc="-9" baseline="0" dirty="0">
                <a:solidFill>
                  <a:schemeClr val="tx1"/>
                </a:solidFill>
                <a:latin typeface="+mn-lt"/>
                <a:ea typeface="+mn-ea"/>
                <a:cs typeface="+mn-cs"/>
              </a:defRPr>
            </a:lvl5pPr>
          </a:lstStyle>
          <a:p>
            <a:pPr lvl="0"/>
            <a:r>
              <a:rPr lang="en-US"/>
              <a:t>Label</a:t>
            </a:r>
          </a:p>
        </p:txBody>
      </p:sp>
      <p:sp>
        <p:nvSpPr>
          <p:cNvPr id="41" name="Text Placeholder 16">
            <a:extLst>
              <a:ext uri="{FF2B5EF4-FFF2-40B4-BE49-F238E27FC236}">
                <a16:creationId xmlns:a16="http://schemas.microsoft.com/office/drawing/2014/main" id="{563E8BD4-0FBB-121C-4850-40FD11AFFA44}"/>
              </a:ext>
            </a:extLst>
          </p:cNvPr>
          <p:cNvSpPr>
            <a:spLocks noGrp="1"/>
          </p:cNvSpPr>
          <p:nvPr>
            <p:ph type="body" sz="quarter" idx="40" hasCustomPrompt="1"/>
          </p:nvPr>
        </p:nvSpPr>
        <p:spPr>
          <a:xfrm>
            <a:off x="10007455" y="3327168"/>
            <a:ext cx="1828800" cy="365760"/>
          </a:xfrm>
        </p:spPr>
        <p:txBody>
          <a:bodyPr anchor="b"/>
          <a:lstStyle>
            <a:lvl1pPr algn="r">
              <a:spcBef>
                <a:spcPts val="0"/>
              </a:spcBef>
              <a:defRPr sz="2160" spc="-18" baseline="0"/>
            </a:lvl1pPr>
            <a:lvl2pPr>
              <a:defRPr sz="2160" spc="-18" baseline="0"/>
            </a:lvl2pPr>
            <a:lvl3pPr>
              <a:defRPr sz="1440"/>
            </a:lvl3pPr>
            <a:lvl4pPr>
              <a:defRPr sz="1440"/>
            </a:lvl4pPr>
            <a:lvl5pPr>
              <a:defRPr sz="1440"/>
            </a:lvl5pPr>
          </a:lstStyle>
          <a:p>
            <a:pPr lvl="0"/>
            <a:r>
              <a:rPr lang="en-US"/>
              <a:t>0</a:t>
            </a:r>
          </a:p>
        </p:txBody>
      </p:sp>
      <p:sp>
        <p:nvSpPr>
          <p:cNvPr id="42" name="Text Placeholder 23">
            <a:extLst>
              <a:ext uri="{FF2B5EF4-FFF2-40B4-BE49-F238E27FC236}">
                <a16:creationId xmlns:a16="http://schemas.microsoft.com/office/drawing/2014/main" id="{1BD0764E-C5FD-1C21-4003-B2FA99B073F2}"/>
              </a:ext>
            </a:extLst>
          </p:cNvPr>
          <p:cNvSpPr>
            <a:spLocks noGrp="1"/>
          </p:cNvSpPr>
          <p:nvPr>
            <p:ph type="body" sz="quarter" idx="41" hasCustomPrompt="1"/>
          </p:nvPr>
        </p:nvSpPr>
        <p:spPr>
          <a:xfrm>
            <a:off x="9278983" y="3327576"/>
            <a:ext cx="685800" cy="253824"/>
          </a:xfrm>
          <a:prstGeom prst="roundRect">
            <a:avLst>
              <a:gd name="adj" fmla="val 24777"/>
            </a:avLst>
          </a:prstGeom>
          <a:solidFill>
            <a:schemeClr val="tx2"/>
          </a:solidFill>
        </p:spPr>
        <p:txBody>
          <a:bodyPr lIns="36576" tIns="54864" rIns="36576" bIns="36576" anchor="ctr"/>
          <a:lstStyle>
            <a:lvl1pPr algn="ctr" defTabSz="822960" rtl="0" eaLnBrk="1" latinLnBrk="0" hangingPunct="1">
              <a:lnSpc>
                <a:spcPct val="100000"/>
              </a:lnSpc>
              <a:spcBef>
                <a:spcPts val="0"/>
              </a:spcBef>
              <a:buFont typeface="Arial" panose="020B0604020202020204" pitchFamily="34" charset="0"/>
              <a:defRPr lang="en-US" sz="900" kern="1200" spc="-9" baseline="0" dirty="0" smtClean="0">
                <a:solidFill>
                  <a:schemeClr val="bg1"/>
                </a:solidFill>
                <a:latin typeface="+mn-lt"/>
                <a:ea typeface="+mn-ea"/>
                <a:cs typeface="+mn-cs"/>
              </a:defRPr>
            </a:lvl1pPr>
            <a:lvl2pPr marL="154305" indent="-150020" algn="l" defTabSz="822960" rtl="0" eaLnBrk="1" latinLnBrk="0" hangingPunct="1">
              <a:lnSpc>
                <a:spcPct val="100000"/>
              </a:lnSpc>
              <a:spcBef>
                <a:spcPts val="0"/>
              </a:spcBef>
              <a:buFont typeface="Arial" panose="020B0604020202020204" pitchFamily="34" charset="0"/>
              <a:tabLst/>
              <a:defRPr lang="en-US" sz="900" kern="1200" spc="-9" baseline="0" dirty="0" smtClean="0">
                <a:solidFill>
                  <a:schemeClr val="tx1"/>
                </a:solidFill>
                <a:latin typeface="+mn-lt"/>
                <a:ea typeface="+mn-ea"/>
                <a:cs typeface="+mn-cs"/>
              </a:defRPr>
            </a:lvl2pPr>
            <a:lvl3pPr algn="l" defTabSz="822960" rtl="0" eaLnBrk="1" latinLnBrk="0" hangingPunct="1">
              <a:lnSpc>
                <a:spcPct val="100000"/>
              </a:lnSpc>
              <a:spcBef>
                <a:spcPts val="0"/>
              </a:spcBef>
              <a:buFont typeface="Arial" panose="020B0604020202020204" pitchFamily="34" charset="0"/>
              <a:defRPr lang="en-US" sz="900" kern="1200" spc="-9" baseline="0" dirty="0" smtClean="0">
                <a:solidFill>
                  <a:schemeClr val="tx1"/>
                </a:solidFill>
                <a:latin typeface="+mn-lt"/>
                <a:ea typeface="+mn-ea"/>
                <a:cs typeface="+mn-cs"/>
              </a:defRPr>
            </a:lvl3pPr>
            <a:lvl4pPr algn="l" defTabSz="822960" rtl="0" eaLnBrk="1" latinLnBrk="0" hangingPunct="1">
              <a:lnSpc>
                <a:spcPct val="100000"/>
              </a:lnSpc>
              <a:spcBef>
                <a:spcPts val="0"/>
              </a:spcBef>
              <a:buFont typeface="Arial" panose="020B0604020202020204" pitchFamily="34" charset="0"/>
              <a:defRPr lang="en-US" sz="900" kern="1200" spc="-9" baseline="0" dirty="0" smtClean="0">
                <a:solidFill>
                  <a:schemeClr val="tx1"/>
                </a:solidFill>
                <a:latin typeface="+mn-lt"/>
                <a:ea typeface="+mn-ea"/>
                <a:cs typeface="+mn-cs"/>
              </a:defRPr>
            </a:lvl4pPr>
            <a:lvl5pPr algn="l" defTabSz="822960" rtl="0" eaLnBrk="1" latinLnBrk="0" hangingPunct="1">
              <a:lnSpc>
                <a:spcPct val="100000"/>
              </a:lnSpc>
              <a:spcBef>
                <a:spcPts val="0"/>
              </a:spcBef>
              <a:buFont typeface="Arial" panose="020B0604020202020204" pitchFamily="34" charset="0"/>
              <a:defRPr lang="en-US" sz="900" kern="1200" spc="-9" baseline="0" dirty="0">
                <a:solidFill>
                  <a:schemeClr val="tx1"/>
                </a:solidFill>
                <a:latin typeface="+mn-lt"/>
                <a:ea typeface="+mn-ea"/>
                <a:cs typeface="+mn-cs"/>
              </a:defRPr>
            </a:lvl5pPr>
          </a:lstStyle>
          <a:p>
            <a:pPr lvl="0"/>
            <a:r>
              <a:rPr lang="en-US"/>
              <a:t>Label</a:t>
            </a:r>
          </a:p>
        </p:txBody>
      </p:sp>
      <p:sp>
        <p:nvSpPr>
          <p:cNvPr id="44" name="Text Placeholder 16">
            <a:extLst>
              <a:ext uri="{FF2B5EF4-FFF2-40B4-BE49-F238E27FC236}">
                <a16:creationId xmlns:a16="http://schemas.microsoft.com/office/drawing/2014/main" id="{AD3A4B6E-3097-8999-950F-9FC0EB6D7809}"/>
              </a:ext>
            </a:extLst>
          </p:cNvPr>
          <p:cNvSpPr>
            <a:spLocks noGrp="1"/>
          </p:cNvSpPr>
          <p:nvPr>
            <p:ph type="body" sz="quarter" idx="43" hasCustomPrompt="1"/>
          </p:nvPr>
        </p:nvSpPr>
        <p:spPr>
          <a:xfrm>
            <a:off x="1033272" y="5660633"/>
            <a:ext cx="1828800" cy="365760"/>
          </a:xfrm>
        </p:spPr>
        <p:txBody>
          <a:bodyPr anchor="b"/>
          <a:lstStyle>
            <a:lvl1pPr algn="r">
              <a:spcBef>
                <a:spcPts val="0"/>
              </a:spcBef>
              <a:defRPr sz="2160" spc="-18" baseline="0"/>
            </a:lvl1pPr>
            <a:lvl2pPr>
              <a:defRPr sz="2160" spc="-18" baseline="0"/>
            </a:lvl2pPr>
            <a:lvl3pPr>
              <a:defRPr sz="1440"/>
            </a:lvl3pPr>
            <a:lvl4pPr>
              <a:defRPr sz="1440"/>
            </a:lvl4pPr>
            <a:lvl5pPr>
              <a:defRPr sz="1440"/>
            </a:lvl5pPr>
          </a:lstStyle>
          <a:p>
            <a:pPr lvl="0"/>
            <a:r>
              <a:rPr lang="en-US"/>
              <a:t>0</a:t>
            </a:r>
          </a:p>
        </p:txBody>
      </p:sp>
      <p:sp>
        <p:nvSpPr>
          <p:cNvPr id="45" name="Text Placeholder 23">
            <a:extLst>
              <a:ext uri="{FF2B5EF4-FFF2-40B4-BE49-F238E27FC236}">
                <a16:creationId xmlns:a16="http://schemas.microsoft.com/office/drawing/2014/main" id="{BFA15C26-1E16-0535-2B31-2B747D58C923}"/>
              </a:ext>
            </a:extLst>
          </p:cNvPr>
          <p:cNvSpPr>
            <a:spLocks noGrp="1"/>
          </p:cNvSpPr>
          <p:nvPr>
            <p:ph type="body" sz="quarter" idx="44" hasCustomPrompt="1"/>
          </p:nvPr>
        </p:nvSpPr>
        <p:spPr>
          <a:xfrm>
            <a:off x="304800" y="5661041"/>
            <a:ext cx="685800" cy="253824"/>
          </a:xfrm>
          <a:prstGeom prst="roundRect">
            <a:avLst>
              <a:gd name="adj" fmla="val 24777"/>
            </a:avLst>
          </a:prstGeom>
          <a:solidFill>
            <a:schemeClr val="tx2"/>
          </a:solidFill>
        </p:spPr>
        <p:txBody>
          <a:bodyPr lIns="36576" tIns="54864" rIns="36576" bIns="36576" anchor="ctr"/>
          <a:lstStyle>
            <a:lvl1pPr algn="ctr" defTabSz="822960" rtl="0" eaLnBrk="1" latinLnBrk="0" hangingPunct="1">
              <a:lnSpc>
                <a:spcPct val="100000"/>
              </a:lnSpc>
              <a:spcBef>
                <a:spcPts val="0"/>
              </a:spcBef>
              <a:buFont typeface="Arial" panose="020B0604020202020204" pitchFamily="34" charset="0"/>
              <a:defRPr lang="en-US" sz="900" kern="1200" spc="-9" baseline="0" dirty="0" smtClean="0">
                <a:solidFill>
                  <a:schemeClr val="bg1"/>
                </a:solidFill>
                <a:latin typeface="+mn-lt"/>
                <a:ea typeface="+mn-ea"/>
                <a:cs typeface="+mn-cs"/>
              </a:defRPr>
            </a:lvl1pPr>
            <a:lvl2pPr marL="154305" indent="-150020" algn="l" defTabSz="822960" rtl="0" eaLnBrk="1" latinLnBrk="0" hangingPunct="1">
              <a:lnSpc>
                <a:spcPct val="100000"/>
              </a:lnSpc>
              <a:spcBef>
                <a:spcPts val="0"/>
              </a:spcBef>
              <a:buFont typeface="Arial" panose="020B0604020202020204" pitchFamily="34" charset="0"/>
              <a:tabLst/>
              <a:defRPr lang="en-US" sz="900" kern="1200" spc="-9" baseline="0" dirty="0" smtClean="0">
                <a:solidFill>
                  <a:schemeClr val="tx1"/>
                </a:solidFill>
                <a:latin typeface="+mn-lt"/>
                <a:ea typeface="+mn-ea"/>
                <a:cs typeface="+mn-cs"/>
              </a:defRPr>
            </a:lvl2pPr>
            <a:lvl3pPr algn="l" defTabSz="822960" rtl="0" eaLnBrk="1" latinLnBrk="0" hangingPunct="1">
              <a:lnSpc>
                <a:spcPct val="100000"/>
              </a:lnSpc>
              <a:spcBef>
                <a:spcPts val="0"/>
              </a:spcBef>
              <a:buFont typeface="Arial" panose="020B0604020202020204" pitchFamily="34" charset="0"/>
              <a:defRPr lang="en-US" sz="900" kern="1200" spc="-9" baseline="0" dirty="0" smtClean="0">
                <a:solidFill>
                  <a:schemeClr val="tx1"/>
                </a:solidFill>
                <a:latin typeface="+mn-lt"/>
                <a:ea typeface="+mn-ea"/>
                <a:cs typeface="+mn-cs"/>
              </a:defRPr>
            </a:lvl3pPr>
            <a:lvl4pPr algn="l" defTabSz="822960" rtl="0" eaLnBrk="1" latinLnBrk="0" hangingPunct="1">
              <a:lnSpc>
                <a:spcPct val="100000"/>
              </a:lnSpc>
              <a:spcBef>
                <a:spcPts val="0"/>
              </a:spcBef>
              <a:buFont typeface="Arial" panose="020B0604020202020204" pitchFamily="34" charset="0"/>
              <a:defRPr lang="en-US" sz="900" kern="1200" spc="-9" baseline="0" dirty="0" smtClean="0">
                <a:solidFill>
                  <a:schemeClr val="tx1"/>
                </a:solidFill>
                <a:latin typeface="+mn-lt"/>
                <a:ea typeface="+mn-ea"/>
                <a:cs typeface="+mn-cs"/>
              </a:defRPr>
            </a:lvl4pPr>
            <a:lvl5pPr algn="l" defTabSz="822960" rtl="0" eaLnBrk="1" latinLnBrk="0" hangingPunct="1">
              <a:lnSpc>
                <a:spcPct val="100000"/>
              </a:lnSpc>
              <a:spcBef>
                <a:spcPts val="0"/>
              </a:spcBef>
              <a:buFont typeface="Arial" panose="020B0604020202020204" pitchFamily="34" charset="0"/>
              <a:defRPr lang="en-US" sz="900" kern="1200" spc="-9" baseline="0" dirty="0">
                <a:solidFill>
                  <a:schemeClr val="tx1"/>
                </a:solidFill>
                <a:latin typeface="+mn-lt"/>
                <a:ea typeface="+mn-ea"/>
                <a:cs typeface="+mn-cs"/>
              </a:defRPr>
            </a:lvl5pPr>
          </a:lstStyle>
          <a:p>
            <a:pPr lvl="0"/>
            <a:r>
              <a:rPr lang="en-US"/>
              <a:t>Label</a:t>
            </a:r>
          </a:p>
        </p:txBody>
      </p:sp>
      <p:sp>
        <p:nvSpPr>
          <p:cNvPr id="47" name="Text Placeholder 16">
            <a:extLst>
              <a:ext uri="{FF2B5EF4-FFF2-40B4-BE49-F238E27FC236}">
                <a16:creationId xmlns:a16="http://schemas.microsoft.com/office/drawing/2014/main" id="{49571157-6D52-4488-D4E9-EAD989453D5A}"/>
              </a:ext>
            </a:extLst>
          </p:cNvPr>
          <p:cNvSpPr>
            <a:spLocks noGrp="1"/>
          </p:cNvSpPr>
          <p:nvPr>
            <p:ph type="body" sz="quarter" idx="46" hasCustomPrompt="1"/>
          </p:nvPr>
        </p:nvSpPr>
        <p:spPr>
          <a:xfrm>
            <a:off x="4024666" y="5660633"/>
            <a:ext cx="1828800" cy="365760"/>
          </a:xfrm>
        </p:spPr>
        <p:txBody>
          <a:bodyPr anchor="b"/>
          <a:lstStyle>
            <a:lvl1pPr algn="r">
              <a:spcBef>
                <a:spcPts val="0"/>
              </a:spcBef>
              <a:defRPr sz="2160" spc="-18" baseline="0"/>
            </a:lvl1pPr>
            <a:lvl2pPr>
              <a:defRPr sz="2160" spc="-18" baseline="0"/>
            </a:lvl2pPr>
            <a:lvl3pPr>
              <a:defRPr sz="1440"/>
            </a:lvl3pPr>
            <a:lvl4pPr>
              <a:defRPr sz="1440"/>
            </a:lvl4pPr>
            <a:lvl5pPr>
              <a:defRPr sz="1440"/>
            </a:lvl5pPr>
          </a:lstStyle>
          <a:p>
            <a:pPr lvl="0"/>
            <a:r>
              <a:rPr lang="en-US"/>
              <a:t>0</a:t>
            </a:r>
          </a:p>
        </p:txBody>
      </p:sp>
      <p:sp>
        <p:nvSpPr>
          <p:cNvPr id="48" name="Text Placeholder 23">
            <a:extLst>
              <a:ext uri="{FF2B5EF4-FFF2-40B4-BE49-F238E27FC236}">
                <a16:creationId xmlns:a16="http://schemas.microsoft.com/office/drawing/2014/main" id="{6D22AA2C-9F31-EEA8-4ECC-4C8BEE3D748D}"/>
              </a:ext>
            </a:extLst>
          </p:cNvPr>
          <p:cNvSpPr>
            <a:spLocks noGrp="1"/>
          </p:cNvSpPr>
          <p:nvPr>
            <p:ph type="body" sz="quarter" idx="47" hasCustomPrompt="1"/>
          </p:nvPr>
        </p:nvSpPr>
        <p:spPr>
          <a:xfrm>
            <a:off x="3296194" y="5661041"/>
            <a:ext cx="685800" cy="253824"/>
          </a:xfrm>
          <a:prstGeom prst="roundRect">
            <a:avLst>
              <a:gd name="adj" fmla="val 24777"/>
            </a:avLst>
          </a:prstGeom>
          <a:solidFill>
            <a:schemeClr val="tx2"/>
          </a:solidFill>
        </p:spPr>
        <p:txBody>
          <a:bodyPr lIns="36576" tIns="54864" rIns="36576" bIns="36576" anchor="ctr"/>
          <a:lstStyle>
            <a:lvl1pPr algn="ctr" defTabSz="822960" rtl="0" eaLnBrk="1" latinLnBrk="0" hangingPunct="1">
              <a:lnSpc>
                <a:spcPct val="100000"/>
              </a:lnSpc>
              <a:spcBef>
                <a:spcPts val="0"/>
              </a:spcBef>
              <a:buFont typeface="Arial" panose="020B0604020202020204" pitchFamily="34" charset="0"/>
              <a:defRPr lang="en-US" sz="900" kern="1200" spc="-9" baseline="0" dirty="0" smtClean="0">
                <a:solidFill>
                  <a:schemeClr val="bg1"/>
                </a:solidFill>
                <a:latin typeface="+mn-lt"/>
                <a:ea typeface="+mn-ea"/>
                <a:cs typeface="+mn-cs"/>
              </a:defRPr>
            </a:lvl1pPr>
            <a:lvl2pPr marL="154305" indent="-150020" algn="l" defTabSz="822960" rtl="0" eaLnBrk="1" latinLnBrk="0" hangingPunct="1">
              <a:lnSpc>
                <a:spcPct val="100000"/>
              </a:lnSpc>
              <a:spcBef>
                <a:spcPts val="0"/>
              </a:spcBef>
              <a:buFont typeface="Arial" panose="020B0604020202020204" pitchFamily="34" charset="0"/>
              <a:tabLst/>
              <a:defRPr lang="en-US" sz="900" kern="1200" spc="-9" baseline="0" dirty="0" smtClean="0">
                <a:solidFill>
                  <a:schemeClr val="tx1"/>
                </a:solidFill>
                <a:latin typeface="+mn-lt"/>
                <a:ea typeface="+mn-ea"/>
                <a:cs typeface="+mn-cs"/>
              </a:defRPr>
            </a:lvl2pPr>
            <a:lvl3pPr algn="l" defTabSz="822960" rtl="0" eaLnBrk="1" latinLnBrk="0" hangingPunct="1">
              <a:lnSpc>
                <a:spcPct val="100000"/>
              </a:lnSpc>
              <a:spcBef>
                <a:spcPts val="0"/>
              </a:spcBef>
              <a:buFont typeface="Arial" panose="020B0604020202020204" pitchFamily="34" charset="0"/>
              <a:defRPr lang="en-US" sz="900" kern="1200" spc="-9" baseline="0" dirty="0" smtClean="0">
                <a:solidFill>
                  <a:schemeClr val="tx1"/>
                </a:solidFill>
                <a:latin typeface="+mn-lt"/>
                <a:ea typeface="+mn-ea"/>
                <a:cs typeface="+mn-cs"/>
              </a:defRPr>
            </a:lvl3pPr>
            <a:lvl4pPr algn="l" defTabSz="822960" rtl="0" eaLnBrk="1" latinLnBrk="0" hangingPunct="1">
              <a:lnSpc>
                <a:spcPct val="100000"/>
              </a:lnSpc>
              <a:spcBef>
                <a:spcPts val="0"/>
              </a:spcBef>
              <a:buFont typeface="Arial" panose="020B0604020202020204" pitchFamily="34" charset="0"/>
              <a:defRPr lang="en-US" sz="900" kern="1200" spc="-9" baseline="0" dirty="0" smtClean="0">
                <a:solidFill>
                  <a:schemeClr val="tx1"/>
                </a:solidFill>
                <a:latin typeface="+mn-lt"/>
                <a:ea typeface="+mn-ea"/>
                <a:cs typeface="+mn-cs"/>
              </a:defRPr>
            </a:lvl4pPr>
            <a:lvl5pPr algn="l" defTabSz="822960" rtl="0" eaLnBrk="1" latinLnBrk="0" hangingPunct="1">
              <a:lnSpc>
                <a:spcPct val="100000"/>
              </a:lnSpc>
              <a:spcBef>
                <a:spcPts val="0"/>
              </a:spcBef>
              <a:buFont typeface="Arial" panose="020B0604020202020204" pitchFamily="34" charset="0"/>
              <a:defRPr lang="en-US" sz="900" kern="1200" spc="-9" baseline="0" dirty="0">
                <a:solidFill>
                  <a:schemeClr val="tx1"/>
                </a:solidFill>
                <a:latin typeface="+mn-lt"/>
                <a:ea typeface="+mn-ea"/>
                <a:cs typeface="+mn-cs"/>
              </a:defRPr>
            </a:lvl5pPr>
          </a:lstStyle>
          <a:p>
            <a:pPr lvl="0"/>
            <a:r>
              <a:rPr lang="en-US"/>
              <a:t>Label</a:t>
            </a:r>
          </a:p>
        </p:txBody>
      </p:sp>
      <p:sp>
        <p:nvSpPr>
          <p:cNvPr id="50" name="Text Placeholder 16">
            <a:extLst>
              <a:ext uri="{FF2B5EF4-FFF2-40B4-BE49-F238E27FC236}">
                <a16:creationId xmlns:a16="http://schemas.microsoft.com/office/drawing/2014/main" id="{64537A11-5031-A259-DCF7-804BEBAA9415}"/>
              </a:ext>
            </a:extLst>
          </p:cNvPr>
          <p:cNvSpPr>
            <a:spLocks noGrp="1"/>
          </p:cNvSpPr>
          <p:nvPr>
            <p:ph type="body" sz="quarter" idx="49" hasCustomPrompt="1"/>
          </p:nvPr>
        </p:nvSpPr>
        <p:spPr>
          <a:xfrm>
            <a:off x="7012146" y="5660633"/>
            <a:ext cx="1828800" cy="365760"/>
          </a:xfrm>
        </p:spPr>
        <p:txBody>
          <a:bodyPr anchor="b"/>
          <a:lstStyle>
            <a:lvl1pPr algn="r">
              <a:spcBef>
                <a:spcPts val="0"/>
              </a:spcBef>
              <a:defRPr sz="2160" spc="-18" baseline="0"/>
            </a:lvl1pPr>
            <a:lvl2pPr>
              <a:defRPr sz="2160" spc="-18" baseline="0"/>
            </a:lvl2pPr>
            <a:lvl3pPr>
              <a:defRPr sz="1440"/>
            </a:lvl3pPr>
            <a:lvl4pPr>
              <a:defRPr sz="1440"/>
            </a:lvl4pPr>
            <a:lvl5pPr>
              <a:defRPr sz="1440"/>
            </a:lvl5pPr>
          </a:lstStyle>
          <a:p>
            <a:pPr lvl="0"/>
            <a:r>
              <a:rPr lang="en-US"/>
              <a:t>0</a:t>
            </a:r>
          </a:p>
        </p:txBody>
      </p:sp>
      <p:sp>
        <p:nvSpPr>
          <p:cNvPr id="51" name="Text Placeholder 23">
            <a:extLst>
              <a:ext uri="{FF2B5EF4-FFF2-40B4-BE49-F238E27FC236}">
                <a16:creationId xmlns:a16="http://schemas.microsoft.com/office/drawing/2014/main" id="{34CBBE45-5A1B-3D2F-8D81-3F09724AD87B}"/>
              </a:ext>
            </a:extLst>
          </p:cNvPr>
          <p:cNvSpPr>
            <a:spLocks noGrp="1"/>
          </p:cNvSpPr>
          <p:nvPr>
            <p:ph type="body" sz="quarter" idx="50" hasCustomPrompt="1"/>
          </p:nvPr>
        </p:nvSpPr>
        <p:spPr>
          <a:xfrm>
            <a:off x="6283674" y="5661041"/>
            <a:ext cx="685800" cy="253824"/>
          </a:xfrm>
          <a:prstGeom prst="roundRect">
            <a:avLst>
              <a:gd name="adj" fmla="val 24777"/>
            </a:avLst>
          </a:prstGeom>
          <a:solidFill>
            <a:schemeClr val="tx2"/>
          </a:solidFill>
        </p:spPr>
        <p:txBody>
          <a:bodyPr lIns="36576" tIns="54864" rIns="36576" bIns="36576" anchor="ctr"/>
          <a:lstStyle>
            <a:lvl1pPr algn="ctr" defTabSz="822960" rtl="0" eaLnBrk="1" latinLnBrk="0" hangingPunct="1">
              <a:lnSpc>
                <a:spcPct val="100000"/>
              </a:lnSpc>
              <a:spcBef>
                <a:spcPts val="0"/>
              </a:spcBef>
              <a:buFont typeface="Arial" panose="020B0604020202020204" pitchFamily="34" charset="0"/>
              <a:defRPr lang="en-US" sz="900" kern="1200" spc="-9" baseline="0" dirty="0" smtClean="0">
                <a:solidFill>
                  <a:schemeClr val="bg1"/>
                </a:solidFill>
                <a:latin typeface="+mn-lt"/>
                <a:ea typeface="+mn-ea"/>
                <a:cs typeface="+mn-cs"/>
              </a:defRPr>
            </a:lvl1pPr>
            <a:lvl2pPr marL="154305" indent="-150020" algn="l" defTabSz="822960" rtl="0" eaLnBrk="1" latinLnBrk="0" hangingPunct="1">
              <a:lnSpc>
                <a:spcPct val="100000"/>
              </a:lnSpc>
              <a:spcBef>
                <a:spcPts val="0"/>
              </a:spcBef>
              <a:buFont typeface="Arial" panose="020B0604020202020204" pitchFamily="34" charset="0"/>
              <a:tabLst/>
              <a:defRPr lang="en-US" sz="900" kern="1200" spc="-9" baseline="0" dirty="0" smtClean="0">
                <a:solidFill>
                  <a:schemeClr val="tx1"/>
                </a:solidFill>
                <a:latin typeface="+mn-lt"/>
                <a:ea typeface="+mn-ea"/>
                <a:cs typeface="+mn-cs"/>
              </a:defRPr>
            </a:lvl2pPr>
            <a:lvl3pPr algn="l" defTabSz="822960" rtl="0" eaLnBrk="1" latinLnBrk="0" hangingPunct="1">
              <a:lnSpc>
                <a:spcPct val="100000"/>
              </a:lnSpc>
              <a:spcBef>
                <a:spcPts val="0"/>
              </a:spcBef>
              <a:buFont typeface="Arial" panose="020B0604020202020204" pitchFamily="34" charset="0"/>
              <a:defRPr lang="en-US" sz="900" kern="1200" spc="-9" baseline="0" dirty="0" smtClean="0">
                <a:solidFill>
                  <a:schemeClr val="tx1"/>
                </a:solidFill>
                <a:latin typeface="+mn-lt"/>
                <a:ea typeface="+mn-ea"/>
                <a:cs typeface="+mn-cs"/>
              </a:defRPr>
            </a:lvl3pPr>
            <a:lvl4pPr algn="l" defTabSz="822960" rtl="0" eaLnBrk="1" latinLnBrk="0" hangingPunct="1">
              <a:lnSpc>
                <a:spcPct val="100000"/>
              </a:lnSpc>
              <a:spcBef>
                <a:spcPts val="0"/>
              </a:spcBef>
              <a:buFont typeface="Arial" panose="020B0604020202020204" pitchFamily="34" charset="0"/>
              <a:defRPr lang="en-US" sz="900" kern="1200" spc="-9" baseline="0" dirty="0" smtClean="0">
                <a:solidFill>
                  <a:schemeClr val="tx1"/>
                </a:solidFill>
                <a:latin typeface="+mn-lt"/>
                <a:ea typeface="+mn-ea"/>
                <a:cs typeface="+mn-cs"/>
              </a:defRPr>
            </a:lvl4pPr>
            <a:lvl5pPr algn="l" defTabSz="822960" rtl="0" eaLnBrk="1" latinLnBrk="0" hangingPunct="1">
              <a:lnSpc>
                <a:spcPct val="100000"/>
              </a:lnSpc>
              <a:spcBef>
                <a:spcPts val="0"/>
              </a:spcBef>
              <a:buFont typeface="Arial" panose="020B0604020202020204" pitchFamily="34" charset="0"/>
              <a:defRPr lang="en-US" sz="900" kern="1200" spc="-9" baseline="0" dirty="0">
                <a:solidFill>
                  <a:schemeClr val="tx1"/>
                </a:solidFill>
                <a:latin typeface="+mn-lt"/>
                <a:ea typeface="+mn-ea"/>
                <a:cs typeface="+mn-cs"/>
              </a:defRPr>
            </a:lvl5pPr>
          </a:lstStyle>
          <a:p>
            <a:pPr lvl="0"/>
            <a:r>
              <a:rPr lang="en-US"/>
              <a:t>Label</a:t>
            </a:r>
          </a:p>
        </p:txBody>
      </p:sp>
      <p:sp>
        <p:nvSpPr>
          <p:cNvPr id="53" name="Text Placeholder 16">
            <a:extLst>
              <a:ext uri="{FF2B5EF4-FFF2-40B4-BE49-F238E27FC236}">
                <a16:creationId xmlns:a16="http://schemas.microsoft.com/office/drawing/2014/main" id="{DFB91DA3-D687-A36C-6B17-8C3BA8078EF0}"/>
              </a:ext>
            </a:extLst>
          </p:cNvPr>
          <p:cNvSpPr>
            <a:spLocks noGrp="1"/>
          </p:cNvSpPr>
          <p:nvPr>
            <p:ph type="body" sz="quarter" idx="52" hasCustomPrompt="1"/>
          </p:nvPr>
        </p:nvSpPr>
        <p:spPr>
          <a:xfrm>
            <a:off x="10007455" y="5660633"/>
            <a:ext cx="1828800" cy="365760"/>
          </a:xfrm>
        </p:spPr>
        <p:txBody>
          <a:bodyPr anchor="b"/>
          <a:lstStyle>
            <a:lvl1pPr algn="r">
              <a:spcBef>
                <a:spcPts val="0"/>
              </a:spcBef>
              <a:defRPr sz="2160" spc="-18" baseline="0"/>
            </a:lvl1pPr>
            <a:lvl2pPr>
              <a:defRPr sz="2160" spc="-18" baseline="0"/>
            </a:lvl2pPr>
            <a:lvl3pPr>
              <a:defRPr sz="1440"/>
            </a:lvl3pPr>
            <a:lvl4pPr>
              <a:defRPr sz="1440"/>
            </a:lvl4pPr>
            <a:lvl5pPr>
              <a:defRPr sz="1440"/>
            </a:lvl5pPr>
          </a:lstStyle>
          <a:p>
            <a:pPr lvl="0"/>
            <a:r>
              <a:rPr lang="en-US"/>
              <a:t>0</a:t>
            </a:r>
          </a:p>
        </p:txBody>
      </p:sp>
      <p:sp>
        <p:nvSpPr>
          <p:cNvPr id="54" name="Text Placeholder 23">
            <a:extLst>
              <a:ext uri="{FF2B5EF4-FFF2-40B4-BE49-F238E27FC236}">
                <a16:creationId xmlns:a16="http://schemas.microsoft.com/office/drawing/2014/main" id="{54A278A7-E8E2-3901-76D0-D8AA43CBDABA}"/>
              </a:ext>
            </a:extLst>
          </p:cNvPr>
          <p:cNvSpPr>
            <a:spLocks noGrp="1"/>
          </p:cNvSpPr>
          <p:nvPr>
            <p:ph type="body" sz="quarter" idx="53" hasCustomPrompt="1"/>
          </p:nvPr>
        </p:nvSpPr>
        <p:spPr>
          <a:xfrm>
            <a:off x="9278983" y="5661041"/>
            <a:ext cx="685800" cy="253824"/>
          </a:xfrm>
          <a:prstGeom prst="roundRect">
            <a:avLst>
              <a:gd name="adj" fmla="val 24777"/>
            </a:avLst>
          </a:prstGeom>
          <a:solidFill>
            <a:schemeClr val="tx2"/>
          </a:solidFill>
        </p:spPr>
        <p:txBody>
          <a:bodyPr lIns="36576" tIns="54864" rIns="36576" bIns="36576" anchor="ctr"/>
          <a:lstStyle>
            <a:lvl1pPr algn="ctr" defTabSz="822960" rtl="0" eaLnBrk="1" latinLnBrk="0" hangingPunct="1">
              <a:lnSpc>
                <a:spcPct val="100000"/>
              </a:lnSpc>
              <a:spcBef>
                <a:spcPts val="0"/>
              </a:spcBef>
              <a:buFont typeface="Arial" panose="020B0604020202020204" pitchFamily="34" charset="0"/>
              <a:defRPr lang="en-US" sz="900" kern="1200" spc="-9" baseline="0" dirty="0" smtClean="0">
                <a:solidFill>
                  <a:schemeClr val="bg1"/>
                </a:solidFill>
                <a:latin typeface="+mn-lt"/>
                <a:ea typeface="+mn-ea"/>
                <a:cs typeface="+mn-cs"/>
              </a:defRPr>
            </a:lvl1pPr>
            <a:lvl2pPr marL="154305" indent="-150020" algn="l" defTabSz="822960" rtl="0" eaLnBrk="1" latinLnBrk="0" hangingPunct="1">
              <a:lnSpc>
                <a:spcPct val="100000"/>
              </a:lnSpc>
              <a:spcBef>
                <a:spcPts val="0"/>
              </a:spcBef>
              <a:buFont typeface="Arial" panose="020B0604020202020204" pitchFamily="34" charset="0"/>
              <a:tabLst/>
              <a:defRPr lang="en-US" sz="900" kern="1200" spc="-9" baseline="0" dirty="0" smtClean="0">
                <a:solidFill>
                  <a:schemeClr val="tx1"/>
                </a:solidFill>
                <a:latin typeface="+mn-lt"/>
                <a:ea typeface="+mn-ea"/>
                <a:cs typeface="+mn-cs"/>
              </a:defRPr>
            </a:lvl2pPr>
            <a:lvl3pPr algn="l" defTabSz="822960" rtl="0" eaLnBrk="1" latinLnBrk="0" hangingPunct="1">
              <a:lnSpc>
                <a:spcPct val="100000"/>
              </a:lnSpc>
              <a:spcBef>
                <a:spcPts val="0"/>
              </a:spcBef>
              <a:buFont typeface="Arial" panose="020B0604020202020204" pitchFamily="34" charset="0"/>
              <a:defRPr lang="en-US" sz="900" kern="1200" spc="-9" baseline="0" dirty="0" smtClean="0">
                <a:solidFill>
                  <a:schemeClr val="tx1"/>
                </a:solidFill>
                <a:latin typeface="+mn-lt"/>
                <a:ea typeface="+mn-ea"/>
                <a:cs typeface="+mn-cs"/>
              </a:defRPr>
            </a:lvl3pPr>
            <a:lvl4pPr algn="l" defTabSz="822960" rtl="0" eaLnBrk="1" latinLnBrk="0" hangingPunct="1">
              <a:lnSpc>
                <a:spcPct val="100000"/>
              </a:lnSpc>
              <a:spcBef>
                <a:spcPts val="0"/>
              </a:spcBef>
              <a:buFont typeface="Arial" panose="020B0604020202020204" pitchFamily="34" charset="0"/>
              <a:defRPr lang="en-US" sz="900" kern="1200" spc="-9" baseline="0" dirty="0" smtClean="0">
                <a:solidFill>
                  <a:schemeClr val="tx1"/>
                </a:solidFill>
                <a:latin typeface="+mn-lt"/>
                <a:ea typeface="+mn-ea"/>
                <a:cs typeface="+mn-cs"/>
              </a:defRPr>
            </a:lvl4pPr>
            <a:lvl5pPr algn="l" defTabSz="822960" rtl="0" eaLnBrk="1" latinLnBrk="0" hangingPunct="1">
              <a:lnSpc>
                <a:spcPct val="100000"/>
              </a:lnSpc>
              <a:spcBef>
                <a:spcPts val="0"/>
              </a:spcBef>
              <a:buFont typeface="Arial" panose="020B0604020202020204" pitchFamily="34" charset="0"/>
              <a:defRPr lang="en-US" sz="900" kern="1200" spc="-9" baseline="0" dirty="0">
                <a:solidFill>
                  <a:schemeClr val="tx1"/>
                </a:solidFill>
                <a:latin typeface="+mn-lt"/>
                <a:ea typeface="+mn-ea"/>
                <a:cs typeface="+mn-cs"/>
              </a:defRPr>
            </a:lvl5pPr>
          </a:lstStyle>
          <a:p>
            <a:pPr lvl="0"/>
            <a:r>
              <a:rPr lang="en-US"/>
              <a:t>Label</a:t>
            </a:r>
          </a:p>
        </p:txBody>
      </p:sp>
      <p:sp>
        <p:nvSpPr>
          <p:cNvPr id="2" name="Text Placeholder 3">
            <a:extLst>
              <a:ext uri="{FF2B5EF4-FFF2-40B4-BE49-F238E27FC236}">
                <a16:creationId xmlns:a16="http://schemas.microsoft.com/office/drawing/2014/main" id="{0FB7C422-D843-6205-BA1C-9753821A5645}"/>
              </a:ext>
            </a:extLst>
          </p:cNvPr>
          <p:cNvSpPr>
            <a:spLocks noGrp="1"/>
          </p:cNvSpPr>
          <p:nvPr>
            <p:ph type="body" sz="half" idx="15" hasCustomPrompt="1"/>
          </p:nvPr>
        </p:nvSpPr>
        <p:spPr>
          <a:xfrm>
            <a:off x="6248400" y="6187669"/>
            <a:ext cx="4648200" cy="365531"/>
          </a:xfrm>
        </p:spPr>
        <p:txBody>
          <a:bodyPr vert="horz" lIns="0" tIns="0" rIns="0" bIns="0" rtlCol="0" anchor="b">
            <a:noAutofit/>
          </a:bodyPr>
          <a:lstStyle>
            <a:lvl1pPr>
              <a:defRPr lang="en-US" sz="720" spc="0">
                <a:solidFill>
                  <a:srgbClr val="6D6D6D"/>
                </a:solidFill>
              </a:defRPr>
            </a:lvl1pPr>
          </a:lstStyle>
          <a:p>
            <a:pPr lvl="0"/>
            <a:r>
              <a:rPr lang="en-US"/>
              <a:t>Click to add footnote/source</a:t>
            </a:r>
          </a:p>
        </p:txBody>
      </p:sp>
    </p:spTree>
    <p:extLst>
      <p:ext uri="{BB962C8B-B14F-4D97-AF65-F5344CB8AC3E}">
        <p14:creationId xmlns:p14="http://schemas.microsoft.com/office/powerpoint/2010/main" val="2172117833"/>
      </p:ext>
    </p:extLst>
  </p:cSld>
  <p:clrMapOvr>
    <a:masterClrMapping/>
  </p:clrMapOvr>
</p:sldLayout>
</file>

<file path=ppt/slideLayouts/slideLayout242.xml><?xml version="1.0" encoding="utf-8"?>
<p:sldLayout xmlns:a="http://schemas.openxmlformats.org/drawingml/2006/main" xmlns:r="http://schemas.openxmlformats.org/officeDocument/2006/relationships" xmlns:p="http://schemas.openxmlformats.org/presentationml/2006/main" showMasterSp="0" preserve="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14AD8AB1-1ED9-07D1-3AB9-13A04A61F7A8}"/>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think-cell data - do not delete" hidden="1">
                        <a:extLst>
                          <a:ext uri="{FF2B5EF4-FFF2-40B4-BE49-F238E27FC236}">
                            <a16:creationId xmlns:a16="http://schemas.microsoft.com/office/drawing/2014/main" id="{14AD8AB1-1ED9-07D1-3AB9-13A04A61F7A8}"/>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4" name="TextBox 3">
            <a:extLst>
              <a:ext uri="{FF2B5EF4-FFF2-40B4-BE49-F238E27FC236}">
                <a16:creationId xmlns:a16="http://schemas.microsoft.com/office/drawing/2014/main" id="{30117403-24B2-F1E4-F715-46AD0957E544}"/>
              </a:ext>
            </a:extLst>
          </p:cNvPr>
          <p:cNvSpPr txBox="1"/>
          <p:nvPr/>
        </p:nvSpPr>
        <p:spPr>
          <a:xfrm>
            <a:off x="304800" y="1612900"/>
            <a:ext cx="11582400" cy="4480560"/>
          </a:xfrm>
          <a:prstGeom prst="rect">
            <a:avLst/>
          </a:prstGeom>
          <a:noFill/>
        </p:spPr>
        <p:txBody>
          <a:bodyPr wrap="square" lIns="0" tIns="0" rIns="0" bIns="0" rtlCol="0" anchor="t">
            <a:noAutofit/>
          </a:bodyPr>
          <a:lstStyle/>
          <a:p>
            <a:pPr algn="l">
              <a:lnSpc>
                <a:spcPct val="75000"/>
              </a:lnSpc>
            </a:pPr>
            <a:r>
              <a:rPr lang="en-US" sz="12960" b="0" i="0" spc="-450" baseline="0">
                <a:solidFill>
                  <a:schemeClr val="tx1"/>
                </a:solidFill>
                <a:latin typeface="Overpass Medium" pitchFamily="2" charset="77"/>
              </a:rPr>
              <a:t>Closing</a:t>
            </a:r>
          </a:p>
        </p:txBody>
      </p:sp>
    </p:spTree>
    <p:extLst>
      <p:ext uri="{BB962C8B-B14F-4D97-AF65-F5344CB8AC3E}">
        <p14:creationId xmlns:p14="http://schemas.microsoft.com/office/powerpoint/2010/main" val="18039794"/>
      </p:ext>
    </p:extLst>
  </p:cSld>
  <p:clrMapOvr>
    <a:masterClrMapping/>
  </p:clrMapOvr>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p:cSld name="Legal">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BAAC0010-1B0C-5896-0576-041F70E840A6}"/>
              </a:ext>
            </a:extLst>
          </p:cNvPr>
          <p:cNvGraphicFramePr>
            <a:graphicFrameLocks noChangeAspect="1"/>
          </p:cNvGraphicFramePr>
          <p:nvPr userDrawn="1">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4" name="think-cell data - do not delete" hidden="1">
                        <a:extLst>
                          <a:ext uri="{FF2B5EF4-FFF2-40B4-BE49-F238E27FC236}">
                            <a16:creationId xmlns:a16="http://schemas.microsoft.com/office/drawing/2014/main" id="{BAAC0010-1B0C-5896-0576-041F70E840A6}"/>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B4EBC4C0-7E80-3C2A-E9FE-BFDA16119E98}"/>
              </a:ext>
            </a:extLst>
          </p:cNvPr>
          <p:cNvSpPr>
            <a:spLocks noGrp="1"/>
          </p:cNvSpPr>
          <p:nvPr>
            <p:ph type="title" hasCustomPrompt="1"/>
          </p:nvPr>
        </p:nvSpPr>
        <p:spPr/>
        <p:txBody>
          <a:bodyPr vert="horz"/>
          <a:lstStyle/>
          <a:p>
            <a:r>
              <a:rPr lang="en-US"/>
              <a:t>Click to add title</a:t>
            </a:r>
          </a:p>
        </p:txBody>
      </p:sp>
      <p:sp>
        <p:nvSpPr>
          <p:cNvPr id="8" name="Text Placeholder 7">
            <a:extLst>
              <a:ext uri="{FF2B5EF4-FFF2-40B4-BE49-F238E27FC236}">
                <a16:creationId xmlns:a16="http://schemas.microsoft.com/office/drawing/2014/main" id="{AFD3BD97-7CE2-53DE-37CC-19F1E59C26DC}"/>
              </a:ext>
            </a:extLst>
          </p:cNvPr>
          <p:cNvSpPr>
            <a:spLocks noGrp="1"/>
          </p:cNvSpPr>
          <p:nvPr>
            <p:ph type="body" sz="quarter" idx="10" hasCustomPrompt="1"/>
          </p:nvPr>
        </p:nvSpPr>
        <p:spPr>
          <a:xfrm>
            <a:off x="304800" y="1612900"/>
            <a:ext cx="11582400" cy="4480969"/>
          </a:xfrm>
        </p:spPr>
        <p:txBody>
          <a:bodyPr numCol="2" spcCol="292608"/>
          <a:lstStyle>
            <a:lvl1pPr>
              <a:defRPr sz="720" spc="0"/>
            </a:lvl1pPr>
          </a:lstStyle>
          <a:p>
            <a:pPr lvl="0"/>
            <a:r>
              <a:rPr lang="en-US">
                <a:effectLst/>
              </a:rPr>
              <a:t>Click to add legal copy</a:t>
            </a:r>
            <a:endParaRPr lang="en-US"/>
          </a:p>
        </p:txBody>
      </p:sp>
    </p:spTree>
    <p:extLst>
      <p:ext uri="{BB962C8B-B14F-4D97-AF65-F5344CB8AC3E}">
        <p14:creationId xmlns:p14="http://schemas.microsoft.com/office/powerpoint/2010/main" val="1537973478"/>
      </p:ext>
    </p:extLst>
  </p:cSld>
  <p:clrMapOvr>
    <a:masterClrMapping/>
  </p:clrMapOvr>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p:cSld name="Legal, continued">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025BB7C0-0AC0-8A47-3435-9F164ED9E82A}"/>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think-cell data - do not delete" hidden="1">
                        <a:extLst>
                          <a:ext uri="{FF2B5EF4-FFF2-40B4-BE49-F238E27FC236}">
                            <a16:creationId xmlns:a16="http://schemas.microsoft.com/office/drawing/2014/main" id="{025BB7C0-0AC0-8A47-3435-9F164ED9E82A}"/>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8" name="Text Placeholder 7">
            <a:extLst>
              <a:ext uri="{FF2B5EF4-FFF2-40B4-BE49-F238E27FC236}">
                <a16:creationId xmlns:a16="http://schemas.microsoft.com/office/drawing/2014/main" id="{AFD3BD97-7CE2-53DE-37CC-19F1E59C26DC}"/>
              </a:ext>
            </a:extLst>
          </p:cNvPr>
          <p:cNvSpPr>
            <a:spLocks noGrp="1"/>
          </p:cNvSpPr>
          <p:nvPr>
            <p:ph type="body" sz="quarter" idx="10" hasCustomPrompt="1"/>
          </p:nvPr>
        </p:nvSpPr>
        <p:spPr>
          <a:xfrm>
            <a:off x="304800" y="304802"/>
            <a:ext cx="11582400" cy="5789068"/>
          </a:xfrm>
        </p:spPr>
        <p:txBody>
          <a:bodyPr numCol="2" spcCol="292608"/>
          <a:lstStyle>
            <a:lvl1pPr>
              <a:defRPr sz="720" spc="0"/>
            </a:lvl1pPr>
          </a:lstStyle>
          <a:p>
            <a:pPr lvl="0"/>
            <a:r>
              <a:rPr lang="en-US">
                <a:effectLst/>
              </a:rPr>
              <a:t>Click to add legal copy</a:t>
            </a:r>
            <a:endParaRPr lang="en-US"/>
          </a:p>
        </p:txBody>
      </p:sp>
    </p:spTree>
    <p:extLst>
      <p:ext uri="{BB962C8B-B14F-4D97-AF65-F5344CB8AC3E}">
        <p14:creationId xmlns:p14="http://schemas.microsoft.com/office/powerpoint/2010/main" val="441302689"/>
      </p:ext>
    </p:extLst>
  </p:cSld>
  <p:clrMapOvr>
    <a:masterClrMapping/>
  </p:clrMapOvr>
</p:sldLayout>
</file>

<file path=ppt/slideLayouts/slideLayout245.xml><?xml version="1.0" encoding="utf-8"?>
<p:sldLayout xmlns:a="http://schemas.openxmlformats.org/drawingml/2006/main" xmlns:r="http://schemas.openxmlformats.org/officeDocument/2006/relationships" xmlns:p="http://schemas.openxmlformats.org/presentationml/2006/main" showMasterSp="0" preserve="1">
  <p:cSld name="End, gray">
    <p:bg>
      <p:bgPr>
        <a:solidFill>
          <a:srgbClr val="040A1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4D3DF81B-8039-18B4-567C-E75076312447}"/>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think-cell data - do not delete" hidden="1">
                        <a:extLst>
                          <a:ext uri="{FF2B5EF4-FFF2-40B4-BE49-F238E27FC236}">
                            <a16:creationId xmlns:a16="http://schemas.microsoft.com/office/drawing/2014/main" id="{4D3DF81B-8039-18B4-567C-E75076312447}"/>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pic>
        <p:nvPicPr>
          <p:cNvPr id="8" name="Graphic 7">
            <a:extLst>
              <a:ext uri="{FF2B5EF4-FFF2-40B4-BE49-F238E27FC236}">
                <a16:creationId xmlns:a16="http://schemas.microsoft.com/office/drawing/2014/main" id="{A24493DD-F7E1-F42D-FF19-90815BC29AA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643562" y="2916936"/>
            <a:ext cx="914400" cy="914400"/>
          </a:xfrm>
          <a:prstGeom prst="rect">
            <a:avLst/>
          </a:prstGeom>
        </p:spPr>
      </p:pic>
    </p:spTree>
    <p:extLst>
      <p:ext uri="{BB962C8B-B14F-4D97-AF65-F5344CB8AC3E}">
        <p14:creationId xmlns:p14="http://schemas.microsoft.com/office/powerpoint/2010/main" val="2734886289"/>
      </p:ext>
    </p:extLst>
  </p:cSld>
  <p:clrMapOvr>
    <a:masterClrMapping/>
  </p:clrMapOvr>
</p:sldLayout>
</file>

<file path=ppt/slideLayouts/slideLayout246.xml><?xml version="1.0" encoding="utf-8"?>
<p:sldLayout xmlns:a="http://schemas.openxmlformats.org/drawingml/2006/main" xmlns:r="http://schemas.openxmlformats.org/officeDocument/2006/relationships" xmlns:p="http://schemas.openxmlformats.org/presentationml/2006/main" showMasterSp="0" preserve="1">
  <p:cSld name="End, blue">
    <p:bg>
      <p:bgPr>
        <a:solidFill>
          <a:schemeClr val="tx2"/>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4D3DF81B-8039-18B4-567C-E75076312447}"/>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think-cell data - do not delete" hidden="1">
                        <a:extLst>
                          <a:ext uri="{FF2B5EF4-FFF2-40B4-BE49-F238E27FC236}">
                            <a16:creationId xmlns:a16="http://schemas.microsoft.com/office/drawing/2014/main" id="{4D3DF81B-8039-18B4-567C-E75076312447}"/>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pic>
        <p:nvPicPr>
          <p:cNvPr id="8" name="Graphic 7">
            <a:extLst>
              <a:ext uri="{FF2B5EF4-FFF2-40B4-BE49-F238E27FC236}">
                <a16:creationId xmlns:a16="http://schemas.microsoft.com/office/drawing/2014/main" id="{A24493DD-F7E1-F42D-FF19-90815BC29AA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643562" y="2916936"/>
            <a:ext cx="914400" cy="914400"/>
          </a:xfrm>
          <a:prstGeom prst="rect">
            <a:avLst/>
          </a:prstGeom>
        </p:spPr>
      </p:pic>
    </p:spTree>
    <p:extLst>
      <p:ext uri="{BB962C8B-B14F-4D97-AF65-F5344CB8AC3E}">
        <p14:creationId xmlns:p14="http://schemas.microsoft.com/office/powerpoint/2010/main" val="2424315652"/>
      </p:ext>
    </p:extLst>
  </p:cSld>
  <p:clrMapOvr>
    <a:masterClrMapping/>
  </p:clrMapOvr>
</p:sldLayout>
</file>

<file path=ppt/slideLayouts/slideLayout247.xml><?xml version="1.0" encoding="utf-8"?>
<p:sldLayout xmlns:a="http://schemas.openxmlformats.org/drawingml/2006/main" xmlns:r="http://schemas.openxmlformats.org/officeDocument/2006/relationships" xmlns:p="http://schemas.openxmlformats.org/presentationml/2006/main" showMasterSp="0" preserve="1">
  <p:cSld name="End, white">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4D3DF81B-8039-18B4-567C-E75076312447}"/>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think-cell data - do not delete" hidden="1">
                        <a:extLst>
                          <a:ext uri="{FF2B5EF4-FFF2-40B4-BE49-F238E27FC236}">
                            <a16:creationId xmlns:a16="http://schemas.microsoft.com/office/drawing/2014/main" id="{4D3DF81B-8039-18B4-567C-E75076312447}"/>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pic>
        <p:nvPicPr>
          <p:cNvPr id="8" name="Graphic 7">
            <a:extLst>
              <a:ext uri="{FF2B5EF4-FFF2-40B4-BE49-F238E27FC236}">
                <a16:creationId xmlns:a16="http://schemas.microsoft.com/office/drawing/2014/main" id="{A24493DD-F7E1-F42D-FF19-90815BC29AA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643562" y="2916936"/>
            <a:ext cx="914400" cy="914400"/>
          </a:xfrm>
          <a:prstGeom prst="rect">
            <a:avLst/>
          </a:prstGeom>
        </p:spPr>
      </p:pic>
    </p:spTree>
    <p:extLst>
      <p:ext uri="{BB962C8B-B14F-4D97-AF65-F5344CB8AC3E}">
        <p14:creationId xmlns:p14="http://schemas.microsoft.com/office/powerpoint/2010/main" val="3423330535"/>
      </p:ext>
    </p:extLst>
  </p:cSld>
  <p:clrMapOvr>
    <a:masterClrMapping/>
  </p:clrMapOvr>
</p:sldLayout>
</file>

<file path=ppt/slideLayouts/slideLayout248.xml><?xml version="1.0" encoding="utf-8"?>
<p:sldLayout xmlns:a="http://schemas.openxmlformats.org/drawingml/2006/main" xmlns:r="http://schemas.openxmlformats.org/officeDocument/2006/relationships" xmlns:p="http://schemas.openxmlformats.org/presentationml/2006/main" showMasterSp="0" preserve="1">
  <p:cSld name="End, image">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4D3DF81B-8039-18B4-567C-E75076312447}"/>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think-cell data - do not delete" hidden="1">
                        <a:extLst>
                          <a:ext uri="{FF2B5EF4-FFF2-40B4-BE49-F238E27FC236}">
                            <a16:creationId xmlns:a16="http://schemas.microsoft.com/office/drawing/2014/main" id="{4D3DF81B-8039-18B4-567C-E75076312447}"/>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3" name="Picture Placeholder 5">
            <a:extLst>
              <a:ext uri="{FF2B5EF4-FFF2-40B4-BE49-F238E27FC236}">
                <a16:creationId xmlns:a16="http://schemas.microsoft.com/office/drawing/2014/main" id="{5A44A8DA-C0AA-4745-37D7-81FAF7C5CD26}"/>
              </a:ext>
            </a:extLst>
          </p:cNvPr>
          <p:cNvSpPr>
            <a:spLocks noGrp="1"/>
          </p:cNvSpPr>
          <p:nvPr>
            <p:ph type="pic" sz="quarter" idx="10"/>
          </p:nvPr>
        </p:nvSpPr>
        <p:spPr>
          <a:xfrm>
            <a:off x="-3048" y="-4572"/>
            <a:ext cx="12198096" cy="6867144"/>
          </a:xfrm>
          <a:solidFill>
            <a:schemeClr val="bg1">
              <a:lumMod val="95000"/>
            </a:schemeClr>
          </a:solidFill>
        </p:spPr>
        <p:txBody>
          <a:bodyPr/>
          <a:lstStyle/>
          <a:p>
            <a:r>
              <a:rPr lang="en-US"/>
              <a:t>Click icon to add picture</a:t>
            </a:r>
          </a:p>
        </p:txBody>
      </p:sp>
      <p:sp>
        <p:nvSpPr>
          <p:cNvPr id="4" name="Logo placeholder">
            <a:extLst>
              <a:ext uri="{FF2B5EF4-FFF2-40B4-BE49-F238E27FC236}">
                <a16:creationId xmlns:a16="http://schemas.microsoft.com/office/drawing/2014/main" id="{2051111F-7496-9D57-D038-BE9CC1947C3F}"/>
              </a:ext>
            </a:extLst>
          </p:cNvPr>
          <p:cNvSpPr>
            <a:spLocks noGrp="1" noRot="1" noChangeAspect="1" noMove="1" noResize="1" noEditPoints="1" noAdjustHandles="1" noChangeArrowheads="1" noChangeShapeType="1"/>
          </p:cNvSpPr>
          <p:nvPr>
            <p:ph type="body" sz="half" idx="2" hasCustomPrompt="1"/>
          </p:nvPr>
        </p:nvSpPr>
        <p:spPr>
          <a:xfrm>
            <a:off x="5637276" y="2916936"/>
            <a:ext cx="914400" cy="914400"/>
          </a:xfrm>
          <a:blipFill>
            <a:blip>
              <a:extLst>
                <a:ext uri="{96DAC541-7B7A-43D3-8B79-37D633B846F1}">
                  <asvg:svgBlip xmlns:asvg="http://schemas.microsoft.com/office/drawing/2016/SVG/main" r:embed="rId5"/>
                </a:ext>
              </a:extLst>
            </a:blip>
            <a:stretch>
              <a:fillRect/>
            </a:stretch>
          </a:blipFill>
        </p:spPr>
        <p:txBody>
          <a:bodyPr/>
          <a:lstStyle>
            <a:lvl1pPr marL="0" indent="0">
              <a:buNone/>
              <a:defRPr sz="72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 </a:t>
            </a:r>
          </a:p>
        </p:txBody>
      </p:sp>
    </p:spTree>
    <p:extLst>
      <p:ext uri="{BB962C8B-B14F-4D97-AF65-F5344CB8AC3E}">
        <p14:creationId xmlns:p14="http://schemas.microsoft.com/office/powerpoint/2010/main" val="2498233703"/>
      </p:ext>
    </p:extLst>
  </p:cSld>
  <p:clrMapOvr>
    <a:masterClrMapping/>
  </p:clrMapOvr>
</p:sldLayout>
</file>

<file path=ppt/slideLayouts/slideLayout249.xml><?xml version="1.0" encoding="utf-8"?>
<p:sldLayout xmlns:a="http://schemas.openxmlformats.org/drawingml/2006/main" xmlns:r="http://schemas.openxmlformats.org/officeDocument/2006/relationships" xmlns:p="http://schemas.openxmlformats.org/presentationml/2006/main" showMasterSp="0" preserve="1">
  <p:cSld name="1_End, gray">
    <p:bg>
      <p:bgPr>
        <a:solidFill>
          <a:srgbClr val="040A1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4D3DF81B-8039-18B4-567C-E75076312447}"/>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think-cell data - do not delete" hidden="1">
                        <a:extLst>
                          <a:ext uri="{FF2B5EF4-FFF2-40B4-BE49-F238E27FC236}">
                            <a16:creationId xmlns:a16="http://schemas.microsoft.com/office/drawing/2014/main" id="{4D3DF81B-8039-18B4-567C-E75076312447}"/>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pic>
        <p:nvPicPr>
          <p:cNvPr id="8" name="Graphic 7">
            <a:extLst>
              <a:ext uri="{FF2B5EF4-FFF2-40B4-BE49-F238E27FC236}">
                <a16:creationId xmlns:a16="http://schemas.microsoft.com/office/drawing/2014/main" id="{A24493DD-F7E1-F42D-FF19-90815BC29AA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643562" y="2916936"/>
            <a:ext cx="914400" cy="914400"/>
          </a:xfrm>
          <a:prstGeom prst="rect">
            <a:avLst/>
          </a:prstGeom>
        </p:spPr>
      </p:pic>
    </p:spTree>
    <p:extLst>
      <p:ext uri="{BB962C8B-B14F-4D97-AF65-F5344CB8AC3E}">
        <p14:creationId xmlns:p14="http://schemas.microsoft.com/office/powerpoint/2010/main" val="2261243298"/>
      </p:ext>
    </p:extLst>
  </p:cSld>
  <p:clrMapOvr>
    <a:masterClrMapping/>
  </p:clrMapOvr>
</p:sldLayout>
</file>

<file path=ppt/slideLayouts/slideLayout250.xml><?xml version="1.0" encoding="utf-8"?>
<p:sldLayout xmlns:a="http://schemas.openxmlformats.org/drawingml/2006/main" xmlns:r="http://schemas.openxmlformats.org/officeDocument/2006/relationships" xmlns:p="http://schemas.openxmlformats.org/presentationml/2006/main" showMasterSp="0" preserve="1">
  <p:cSld name="1_End, blue">
    <p:bg>
      <p:bgPr>
        <a:solidFill>
          <a:schemeClr val="tx2"/>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4D3DF81B-8039-18B4-567C-E75076312447}"/>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think-cell data - do not delete" hidden="1">
                        <a:extLst>
                          <a:ext uri="{FF2B5EF4-FFF2-40B4-BE49-F238E27FC236}">
                            <a16:creationId xmlns:a16="http://schemas.microsoft.com/office/drawing/2014/main" id="{4D3DF81B-8039-18B4-567C-E75076312447}"/>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pic>
        <p:nvPicPr>
          <p:cNvPr id="8" name="Graphic 7">
            <a:extLst>
              <a:ext uri="{FF2B5EF4-FFF2-40B4-BE49-F238E27FC236}">
                <a16:creationId xmlns:a16="http://schemas.microsoft.com/office/drawing/2014/main" id="{A24493DD-F7E1-F42D-FF19-90815BC29AA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643562" y="2916936"/>
            <a:ext cx="914400" cy="914400"/>
          </a:xfrm>
          <a:prstGeom prst="rect">
            <a:avLst/>
          </a:prstGeom>
        </p:spPr>
      </p:pic>
    </p:spTree>
    <p:extLst>
      <p:ext uri="{BB962C8B-B14F-4D97-AF65-F5344CB8AC3E}">
        <p14:creationId xmlns:p14="http://schemas.microsoft.com/office/powerpoint/2010/main" val="1224095857"/>
      </p:ext>
    </p:extLst>
  </p:cSld>
  <p:clrMapOvr>
    <a:masterClrMapping/>
  </p:clrMapOvr>
</p:sldLayout>
</file>

<file path=ppt/slideLayouts/slideLayout251.xml><?xml version="1.0" encoding="utf-8"?>
<p:sldLayout xmlns:a="http://schemas.openxmlformats.org/drawingml/2006/main" xmlns:r="http://schemas.openxmlformats.org/officeDocument/2006/relationships" xmlns:p="http://schemas.openxmlformats.org/presentationml/2006/main" showMasterSp="0" preserve="1">
  <p:cSld name="1_End, white">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4D3DF81B-8039-18B4-567C-E75076312447}"/>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think-cell data - do not delete" hidden="1">
                        <a:extLst>
                          <a:ext uri="{FF2B5EF4-FFF2-40B4-BE49-F238E27FC236}">
                            <a16:creationId xmlns:a16="http://schemas.microsoft.com/office/drawing/2014/main" id="{4D3DF81B-8039-18B4-567C-E75076312447}"/>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pic>
        <p:nvPicPr>
          <p:cNvPr id="8" name="Graphic 7">
            <a:extLst>
              <a:ext uri="{FF2B5EF4-FFF2-40B4-BE49-F238E27FC236}">
                <a16:creationId xmlns:a16="http://schemas.microsoft.com/office/drawing/2014/main" id="{A24493DD-F7E1-F42D-FF19-90815BC29AA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643562" y="2916936"/>
            <a:ext cx="914400" cy="914400"/>
          </a:xfrm>
          <a:prstGeom prst="rect">
            <a:avLst/>
          </a:prstGeom>
        </p:spPr>
      </p:pic>
    </p:spTree>
    <p:extLst>
      <p:ext uri="{BB962C8B-B14F-4D97-AF65-F5344CB8AC3E}">
        <p14:creationId xmlns:p14="http://schemas.microsoft.com/office/powerpoint/2010/main" val="336240364"/>
      </p:ext>
    </p:extLst>
  </p:cSld>
  <p:clrMapOvr>
    <a:masterClrMapping/>
  </p:clrMapOvr>
</p:sldLayout>
</file>

<file path=ppt/slideLayouts/slideLayout252.xml><?xml version="1.0" encoding="utf-8"?>
<p:sldLayout xmlns:a="http://schemas.openxmlformats.org/drawingml/2006/main" xmlns:r="http://schemas.openxmlformats.org/officeDocument/2006/relationships" xmlns:p="http://schemas.openxmlformats.org/presentationml/2006/main" showMasterSp="0" preserve="1">
  <p:cSld name="1_End, image">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4D3DF81B-8039-18B4-567C-E75076312447}"/>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think-cell data - do not delete" hidden="1">
                        <a:extLst>
                          <a:ext uri="{FF2B5EF4-FFF2-40B4-BE49-F238E27FC236}">
                            <a16:creationId xmlns:a16="http://schemas.microsoft.com/office/drawing/2014/main" id="{4D3DF81B-8039-18B4-567C-E75076312447}"/>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3" name="Picture Placeholder 5">
            <a:extLst>
              <a:ext uri="{FF2B5EF4-FFF2-40B4-BE49-F238E27FC236}">
                <a16:creationId xmlns:a16="http://schemas.microsoft.com/office/drawing/2014/main" id="{5A44A8DA-C0AA-4745-37D7-81FAF7C5CD26}"/>
              </a:ext>
            </a:extLst>
          </p:cNvPr>
          <p:cNvSpPr>
            <a:spLocks noGrp="1"/>
          </p:cNvSpPr>
          <p:nvPr>
            <p:ph type="pic" sz="quarter" idx="10"/>
          </p:nvPr>
        </p:nvSpPr>
        <p:spPr>
          <a:xfrm>
            <a:off x="-3048" y="-4572"/>
            <a:ext cx="12198096" cy="6867144"/>
          </a:xfrm>
          <a:solidFill>
            <a:schemeClr val="bg1">
              <a:lumMod val="95000"/>
            </a:schemeClr>
          </a:solidFill>
        </p:spPr>
        <p:txBody>
          <a:bodyPr/>
          <a:lstStyle/>
          <a:p>
            <a:r>
              <a:rPr lang="en-US"/>
              <a:t>Click icon to add picture</a:t>
            </a:r>
          </a:p>
        </p:txBody>
      </p:sp>
      <p:sp>
        <p:nvSpPr>
          <p:cNvPr id="4" name="Logo placeholder">
            <a:extLst>
              <a:ext uri="{FF2B5EF4-FFF2-40B4-BE49-F238E27FC236}">
                <a16:creationId xmlns:a16="http://schemas.microsoft.com/office/drawing/2014/main" id="{2051111F-7496-9D57-D038-BE9CC1947C3F}"/>
              </a:ext>
            </a:extLst>
          </p:cNvPr>
          <p:cNvSpPr>
            <a:spLocks noGrp="1" noRot="1" noChangeAspect="1" noMove="1" noResize="1" noEditPoints="1" noAdjustHandles="1" noChangeArrowheads="1" noChangeShapeType="1"/>
          </p:cNvSpPr>
          <p:nvPr>
            <p:ph type="body" sz="half" idx="2" hasCustomPrompt="1"/>
          </p:nvPr>
        </p:nvSpPr>
        <p:spPr>
          <a:xfrm>
            <a:off x="5637276" y="2916936"/>
            <a:ext cx="914400" cy="914400"/>
          </a:xfrm>
          <a:blipFill>
            <a:blip>
              <a:extLst>
                <a:ext uri="{96DAC541-7B7A-43D3-8B79-37D633B846F1}">
                  <asvg:svgBlip xmlns:asvg="http://schemas.microsoft.com/office/drawing/2016/SVG/main" r:embed="rId5"/>
                </a:ext>
              </a:extLst>
            </a:blip>
            <a:stretch>
              <a:fillRect/>
            </a:stretch>
          </a:blipFill>
        </p:spPr>
        <p:txBody>
          <a:bodyPr/>
          <a:lstStyle>
            <a:lvl1pPr marL="0" indent="0">
              <a:buNone/>
              <a:defRPr sz="72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 </a:t>
            </a:r>
          </a:p>
        </p:txBody>
      </p:sp>
    </p:spTree>
    <p:extLst>
      <p:ext uri="{BB962C8B-B14F-4D97-AF65-F5344CB8AC3E}">
        <p14:creationId xmlns:p14="http://schemas.microsoft.com/office/powerpoint/2010/main" val="1909476447"/>
      </p:ext>
    </p:extLst>
  </p:cSld>
  <p:clrMapOvr>
    <a:masterClrMapping/>
  </p:clrMapOvr>
</p:sldLayout>
</file>

<file path=ppt/slideLayouts/slideLayout253.xml><?xml version="1.0" encoding="utf-8"?>
<p:sldLayout xmlns:a="http://schemas.openxmlformats.org/drawingml/2006/main" xmlns:r="http://schemas.openxmlformats.org/officeDocument/2006/relationships" xmlns:p="http://schemas.openxmlformats.org/presentationml/2006/main" showMasterSp="0" preserve="1">
  <p:cSld name="2_End, gray">
    <p:bg>
      <p:bgPr>
        <a:solidFill>
          <a:srgbClr val="040A1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4D3DF81B-8039-18B4-567C-E75076312447}"/>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think-cell data - do not delete" hidden="1">
                        <a:extLst>
                          <a:ext uri="{FF2B5EF4-FFF2-40B4-BE49-F238E27FC236}">
                            <a16:creationId xmlns:a16="http://schemas.microsoft.com/office/drawing/2014/main" id="{4D3DF81B-8039-18B4-567C-E75076312447}"/>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pic>
        <p:nvPicPr>
          <p:cNvPr id="8" name="Graphic 7">
            <a:extLst>
              <a:ext uri="{FF2B5EF4-FFF2-40B4-BE49-F238E27FC236}">
                <a16:creationId xmlns:a16="http://schemas.microsoft.com/office/drawing/2014/main" id="{A24493DD-F7E1-F42D-FF19-90815BC29AA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643562" y="2916936"/>
            <a:ext cx="914400" cy="914400"/>
          </a:xfrm>
          <a:prstGeom prst="rect">
            <a:avLst/>
          </a:prstGeom>
        </p:spPr>
      </p:pic>
    </p:spTree>
    <p:extLst>
      <p:ext uri="{BB962C8B-B14F-4D97-AF65-F5344CB8AC3E}">
        <p14:creationId xmlns:p14="http://schemas.microsoft.com/office/powerpoint/2010/main" val="966730019"/>
      </p:ext>
    </p:extLst>
  </p:cSld>
  <p:clrMapOvr>
    <a:masterClrMapping/>
  </p:clrMapOvr>
</p:sldLayout>
</file>

<file path=ppt/slideLayouts/slideLayout254.xml><?xml version="1.0" encoding="utf-8"?>
<p:sldLayout xmlns:a="http://schemas.openxmlformats.org/drawingml/2006/main" xmlns:r="http://schemas.openxmlformats.org/officeDocument/2006/relationships" xmlns:p="http://schemas.openxmlformats.org/presentationml/2006/main" showMasterSp="0" preserve="1">
  <p:cSld name="2_End, blue">
    <p:bg>
      <p:bgPr>
        <a:solidFill>
          <a:schemeClr val="tx2"/>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4D3DF81B-8039-18B4-567C-E75076312447}"/>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think-cell data - do not delete" hidden="1">
                        <a:extLst>
                          <a:ext uri="{FF2B5EF4-FFF2-40B4-BE49-F238E27FC236}">
                            <a16:creationId xmlns:a16="http://schemas.microsoft.com/office/drawing/2014/main" id="{4D3DF81B-8039-18B4-567C-E75076312447}"/>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pic>
        <p:nvPicPr>
          <p:cNvPr id="8" name="Graphic 7">
            <a:extLst>
              <a:ext uri="{FF2B5EF4-FFF2-40B4-BE49-F238E27FC236}">
                <a16:creationId xmlns:a16="http://schemas.microsoft.com/office/drawing/2014/main" id="{A24493DD-F7E1-F42D-FF19-90815BC29AA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643562" y="2916936"/>
            <a:ext cx="914400" cy="914400"/>
          </a:xfrm>
          <a:prstGeom prst="rect">
            <a:avLst/>
          </a:prstGeom>
        </p:spPr>
      </p:pic>
    </p:spTree>
    <p:extLst>
      <p:ext uri="{BB962C8B-B14F-4D97-AF65-F5344CB8AC3E}">
        <p14:creationId xmlns:p14="http://schemas.microsoft.com/office/powerpoint/2010/main" val="2495052226"/>
      </p:ext>
    </p:extLst>
  </p:cSld>
  <p:clrMapOvr>
    <a:masterClrMapping/>
  </p:clrMapOvr>
</p:sldLayout>
</file>

<file path=ppt/slideLayouts/slideLayout255.xml><?xml version="1.0" encoding="utf-8"?>
<p:sldLayout xmlns:a="http://schemas.openxmlformats.org/drawingml/2006/main" xmlns:r="http://schemas.openxmlformats.org/officeDocument/2006/relationships" xmlns:p="http://schemas.openxmlformats.org/presentationml/2006/main" showMasterSp="0" preserve="1">
  <p:cSld name="2_End, white">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4D3DF81B-8039-18B4-567C-E75076312447}"/>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think-cell data - do not delete" hidden="1">
                        <a:extLst>
                          <a:ext uri="{FF2B5EF4-FFF2-40B4-BE49-F238E27FC236}">
                            <a16:creationId xmlns:a16="http://schemas.microsoft.com/office/drawing/2014/main" id="{4D3DF81B-8039-18B4-567C-E75076312447}"/>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pic>
        <p:nvPicPr>
          <p:cNvPr id="8" name="Graphic 7">
            <a:extLst>
              <a:ext uri="{FF2B5EF4-FFF2-40B4-BE49-F238E27FC236}">
                <a16:creationId xmlns:a16="http://schemas.microsoft.com/office/drawing/2014/main" id="{A24493DD-F7E1-F42D-FF19-90815BC29AA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643562" y="2916936"/>
            <a:ext cx="914400" cy="914400"/>
          </a:xfrm>
          <a:prstGeom prst="rect">
            <a:avLst/>
          </a:prstGeom>
        </p:spPr>
      </p:pic>
    </p:spTree>
    <p:extLst>
      <p:ext uri="{BB962C8B-B14F-4D97-AF65-F5344CB8AC3E}">
        <p14:creationId xmlns:p14="http://schemas.microsoft.com/office/powerpoint/2010/main" val="2626143030"/>
      </p:ext>
    </p:extLst>
  </p:cSld>
  <p:clrMapOvr>
    <a:masterClrMapping/>
  </p:clrMapOvr>
</p:sldLayout>
</file>

<file path=ppt/slideLayouts/slideLayout256.xml><?xml version="1.0" encoding="utf-8"?>
<p:sldLayout xmlns:a="http://schemas.openxmlformats.org/drawingml/2006/main" xmlns:r="http://schemas.openxmlformats.org/officeDocument/2006/relationships" xmlns:p="http://schemas.openxmlformats.org/presentationml/2006/main" showMasterSp="0" preserve="1">
  <p:cSld name="2_End, image">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4D3DF81B-8039-18B4-567C-E75076312447}"/>
              </a:ext>
            </a:extLst>
          </p:cNvPr>
          <p:cNvGraphicFramePr>
            <a:graphicFrameLocks noChangeAspect="1"/>
          </p:cNvGraphicFramePr>
          <p:nvPr>
            <p:custDataLst>
              <p:tags r:id="rId1"/>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5" name="think-cell data - do not delete" hidden="1">
                        <a:extLst>
                          <a:ext uri="{FF2B5EF4-FFF2-40B4-BE49-F238E27FC236}">
                            <a16:creationId xmlns:a16="http://schemas.microsoft.com/office/drawing/2014/main" id="{4D3DF81B-8039-18B4-567C-E75076312447}"/>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3" name="Picture Placeholder 5">
            <a:extLst>
              <a:ext uri="{FF2B5EF4-FFF2-40B4-BE49-F238E27FC236}">
                <a16:creationId xmlns:a16="http://schemas.microsoft.com/office/drawing/2014/main" id="{5A44A8DA-C0AA-4745-37D7-81FAF7C5CD26}"/>
              </a:ext>
            </a:extLst>
          </p:cNvPr>
          <p:cNvSpPr>
            <a:spLocks noGrp="1"/>
          </p:cNvSpPr>
          <p:nvPr>
            <p:ph type="pic" sz="quarter" idx="10"/>
          </p:nvPr>
        </p:nvSpPr>
        <p:spPr>
          <a:xfrm>
            <a:off x="-3048" y="-4572"/>
            <a:ext cx="12198096" cy="6867144"/>
          </a:xfrm>
          <a:solidFill>
            <a:schemeClr val="bg1">
              <a:lumMod val="95000"/>
            </a:schemeClr>
          </a:solidFill>
        </p:spPr>
        <p:txBody>
          <a:bodyPr/>
          <a:lstStyle/>
          <a:p>
            <a:r>
              <a:rPr lang="en-US"/>
              <a:t>Click icon to add picture</a:t>
            </a:r>
          </a:p>
        </p:txBody>
      </p:sp>
      <p:sp>
        <p:nvSpPr>
          <p:cNvPr id="4" name="Logo placeholder">
            <a:extLst>
              <a:ext uri="{FF2B5EF4-FFF2-40B4-BE49-F238E27FC236}">
                <a16:creationId xmlns:a16="http://schemas.microsoft.com/office/drawing/2014/main" id="{2051111F-7496-9D57-D038-BE9CC1947C3F}"/>
              </a:ext>
            </a:extLst>
          </p:cNvPr>
          <p:cNvSpPr>
            <a:spLocks noGrp="1" noRot="1" noChangeAspect="1" noMove="1" noResize="1" noEditPoints="1" noAdjustHandles="1" noChangeArrowheads="1" noChangeShapeType="1"/>
          </p:cNvSpPr>
          <p:nvPr>
            <p:ph type="body" sz="half" idx="2" hasCustomPrompt="1"/>
          </p:nvPr>
        </p:nvSpPr>
        <p:spPr>
          <a:xfrm>
            <a:off x="5637276" y="2916936"/>
            <a:ext cx="914400" cy="914400"/>
          </a:xfrm>
          <a:blipFill>
            <a:blip>
              <a:extLst>
                <a:ext uri="{96DAC541-7B7A-43D3-8B79-37D633B846F1}">
                  <asvg:svgBlip xmlns:asvg="http://schemas.microsoft.com/office/drawing/2016/SVG/main" r:embed="rId5"/>
                </a:ext>
              </a:extLst>
            </a:blip>
            <a:stretch>
              <a:fillRect/>
            </a:stretch>
          </a:blipFill>
        </p:spPr>
        <p:txBody>
          <a:bodyPr/>
          <a:lstStyle>
            <a:lvl1pPr marL="0" indent="0">
              <a:buNone/>
              <a:defRPr sz="720"/>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 </a:t>
            </a:r>
          </a:p>
        </p:txBody>
      </p:sp>
    </p:spTree>
    <p:extLst>
      <p:ext uri="{BB962C8B-B14F-4D97-AF65-F5344CB8AC3E}">
        <p14:creationId xmlns:p14="http://schemas.microsoft.com/office/powerpoint/2010/main" val="3770844509"/>
      </p:ext>
    </p:extLst>
  </p:cSld>
  <p:clrMapOvr>
    <a:masterClrMapping/>
  </p:clrMapOvr>
</p:sldLayout>
</file>

<file path=ppt/slideLayouts/slideLayout257.xml><?xml version="1.0" encoding="utf-8"?>
<p:sldLayout xmlns:a="http://schemas.openxmlformats.org/drawingml/2006/main" xmlns:r="http://schemas.openxmlformats.org/officeDocument/2006/relationships" xmlns:p="http://schemas.openxmlformats.org/presentationml/2006/main" preserve="1" userDrawn="1">
  <p:cSld name="Improv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27233" y="200740"/>
            <a:ext cx="6641387" cy="847224"/>
          </a:xfrm>
          <a:prstGeom prst="rect">
            <a:avLst/>
          </a:prstGeom>
        </p:spPr>
        <p:txBody>
          <a:bodyPr/>
          <a:lstStyle>
            <a:lvl1pPr>
              <a:defRPr sz="2400"/>
            </a:lvl1pPr>
          </a:lstStyle>
          <a:p>
            <a:r>
              <a:rPr lang="en-US" dirty="0"/>
              <a:t>Click to edit Master title style</a:t>
            </a:r>
            <a:br>
              <a:rPr lang="en-US" dirty="0"/>
            </a:br>
            <a:endParaRPr lang="en-US" dirty="0"/>
          </a:p>
        </p:txBody>
      </p:sp>
      <p:sp>
        <p:nvSpPr>
          <p:cNvPr id="3" name="Slide Number Placeholder 2"/>
          <p:cNvSpPr>
            <a:spLocks noGrp="1"/>
          </p:cNvSpPr>
          <p:nvPr>
            <p:ph type="sldNum" sz="quarter" idx="10"/>
          </p:nvPr>
        </p:nvSpPr>
        <p:spPr/>
        <p:txBody>
          <a:bodyPr/>
          <a:lstStyle/>
          <a:p>
            <a:fld id="{8E565A5E-131F-486C-BEC3-CA739A37F925}" type="slidenum">
              <a:rPr lang="en-US" smtClean="0"/>
              <a:pPr/>
              <a:t>‹#›</a:t>
            </a:fld>
            <a:endParaRPr lang="en-US" dirty="0"/>
          </a:p>
        </p:txBody>
      </p:sp>
    </p:spTree>
    <p:extLst>
      <p:ext uri="{BB962C8B-B14F-4D97-AF65-F5344CB8AC3E}">
        <p14:creationId xmlns:p14="http://schemas.microsoft.com/office/powerpoint/2010/main" val="3151870562"/>
      </p:ext>
    </p:extLst>
  </p:cSld>
  <p:clrMapOvr>
    <a:masterClrMapping/>
  </p:clrMapOvr>
</p:sldLayout>
</file>

<file path=ppt/slideLayouts/slideLayout258.xml><?xml version="1.0" encoding="utf-8"?>
<p:sldLayout xmlns:a="http://schemas.openxmlformats.org/drawingml/2006/main" xmlns:r="http://schemas.openxmlformats.org/officeDocument/2006/relationships" xmlns:p="http://schemas.openxmlformats.org/presentationml/2006/main" showMasterSp="0"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487836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9.xml><?xml version="1.0" encoding="utf-8"?>
<p:sldLayout xmlns:a="http://schemas.openxmlformats.org/drawingml/2006/main" xmlns:r="http://schemas.openxmlformats.org/officeDocument/2006/relationships" xmlns:p="http://schemas.openxmlformats.org/presentationml/2006/main" preserve="1" userDrawn="1">
  <p:cSld name="Large text, 1 column, medium">
    <p:bg>
      <p:bgRef idx="1001">
        <a:schemeClr val="bg1"/>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7E82033C-59C1-3122-B476-E7811CBB5A78}"/>
              </a:ext>
            </a:extLst>
          </p:cNvPr>
          <p:cNvGraphicFramePr>
            <a:graphicFrameLocks noChangeAspect="1"/>
          </p:cNvGraphicFramePr>
          <p:nvPr>
            <p:custDataLst>
              <p:tags r:id="rId1"/>
            </p:custDataLst>
            <p:extLst>
              <p:ext uri="{D42A27DB-BD31-4B8C-83A1-F6EECF244321}">
                <p14:modId xmlns:p14="http://schemas.microsoft.com/office/powerpoint/2010/main" val="2120132816"/>
              </p:ext>
            </p:ext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think-cell data - do not delete" hidden="1">
                        <a:extLst>
                          <a:ext uri="{FF2B5EF4-FFF2-40B4-BE49-F238E27FC236}">
                            <a16:creationId xmlns:a16="http://schemas.microsoft.com/office/drawing/2014/main" id="{7E82033C-59C1-3122-B476-E7811CBB5A78}"/>
                          </a:ext>
                        </a:extLst>
                      </p:cNvPr>
                      <p:cNvPicPr/>
                      <p:nvPr/>
                    </p:nvPicPr>
                    <p:blipFill>
                      <a:blip r:embed="rId4"/>
                      <a:stretch>
                        <a:fillRect/>
                      </a:stretch>
                    </p:blipFill>
                    <p:spPr>
                      <a:xfrm>
                        <a:off x="1588" y="1589"/>
                        <a:ext cx="1227" cy="1588"/>
                      </a:xfrm>
                      <a:prstGeom prst="rect">
                        <a:avLst/>
                      </a:prstGeom>
                    </p:spPr>
                  </p:pic>
                </p:oleObj>
              </mc:Fallback>
            </mc:AlternateContent>
          </a:graphicData>
        </a:graphic>
      </p:graphicFrame>
      <p:sp>
        <p:nvSpPr>
          <p:cNvPr id="6" name="Text Placeholder 3">
            <a:extLst>
              <a:ext uri="{FF2B5EF4-FFF2-40B4-BE49-F238E27FC236}">
                <a16:creationId xmlns:a16="http://schemas.microsoft.com/office/drawing/2014/main" id="{04784D3C-36E8-39B5-4EB7-01D852D31F5C}"/>
              </a:ext>
            </a:extLst>
          </p:cNvPr>
          <p:cNvSpPr>
            <a:spLocks noGrp="1"/>
          </p:cNvSpPr>
          <p:nvPr>
            <p:ph type="body" sz="half" idx="2" hasCustomPrompt="1"/>
          </p:nvPr>
        </p:nvSpPr>
        <p:spPr>
          <a:xfrm>
            <a:off x="304799" y="304800"/>
            <a:ext cx="9601200" cy="1003300"/>
          </a:xfrm>
        </p:spPr>
        <p:txBody>
          <a:bodyPr/>
          <a:lstStyle>
            <a:lvl1pPr marL="0" indent="0">
              <a:lnSpc>
                <a:spcPct val="100000"/>
              </a:lnSpc>
              <a:buNone/>
              <a:defRPr sz="2700">
                <a:solidFill>
                  <a:schemeClr val="tx1"/>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add title</a:t>
            </a:r>
          </a:p>
        </p:txBody>
      </p:sp>
      <p:sp>
        <p:nvSpPr>
          <p:cNvPr id="8" name="Text Placeholder 3">
            <a:extLst>
              <a:ext uri="{FF2B5EF4-FFF2-40B4-BE49-F238E27FC236}">
                <a16:creationId xmlns:a16="http://schemas.microsoft.com/office/drawing/2014/main" id="{DA862363-3DE7-F5E0-650A-216C4B09D536}"/>
              </a:ext>
            </a:extLst>
          </p:cNvPr>
          <p:cNvSpPr>
            <a:spLocks noGrp="1"/>
          </p:cNvSpPr>
          <p:nvPr>
            <p:ph type="body" sz="half" idx="13" hasCustomPrompt="1"/>
          </p:nvPr>
        </p:nvSpPr>
        <p:spPr>
          <a:xfrm>
            <a:off x="304800" y="1612900"/>
            <a:ext cx="9601200" cy="4480560"/>
          </a:xfrm>
        </p:spPr>
        <p:txBody>
          <a:bodyPr/>
          <a:lstStyle>
            <a:lvl1pPr marL="0" indent="0">
              <a:lnSpc>
                <a:spcPct val="95000"/>
              </a:lnSpc>
              <a:buNone/>
              <a:defRPr sz="2700" spc="-36" baseline="0">
                <a:solidFill>
                  <a:srgbClr val="716C67"/>
                </a:solidFill>
              </a:defRPr>
            </a:lvl1pPr>
            <a:lvl2pPr marL="411480" indent="0">
              <a:buNone/>
              <a:defRPr sz="1260"/>
            </a:lvl2pPr>
            <a:lvl3pPr marL="822960" indent="0">
              <a:buNone/>
              <a:defRPr sz="1080"/>
            </a:lvl3pPr>
            <a:lvl4pPr marL="1234440" indent="0">
              <a:buNone/>
              <a:defRPr sz="900"/>
            </a:lvl4pPr>
            <a:lvl5pPr marL="1645920" indent="0">
              <a:buNone/>
              <a:defRPr sz="900"/>
            </a:lvl5pPr>
            <a:lvl6pPr marL="2057400" indent="0">
              <a:buNone/>
              <a:defRPr sz="900"/>
            </a:lvl6pPr>
            <a:lvl7pPr marL="2468880" indent="0">
              <a:buNone/>
              <a:defRPr sz="900"/>
            </a:lvl7pPr>
            <a:lvl8pPr marL="2880360" indent="0">
              <a:buNone/>
              <a:defRPr sz="900"/>
            </a:lvl8pPr>
            <a:lvl9pPr marL="3291840" indent="0">
              <a:buNone/>
              <a:defRPr sz="900"/>
            </a:lvl9pPr>
          </a:lstStyle>
          <a:p>
            <a:pPr lvl="0"/>
            <a:r>
              <a:rPr lang="en-US"/>
              <a:t>Click to add text</a:t>
            </a:r>
          </a:p>
        </p:txBody>
      </p:sp>
    </p:spTree>
    <p:extLst>
      <p:ext uri="{BB962C8B-B14F-4D97-AF65-F5344CB8AC3E}">
        <p14:creationId xmlns:p14="http://schemas.microsoft.com/office/powerpoint/2010/main" val="2540379082"/>
      </p:ext>
    </p:extLst>
  </p:cSld>
  <p:clrMapOvr>
    <a:overrideClrMapping bg1="lt1" tx1="dk1" bg2="lt2" tx2="dk2" accent1="accent1" accent2="accent2" accent3="accent3" accent4="accent4" accent5="accent5" accent6="accent6" hlink="hlink" folHlink="folHlink"/>
  </p:clrMapOvr>
</p:sldLayout>
</file>

<file path=ppt/slideLayouts/slideLayout260.xml><?xml version="1.0" encoding="utf-8"?>
<p:sldLayout xmlns:a="http://schemas.openxmlformats.org/drawingml/2006/main" xmlns:r="http://schemas.openxmlformats.org/officeDocument/2006/relationships" xmlns:p="http://schemas.openxmlformats.org/presentationml/2006/main" userDrawn="1">
  <p:cSld name="Defin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27233" y="200740"/>
            <a:ext cx="6641387" cy="847224"/>
          </a:xfrm>
          <a:prstGeom prst="rect">
            <a:avLst/>
          </a:prstGeom>
        </p:spPr>
        <p:txBody>
          <a:bodyPr/>
          <a:lstStyle>
            <a:lvl1pPr>
              <a:defRPr sz="2160"/>
            </a:lvl1pPr>
          </a:lstStyle>
          <a:p>
            <a:r>
              <a:rPr lang="en-US"/>
              <a:t>Click to edit Master title style</a:t>
            </a:r>
            <a:br>
              <a:rPr lang="en-US"/>
            </a:br>
            <a:endParaRPr lang="en-US"/>
          </a:p>
        </p:txBody>
      </p:sp>
      <p:sp>
        <p:nvSpPr>
          <p:cNvPr id="3" name="Slide Number Placeholder 2"/>
          <p:cNvSpPr>
            <a:spLocks noGrp="1"/>
          </p:cNvSpPr>
          <p:nvPr>
            <p:ph type="sldNum" sz="quarter" idx="10"/>
          </p:nvPr>
        </p:nvSpPr>
        <p:spPr/>
        <p:txBody>
          <a:bodyPr/>
          <a:lstStyle/>
          <a:p>
            <a:fld id="{8E565A5E-131F-486C-BEC3-CA739A37F925}" type="slidenum">
              <a:rPr lang="en-US" smtClean="0"/>
              <a:pPr/>
              <a:t>‹#›</a:t>
            </a:fld>
            <a:endParaRPr lang="en-US"/>
          </a:p>
        </p:txBody>
      </p:sp>
    </p:spTree>
    <p:extLst>
      <p:ext uri="{BB962C8B-B14F-4D97-AF65-F5344CB8AC3E}">
        <p14:creationId xmlns:p14="http://schemas.microsoft.com/office/powerpoint/2010/main" val="1180383679"/>
      </p:ext>
    </p:extLst>
  </p:cSld>
  <p:clrMapOvr>
    <a:masterClrMapping/>
  </p:clrMapOvr>
</p:sldLayout>
</file>

<file path=ppt/slideLayouts/slideLayout261.xml><?xml version="1.0" encoding="utf-8"?>
<p:sldLayout xmlns:a="http://schemas.openxmlformats.org/drawingml/2006/main" xmlns:r="http://schemas.openxmlformats.org/officeDocument/2006/relationships" xmlns:p="http://schemas.openxmlformats.org/presentationml/2006/main" showMasterSp="0"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22339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theme" Target="../theme/theme2.xml"/><Relationship Id="rId1" Type="http://schemas.openxmlformats.org/officeDocument/2006/relationships/slideLayout" Target="../slideLayouts/slideLayout6.xml"/><Relationship Id="rId4" Type="http://schemas.openxmlformats.org/officeDocument/2006/relationships/image" Target="../media/image7.jpe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theme" Target="../theme/theme3.xml"/><Relationship Id="rId1" Type="http://schemas.openxmlformats.org/officeDocument/2006/relationships/slideLayout" Target="../slideLayouts/slideLayout7.xml"/><Relationship Id="rId4" Type="http://schemas.openxmlformats.org/officeDocument/2006/relationships/image" Target="../media/image7.jpeg"/></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theme" Target="../theme/theme4.xml"/><Relationship Id="rId1" Type="http://schemas.openxmlformats.org/officeDocument/2006/relationships/slideLayout" Target="../slideLayouts/slideLayout8.xml"/><Relationship Id="rId4" Type="http://schemas.openxmlformats.org/officeDocument/2006/relationships/image" Target="../media/image7.jpeg"/></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theme" Target="../theme/theme5.xml"/><Relationship Id="rId1" Type="http://schemas.openxmlformats.org/officeDocument/2006/relationships/slideLayout" Target="../slideLayouts/slideLayout9.xml"/><Relationship Id="rId4" Type="http://schemas.openxmlformats.org/officeDocument/2006/relationships/image" Target="../media/image7.jpeg"/></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image" Target="../media/image7.jpeg"/><Relationship Id="rId5" Type="http://schemas.openxmlformats.org/officeDocument/2006/relationships/slideLayout" Target="../slideLayouts/slideLayout17.xml"/><Relationship Id="rId10" Type="http://schemas.openxmlformats.org/officeDocument/2006/relationships/image" Target="../media/image8.jpeg"/><Relationship Id="rId4" Type="http://schemas.openxmlformats.org/officeDocument/2006/relationships/slideLayout" Target="../slideLayouts/slideLayout16.xml"/><Relationship Id="rId9"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28.xml"/><Relationship Id="rId3" Type="http://schemas.openxmlformats.org/officeDocument/2006/relationships/slideLayout" Target="../slideLayouts/slideLayout23.xml"/><Relationship Id="rId7" Type="http://schemas.openxmlformats.org/officeDocument/2006/relationships/slideLayout" Target="../slideLayouts/slideLayout27.xml"/><Relationship Id="rId12" Type="http://schemas.openxmlformats.org/officeDocument/2006/relationships/image" Target="../media/image7.jpeg"/><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image" Target="../media/image8.jpeg"/><Relationship Id="rId5" Type="http://schemas.openxmlformats.org/officeDocument/2006/relationships/slideLayout" Target="../slideLayouts/slideLayout25.xml"/><Relationship Id="rId10" Type="http://schemas.openxmlformats.org/officeDocument/2006/relationships/theme" Target="../theme/theme8.xml"/><Relationship Id="rId4" Type="http://schemas.openxmlformats.org/officeDocument/2006/relationships/slideLayout" Target="../slideLayouts/slideLayout24.xml"/><Relationship Id="rId9" Type="http://schemas.openxmlformats.org/officeDocument/2006/relationships/slideLayout" Target="../slideLayouts/slideLayout29.xml"/></Relationships>
</file>

<file path=ppt/slideMasters/_rels/slideMaster9.xml.rels><?xml version="1.0" encoding="UTF-8" standalone="yes"?>
<Relationships xmlns="http://schemas.openxmlformats.org/package/2006/relationships"><Relationship Id="rId3" Type="http://schemas.openxmlformats.org/officeDocument/2006/relationships/theme" Target="../theme/theme9.xml"/><Relationship Id="rId2" Type="http://schemas.openxmlformats.org/officeDocument/2006/relationships/slideLayout" Target="../slideLayouts/slideLayout31.xml"/><Relationship Id="rId1" Type="http://schemas.openxmlformats.org/officeDocument/2006/relationships/slideLayout" Target="../slideLayouts/slideLayout30.xml"/><Relationship Id="rId5" Type="http://schemas.openxmlformats.org/officeDocument/2006/relationships/image" Target="../media/image7.jpeg"/><Relationship Id="rId4" Type="http://schemas.openxmlformats.org/officeDocument/2006/relationships/image" Target="../media/image6.jpeg"/></Relationships>
</file>

<file path=ppt/slideMasters/_rels/slideMaster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theme" Target="../theme/theme10.xml"/><Relationship Id="rId1" Type="http://schemas.openxmlformats.org/officeDocument/2006/relationships/slideLayout" Target="../slideLayouts/slideLayout32.xml"/><Relationship Id="rId4" Type="http://schemas.openxmlformats.org/officeDocument/2006/relationships/image" Target="../media/image7.jpeg"/></Relationships>
</file>

<file path=ppt/slideMasters/_rels/slideMaster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theme" Target="../theme/theme11.xml"/><Relationship Id="rId1" Type="http://schemas.openxmlformats.org/officeDocument/2006/relationships/slideLayout" Target="../slideLayouts/slideLayout33.xml"/><Relationship Id="rId4" Type="http://schemas.openxmlformats.org/officeDocument/2006/relationships/image" Target="../media/image7.jpeg"/></Relationships>
</file>

<file path=ppt/slideMasters/_rels/slideMaster1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theme" Target="../theme/theme12.xml"/><Relationship Id="rId1" Type="http://schemas.openxmlformats.org/officeDocument/2006/relationships/slideLayout" Target="../slideLayouts/slideLayout34.xml"/><Relationship Id="rId4" Type="http://schemas.openxmlformats.org/officeDocument/2006/relationships/image" Target="../media/image7.jpeg"/></Relationships>
</file>

<file path=ppt/slideMasters/_rels/slideMaster13.xml.rels><?xml version="1.0" encoding="UTF-8" standalone="yes"?>
<Relationships xmlns="http://schemas.openxmlformats.org/package/2006/relationships"><Relationship Id="rId3" Type="http://schemas.openxmlformats.org/officeDocument/2006/relationships/slideLayout" Target="../slideLayouts/slideLayout37.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theme" Target="../theme/theme13.xml"/></Relationships>
</file>

<file path=ppt/slideMasters/_rels/slideMaster14.xml.rels><?xml version="1.0" encoding="UTF-8" standalone="yes"?>
<Relationships xmlns="http://schemas.openxmlformats.org/package/2006/relationships"><Relationship Id="rId8" Type="http://schemas.openxmlformats.org/officeDocument/2006/relationships/slideLayout" Target="../slideLayouts/slideLayout45.xm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image" Target="../media/image7.jpeg"/><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image" Target="../media/image8.jpeg"/><Relationship Id="rId5" Type="http://schemas.openxmlformats.org/officeDocument/2006/relationships/slideLayout" Target="../slideLayouts/slideLayout42.xml"/><Relationship Id="rId10" Type="http://schemas.openxmlformats.org/officeDocument/2006/relationships/theme" Target="../theme/theme14.xml"/><Relationship Id="rId4" Type="http://schemas.openxmlformats.org/officeDocument/2006/relationships/slideLayout" Target="../slideLayouts/slideLayout41.xml"/><Relationship Id="rId9" Type="http://schemas.openxmlformats.org/officeDocument/2006/relationships/slideLayout" Target="../slideLayouts/slideLayout46.xml"/></Relationships>
</file>

<file path=ppt/slideMasters/_rels/slideMaster15.xml.rels><?xml version="1.0" encoding="UTF-8" standalone="yes"?>
<Relationships xmlns="http://schemas.openxmlformats.org/package/2006/relationships"><Relationship Id="rId3" Type="http://schemas.openxmlformats.org/officeDocument/2006/relationships/slideLayout" Target="../slideLayouts/slideLayout49.xml"/><Relationship Id="rId2" Type="http://schemas.openxmlformats.org/officeDocument/2006/relationships/slideLayout" Target="../slideLayouts/slideLayout48.xml"/><Relationship Id="rId1" Type="http://schemas.openxmlformats.org/officeDocument/2006/relationships/slideLayout" Target="../slideLayouts/slideLayout47.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theme" Target="../theme/theme15.xml"/></Relationships>
</file>

<file path=ppt/slideMasters/_rels/slideMaster16.xml.rels><?xml version="1.0" encoding="UTF-8" standalone="yes"?>
<Relationships xmlns="http://schemas.openxmlformats.org/package/2006/relationships"><Relationship Id="rId8" Type="http://schemas.openxmlformats.org/officeDocument/2006/relationships/slideLayout" Target="../slideLayouts/slideLayout57.xml"/><Relationship Id="rId13" Type="http://schemas.openxmlformats.org/officeDocument/2006/relationships/image" Target="../media/image7.jpeg"/><Relationship Id="rId3" Type="http://schemas.openxmlformats.org/officeDocument/2006/relationships/slideLayout" Target="../slideLayouts/slideLayout52.xml"/><Relationship Id="rId7" Type="http://schemas.openxmlformats.org/officeDocument/2006/relationships/slideLayout" Target="../slideLayouts/slideLayout56.xml"/><Relationship Id="rId12" Type="http://schemas.openxmlformats.org/officeDocument/2006/relationships/image" Target="../media/image8.jpeg"/><Relationship Id="rId2" Type="http://schemas.openxmlformats.org/officeDocument/2006/relationships/slideLayout" Target="../slideLayouts/slideLayout51.xml"/><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theme" Target="../theme/theme16.xml"/><Relationship Id="rId5" Type="http://schemas.openxmlformats.org/officeDocument/2006/relationships/slideLayout" Target="../slideLayouts/slideLayout54.xml"/><Relationship Id="rId10" Type="http://schemas.openxmlformats.org/officeDocument/2006/relationships/slideLayout" Target="../slideLayouts/slideLayout59.xml"/><Relationship Id="rId4" Type="http://schemas.openxmlformats.org/officeDocument/2006/relationships/slideLayout" Target="../slideLayouts/slideLayout53.xml"/><Relationship Id="rId9" Type="http://schemas.openxmlformats.org/officeDocument/2006/relationships/slideLayout" Target="../slideLayouts/slideLayout58.xml"/></Relationships>
</file>

<file path=ppt/slideMasters/_rels/slideMaster17.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slideLayout" Target="../slideLayouts/slideLayout62.xml"/><Relationship Id="rId7" Type="http://schemas.openxmlformats.org/officeDocument/2006/relationships/theme" Target="../theme/theme17.xml"/><Relationship Id="rId2" Type="http://schemas.openxmlformats.org/officeDocument/2006/relationships/slideLayout" Target="../slideLayouts/slideLayout61.xml"/><Relationship Id="rId1" Type="http://schemas.openxmlformats.org/officeDocument/2006/relationships/slideLayout" Target="../slideLayouts/slideLayout60.xml"/><Relationship Id="rId6" Type="http://schemas.openxmlformats.org/officeDocument/2006/relationships/slideLayout" Target="../slideLayouts/slideLayout65.xml"/><Relationship Id="rId5" Type="http://schemas.openxmlformats.org/officeDocument/2006/relationships/slideLayout" Target="../slideLayouts/slideLayout64.xml"/><Relationship Id="rId4" Type="http://schemas.openxmlformats.org/officeDocument/2006/relationships/slideLayout" Target="../slideLayouts/slideLayout63.xml"/><Relationship Id="rId9" Type="http://schemas.openxmlformats.org/officeDocument/2006/relationships/image" Target="../media/image7.jpeg"/></Relationships>
</file>

<file path=ppt/slideMasters/_rels/slideMaster18.xml.rels><?xml version="1.0" encoding="UTF-8" standalone="yes"?>
<Relationships xmlns="http://schemas.openxmlformats.org/package/2006/relationships"><Relationship Id="rId3" Type="http://schemas.openxmlformats.org/officeDocument/2006/relationships/theme" Target="../theme/theme18.xml"/><Relationship Id="rId2" Type="http://schemas.openxmlformats.org/officeDocument/2006/relationships/slideLayout" Target="../slideLayouts/slideLayout67.xml"/><Relationship Id="rId1" Type="http://schemas.openxmlformats.org/officeDocument/2006/relationships/slideLayout" Target="../slideLayouts/slideLayout66.xml"/><Relationship Id="rId5" Type="http://schemas.openxmlformats.org/officeDocument/2006/relationships/image" Target="../media/image10.png"/><Relationship Id="rId4" Type="http://schemas.openxmlformats.org/officeDocument/2006/relationships/image" Target="../media/image6.jpeg"/></Relationships>
</file>

<file path=ppt/slideMasters/_rels/slideMaster1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theme" Target="../theme/theme19.xml"/><Relationship Id="rId1" Type="http://schemas.openxmlformats.org/officeDocument/2006/relationships/slideLayout" Target="../slideLayouts/slideLayout68.xml"/><Relationship Id="rId4" Type="http://schemas.openxmlformats.org/officeDocument/2006/relationships/image" Target="../media/image11.png"/></Relationships>
</file>

<file path=ppt/slideMasters/_rels/slideMaster20.xml.rels><?xml version="1.0" encoding="UTF-8" standalone="yes"?>
<Relationships xmlns="http://schemas.openxmlformats.org/package/2006/relationships"><Relationship Id="rId3" Type="http://schemas.openxmlformats.org/officeDocument/2006/relationships/slideLayout" Target="../slideLayouts/slideLayout71.xml"/><Relationship Id="rId7" Type="http://schemas.openxmlformats.org/officeDocument/2006/relationships/theme" Target="../theme/theme20.xml"/><Relationship Id="rId2" Type="http://schemas.openxmlformats.org/officeDocument/2006/relationships/slideLayout" Target="../slideLayouts/slideLayout70.xml"/><Relationship Id="rId1" Type="http://schemas.openxmlformats.org/officeDocument/2006/relationships/slideLayout" Target="../slideLayouts/slideLayout69.xml"/><Relationship Id="rId6" Type="http://schemas.openxmlformats.org/officeDocument/2006/relationships/slideLayout" Target="../slideLayouts/slideLayout74.xml"/><Relationship Id="rId5" Type="http://schemas.openxmlformats.org/officeDocument/2006/relationships/slideLayout" Target="../slideLayouts/slideLayout73.xml"/><Relationship Id="rId4" Type="http://schemas.openxmlformats.org/officeDocument/2006/relationships/slideLayout" Target="../slideLayouts/slideLayout72.xml"/></Relationships>
</file>

<file path=ppt/slideMasters/_rels/slideMaster21.xml.rels><?xml version="1.0" encoding="UTF-8" standalone="yes"?>
<Relationships xmlns="http://schemas.openxmlformats.org/package/2006/relationships"><Relationship Id="rId3" Type="http://schemas.openxmlformats.org/officeDocument/2006/relationships/theme" Target="../theme/theme21.xml"/><Relationship Id="rId2" Type="http://schemas.openxmlformats.org/officeDocument/2006/relationships/slideLayout" Target="../slideLayouts/slideLayout76.xml"/><Relationship Id="rId1" Type="http://schemas.openxmlformats.org/officeDocument/2006/relationships/slideLayout" Target="../slideLayouts/slideLayout75.xml"/><Relationship Id="rId5" Type="http://schemas.openxmlformats.org/officeDocument/2006/relationships/image" Target="../media/image7.jpeg"/><Relationship Id="rId4" Type="http://schemas.openxmlformats.org/officeDocument/2006/relationships/image" Target="../media/image6.jpeg"/></Relationships>
</file>

<file path=ppt/slideMasters/_rels/slideMaster22.xml.rels><?xml version="1.0" encoding="UTF-8" standalone="yes"?>
<Relationships xmlns="http://schemas.openxmlformats.org/package/2006/relationships"><Relationship Id="rId8" Type="http://schemas.openxmlformats.org/officeDocument/2006/relationships/slideLayout" Target="../slideLayouts/slideLayout84.xml"/><Relationship Id="rId3" Type="http://schemas.openxmlformats.org/officeDocument/2006/relationships/slideLayout" Target="../slideLayouts/slideLayout79.xml"/><Relationship Id="rId7" Type="http://schemas.openxmlformats.org/officeDocument/2006/relationships/slideLayout" Target="../slideLayouts/slideLayout83.xml"/><Relationship Id="rId12" Type="http://schemas.openxmlformats.org/officeDocument/2006/relationships/image" Target="../media/image8.jpeg"/><Relationship Id="rId2" Type="http://schemas.openxmlformats.org/officeDocument/2006/relationships/slideLayout" Target="../slideLayouts/slideLayout78.xml"/><Relationship Id="rId1" Type="http://schemas.openxmlformats.org/officeDocument/2006/relationships/slideLayout" Target="../slideLayouts/slideLayout77.xml"/><Relationship Id="rId6" Type="http://schemas.openxmlformats.org/officeDocument/2006/relationships/slideLayout" Target="../slideLayouts/slideLayout82.xml"/><Relationship Id="rId11" Type="http://schemas.openxmlformats.org/officeDocument/2006/relationships/image" Target="../media/image11.png"/><Relationship Id="rId5" Type="http://schemas.openxmlformats.org/officeDocument/2006/relationships/slideLayout" Target="../slideLayouts/slideLayout81.xml"/><Relationship Id="rId10" Type="http://schemas.openxmlformats.org/officeDocument/2006/relationships/theme" Target="../theme/theme22.xml"/><Relationship Id="rId4" Type="http://schemas.openxmlformats.org/officeDocument/2006/relationships/slideLayout" Target="../slideLayouts/slideLayout80.xml"/><Relationship Id="rId9" Type="http://schemas.openxmlformats.org/officeDocument/2006/relationships/slideLayout" Target="../slideLayouts/slideLayout85.xml"/></Relationships>
</file>

<file path=ppt/slideMasters/_rels/slideMaster23.xml.rels><?xml version="1.0" encoding="UTF-8" standalone="yes"?>
<Relationships xmlns="http://schemas.openxmlformats.org/package/2006/relationships"><Relationship Id="rId3" Type="http://schemas.openxmlformats.org/officeDocument/2006/relationships/slideLayout" Target="../slideLayouts/slideLayout88.xml"/><Relationship Id="rId7" Type="http://schemas.openxmlformats.org/officeDocument/2006/relationships/image" Target="../media/image6.jpeg"/><Relationship Id="rId2" Type="http://schemas.openxmlformats.org/officeDocument/2006/relationships/slideLayout" Target="../slideLayouts/slideLayout87.xml"/><Relationship Id="rId1" Type="http://schemas.openxmlformats.org/officeDocument/2006/relationships/slideLayout" Target="../slideLayouts/slideLayout86.xml"/><Relationship Id="rId6" Type="http://schemas.openxmlformats.org/officeDocument/2006/relationships/image" Target="../media/image11.png"/><Relationship Id="rId5" Type="http://schemas.openxmlformats.org/officeDocument/2006/relationships/theme" Target="../theme/theme23.xml"/><Relationship Id="rId4" Type="http://schemas.openxmlformats.org/officeDocument/2006/relationships/slideLayout" Target="../slideLayouts/slideLayout89.xml"/></Relationships>
</file>

<file path=ppt/slideMasters/_rels/slideMaster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theme" Target="../theme/theme24.xml"/><Relationship Id="rId1" Type="http://schemas.openxmlformats.org/officeDocument/2006/relationships/slideLayout" Target="../slideLayouts/slideLayout90.xml"/><Relationship Id="rId4" Type="http://schemas.openxmlformats.org/officeDocument/2006/relationships/image" Target="../media/image6.jpeg"/></Relationships>
</file>

<file path=ppt/slideMasters/_rels/slideMaster2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theme" Target="../theme/theme25.xml"/><Relationship Id="rId1" Type="http://schemas.openxmlformats.org/officeDocument/2006/relationships/slideLayout" Target="../slideLayouts/slideLayout91.xml"/><Relationship Id="rId4" Type="http://schemas.openxmlformats.org/officeDocument/2006/relationships/image" Target="../media/image11.png"/></Relationships>
</file>

<file path=ppt/slideMasters/_rels/slideMaster26.xml.rels><?xml version="1.0" encoding="UTF-8" standalone="yes"?>
<Relationships xmlns="http://schemas.openxmlformats.org/package/2006/relationships"><Relationship Id="rId8" Type="http://schemas.openxmlformats.org/officeDocument/2006/relationships/slideLayout" Target="../slideLayouts/slideLayout99.xml"/><Relationship Id="rId3" Type="http://schemas.openxmlformats.org/officeDocument/2006/relationships/slideLayout" Target="../slideLayouts/slideLayout94.xml"/><Relationship Id="rId7" Type="http://schemas.openxmlformats.org/officeDocument/2006/relationships/slideLayout" Target="../slideLayouts/slideLayout98.xml"/><Relationship Id="rId12" Type="http://schemas.openxmlformats.org/officeDocument/2006/relationships/image" Target="../media/image12.png"/><Relationship Id="rId2" Type="http://schemas.openxmlformats.org/officeDocument/2006/relationships/slideLayout" Target="../slideLayouts/slideLayout93.xml"/><Relationship Id="rId1" Type="http://schemas.openxmlformats.org/officeDocument/2006/relationships/slideLayout" Target="../slideLayouts/slideLayout92.xml"/><Relationship Id="rId6" Type="http://schemas.openxmlformats.org/officeDocument/2006/relationships/slideLayout" Target="../slideLayouts/slideLayout97.xml"/><Relationship Id="rId11" Type="http://schemas.openxmlformats.org/officeDocument/2006/relationships/theme" Target="../theme/theme26.xml"/><Relationship Id="rId5" Type="http://schemas.openxmlformats.org/officeDocument/2006/relationships/slideLayout" Target="../slideLayouts/slideLayout96.xml"/><Relationship Id="rId10" Type="http://schemas.openxmlformats.org/officeDocument/2006/relationships/slideLayout" Target="../slideLayouts/slideLayout101.xml"/><Relationship Id="rId4" Type="http://schemas.openxmlformats.org/officeDocument/2006/relationships/slideLayout" Target="../slideLayouts/slideLayout95.xml"/><Relationship Id="rId9" Type="http://schemas.openxmlformats.org/officeDocument/2006/relationships/slideLayout" Target="../slideLayouts/slideLayout100.xml"/></Relationships>
</file>

<file path=ppt/slideMasters/_rels/slideMaster27.xml.rels><?xml version="1.0" encoding="UTF-8" standalone="yes"?>
<Relationships xmlns="http://schemas.openxmlformats.org/package/2006/relationships"><Relationship Id="rId117" Type="http://schemas.openxmlformats.org/officeDocument/2006/relationships/slideLayout" Target="../slideLayouts/slideLayout218.xml"/><Relationship Id="rId21" Type="http://schemas.openxmlformats.org/officeDocument/2006/relationships/slideLayout" Target="../slideLayouts/slideLayout122.xml"/><Relationship Id="rId42" Type="http://schemas.openxmlformats.org/officeDocument/2006/relationships/slideLayout" Target="../slideLayouts/slideLayout143.xml"/><Relationship Id="rId63" Type="http://schemas.openxmlformats.org/officeDocument/2006/relationships/slideLayout" Target="../slideLayouts/slideLayout164.xml"/><Relationship Id="rId84" Type="http://schemas.openxmlformats.org/officeDocument/2006/relationships/slideLayout" Target="../slideLayouts/slideLayout185.xml"/><Relationship Id="rId138" Type="http://schemas.openxmlformats.org/officeDocument/2006/relationships/slideLayout" Target="../slideLayouts/slideLayout239.xml"/><Relationship Id="rId159" Type="http://schemas.openxmlformats.org/officeDocument/2006/relationships/image" Target="../media/image13.emf"/><Relationship Id="rId107" Type="http://schemas.openxmlformats.org/officeDocument/2006/relationships/slideLayout" Target="../slideLayouts/slideLayout208.xml"/><Relationship Id="rId11" Type="http://schemas.openxmlformats.org/officeDocument/2006/relationships/slideLayout" Target="../slideLayouts/slideLayout112.xml"/><Relationship Id="rId32" Type="http://schemas.openxmlformats.org/officeDocument/2006/relationships/slideLayout" Target="../slideLayouts/slideLayout133.xml"/><Relationship Id="rId53" Type="http://schemas.openxmlformats.org/officeDocument/2006/relationships/slideLayout" Target="../slideLayouts/slideLayout154.xml"/><Relationship Id="rId74" Type="http://schemas.openxmlformats.org/officeDocument/2006/relationships/slideLayout" Target="../slideLayouts/slideLayout175.xml"/><Relationship Id="rId128" Type="http://schemas.openxmlformats.org/officeDocument/2006/relationships/slideLayout" Target="../slideLayouts/slideLayout229.xml"/><Relationship Id="rId149" Type="http://schemas.openxmlformats.org/officeDocument/2006/relationships/slideLayout" Target="../slideLayouts/slideLayout250.xml"/><Relationship Id="rId5" Type="http://schemas.openxmlformats.org/officeDocument/2006/relationships/slideLayout" Target="../slideLayouts/slideLayout106.xml"/><Relationship Id="rId95" Type="http://schemas.openxmlformats.org/officeDocument/2006/relationships/slideLayout" Target="../slideLayouts/slideLayout196.xml"/><Relationship Id="rId22" Type="http://schemas.openxmlformats.org/officeDocument/2006/relationships/slideLayout" Target="../slideLayouts/slideLayout123.xml"/><Relationship Id="rId43" Type="http://schemas.openxmlformats.org/officeDocument/2006/relationships/slideLayout" Target="../slideLayouts/slideLayout144.xml"/><Relationship Id="rId64" Type="http://schemas.openxmlformats.org/officeDocument/2006/relationships/slideLayout" Target="../slideLayouts/slideLayout165.xml"/><Relationship Id="rId118" Type="http://schemas.openxmlformats.org/officeDocument/2006/relationships/slideLayout" Target="../slideLayouts/slideLayout219.xml"/><Relationship Id="rId139" Type="http://schemas.openxmlformats.org/officeDocument/2006/relationships/slideLayout" Target="../slideLayouts/slideLayout240.xml"/><Relationship Id="rId80" Type="http://schemas.openxmlformats.org/officeDocument/2006/relationships/slideLayout" Target="../slideLayouts/slideLayout181.xml"/><Relationship Id="rId85" Type="http://schemas.openxmlformats.org/officeDocument/2006/relationships/slideLayout" Target="../slideLayouts/slideLayout186.xml"/><Relationship Id="rId150" Type="http://schemas.openxmlformats.org/officeDocument/2006/relationships/slideLayout" Target="../slideLayouts/slideLayout251.xml"/><Relationship Id="rId155" Type="http://schemas.openxmlformats.org/officeDocument/2006/relationships/slideLayout" Target="../slideLayouts/slideLayout256.xml"/><Relationship Id="rId12" Type="http://schemas.openxmlformats.org/officeDocument/2006/relationships/slideLayout" Target="../slideLayouts/slideLayout113.xml"/><Relationship Id="rId17" Type="http://schemas.openxmlformats.org/officeDocument/2006/relationships/slideLayout" Target="../slideLayouts/slideLayout118.xml"/><Relationship Id="rId33" Type="http://schemas.openxmlformats.org/officeDocument/2006/relationships/slideLayout" Target="../slideLayouts/slideLayout134.xml"/><Relationship Id="rId38" Type="http://schemas.openxmlformats.org/officeDocument/2006/relationships/slideLayout" Target="../slideLayouts/slideLayout139.xml"/><Relationship Id="rId59" Type="http://schemas.openxmlformats.org/officeDocument/2006/relationships/slideLayout" Target="../slideLayouts/slideLayout160.xml"/><Relationship Id="rId103" Type="http://schemas.openxmlformats.org/officeDocument/2006/relationships/slideLayout" Target="../slideLayouts/slideLayout204.xml"/><Relationship Id="rId108" Type="http://schemas.openxmlformats.org/officeDocument/2006/relationships/slideLayout" Target="../slideLayouts/slideLayout209.xml"/><Relationship Id="rId124" Type="http://schemas.openxmlformats.org/officeDocument/2006/relationships/slideLayout" Target="../slideLayouts/slideLayout225.xml"/><Relationship Id="rId129" Type="http://schemas.openxmlformats.org/officeDocument/2006/relationships/slideLayout" Target="../slideLayouts/slideLayout230.xml"/><Relationship Id="rId54" Type="http://schemas.openxmlformats.org/officeDocument/2006/relationships/slideLayout" Target="../slideLayouts/slideLayout155.xml"/><Relationship Id="rId70" Type="http://schemas.openxmlformats.org/officeDocument/2006/relationships/slideLayout" Target="../slideLayouts/slideLayout171.xml"/><Relationship Id="rId75" Type="http://schemas.openxmlformats.org/officeDocument/2006/relationships/slideLayout" Target="../slideLayouts/slideLayout176.xml"/><Relationship Id="rId91" Type="http://schemas.openxmlformats.org/officeDocument/2006/relationships/slideLayout" Target="../slideLayouts/slideLayout192.xml"/><Relationship Id="rId96" Type="http://schemas.openxmlformats.org/officeDocument/2006/relationships/slideLayout" Target="../slideLayouts/slideLayout197.xml"/><Relationship Id="rId140" Type="http://schemas.openxmlformats.org/officeDocument/2006/relationships/slideLayout" Target="../slideLayouts/slideLayout241.xml"/><Relationship Id="rId145" Type="http://schemas.openxmlformats.org/officeDocument/2006/relationships/slideLayout" Target="../slideLayouts/slideLayout246.xml"/><Relationship Id="rId1" Type="http://schemas.openxmlformats.org/officeDocument/2006/relationships/slideLayout" Target="../slideLayouts/slideLayout102.xml"/><Relationship Id="rId6" Type="http://schemas.openxmlformats.org/officeDocument/2006/relationships/slideLayout" Target="../slideLayouts/slideLayout107.xml"/><Relationship Id="rId23" Type="http://schemas.openxmlformats.org/officeDocument/2006/relationships/slideLayout" Target="../slideLayouts/slideLayout124.xml"/><Relationship Id="rId28" Type="http://schemas.openxmlformats.org/officeDocument/2006/relationships/slideLayout" Target="../slideLayouts/slideLayout129.xml"/><Relationship Id="rId49" Type="http://schemas.openxmlformats.org/officeDocument/2006/relationships/slideLayout" Target="../slideLayouts/slideLayout150.xml"/><Relationship Id="rId114" Type="http://schemas.openxmlformats.org/officeDocument/2006/relationships/slideLayout" Target="../slideLayouts/slideLayout215.xml"/><Relationship Id="rId119" Type="http://schemas.openxmlformats.org/officeDocument/2006/relationships/slideLayout" Target="../slideLayouts/slideLayout220.xml"/><Relationship Id="rId44" Type="http://schemas.openxmlformats.org/officeDocument/2006/relationships/slideLayout" Target="../slideLayouts/slideLayout145.xml"/><Relationship Id="rId60" Type="http://schemas.openxmlformats.org/officeDocument/2006/relationships/slideLayout" Target="../slideLayouts/slideLayout161.xml"/><Relationship Id="rId65" Type="http://schemas.openxmlformats.org/officeDocument/2006/relationships/slideLayout" Target="../slideLayouts/slideLayout166.xml"/><Relationship Id="rId81" Type="http://schemas.openxmlformats.org/officeDocument/2006/relationships/slideLayout" Target="../slideLayouts/slideLayout182.xml"/><Relationship Id="rId86" Type="http://schemas.openxmlformats.org/officeDocument/2006/relationships/slideLayout" Target="../slideLayouts/slideLayout187.xml"/><Relationship Id="rId130" Type="http://schemas.openxmlformats.org/officeDocument/2006/relationships/slideLayout" Target="../slideLayouts/slideLayout231.xml"/><Relationship Id="rId135" Type="http://schemas.openxmlformats.org/officeDocument/2006/relationships/slideLayout" Target="../slideLayouts/slideLayout236.xml"/><Relationship Id="rId151" Type="http://schemas.openxmlformats.org/officeDocument/2006/relationships/slideLayout" Target="../slideLayouts/slideLayout252.xml"/><Relationship Id="rId156" Type="http://schemas.openxmlformats.org/officeDocument/2006/relationships/theme" Target="../theme/theme27.xml"/><Relationship Id="rId13" Type="http://schemas.openxmlformats.org/officeDocument/2006/relationships/slideLayout" Target="../slideLayouts/slideLayout114.xml"/><Relationship Id="rId18" Type="http://schemas.openxmlformats.org/officeDocument/2006/relationships/slideLayout" Target="../slideLayouts/slideLayout119.xml"/><Relationship Id="rId39" Type="http://schemas.openxmlformats.org/officeDocument/2006/relationships/slideLayout" Target="../slideLayouts/slideLayout140.xml"/><Relationship Id="rId109" Type="http://schemas.openxmlformats.org/officeDocument/2006/relationships/slideLayout" Target="../slideLayouts/slideLayout210.xml"/><Relationship Id="rId34" Type="http://schemas.openxmlformats.org/officeDocument/2006/relationships/slideLayout" Target="../slideLayouts/slideLayout135.xml"/><Relationship Id="rId50" Type="http://schemas.openxmlformats.org/officeDocument/2006/relationships/slideLayout" Target="../slideLayouts/slideLayout151.xml"/><Relationship Id="rId55" Type="http://schemas.openxmlformats.org/officeDocument/2006/relationships/slideLayout" Target="../slideLayouts/slideLayout156.xml"/><Relationship Id="rId76" Type="http://schemas.openxmlformats.org/officeDocument/2006/relationships/slideLayout" Target="../slideLayouts/slideLayout177.xml"/><Relationship Id="rId97" Type="http://schemas.openxmlformats.org/officeDocument/2006/relationships/slideLayout" Target="../slideLayouts/slideLayout198.xml"/><Relationship Id="rId104" Type="http://schemas.openxmlformats.org/officeDocument/2006/relationships/slideLayout" Target="../slideLayouts/slideLayout205.xml"/><Relationship Id="rId120" Type="http://schemas.openxmlformats.org/officeDocument/2006/relationships/slideLayout" Target="../slideLayouts/slideLayout221.xml"/><Relationship Id="rId125" Type="http://schemas.openxmlformats.org/officeDocument/2006/relationships/slideLayout" Target="../slideLayouts/slideLayout226.xml"/><Relationship Id="rId141" Type="http://schemas.openxmlformats.org/officeDocument/2006/relationships/slideLayout" Target="../slideLayouts/slideLayout242.xml"/><Relationship Id="rId146" Type="http://schemas.openxmlformats.org/officeDocument/2006/relationships/slideLayout" Target="../slideLayouts/slideLayout247.xml"/><Relationship Id="rId7" Type="http://schemas.openxmlformats.org/officeDocument/2006/relationships/slideLayout" Target="../slideLayouts/slideLayout108.xml"/><Relationship Id="rId71" Type="http://schemas.openxmlformats.org/officeDocument/2006/relationships/slideLayout" Target="../slideLayouts/slideLayout172.xml"/><Relationship Id="rId92" Type="http://schemas.openxmlformats.org/officeDocument/2006/relationships/slideLayout" Target="../slideLayouts/slideLayout193.xml"/><Relationship Id="rId2" Type="http://schemas.openxmlformats.org/officeDocument/2006/relationships/slideLayout" Target="../slideLayouts/slideLayout103.xml"/><Relationship Id="rId29" Type="http://schemas.openxmlformats.org/officeDocument/2006/relationships/slideLayout" Target="../slideLayouts/slideLayout130.xml"/><Relationship Id="rId24" Type="http://schemas.openxmlformats.org/officeDocument/2006/relationships/slideLayout" Target="../slideLayouts/slideLayout125.xml"/><Relationship Id="rId40" Type="http://schemas.openxmlformats.org/officeDocument/2006/relationships/slideLayout" Target="../slideLayouts/slideLayout141.xml"/><Relationship Id="rId45" Type="http://schemas.openxmlformats.org/officeDocument/2006/relationships/slideLayout" Target="../slideLayouts/slideLayout146.xml"/><Relationship Id="rId66" Type="http://schemas.openxmlformats.org/officeDocument/2006/relationships/slideLayout" Target="../slideLayouts/slideLayout167.xml"/><Relationship Id="rId87" Type="http://schemas.openxmlformats.org/officeDocument/2006/relationships/slideLayout" Target="../slideLayouts/slideLayout188.xml"/><Relationship Id="rId110" Type="http://schemas.openxmlformats.org/officeDocument/2006/relationships/slideLayout" Target="../slideLayouts/slideLayout211.xml"/><Relationship Id="rId115" Type="http://schemas.openxmlformats.org/officeDocument/2006/relationships/slideLayout" Target="../slideLayouts/slideLayout216.xml"/><Relationship Id="rId131" Type="http://schemas.openxmlformats.org/officeDocument/2006/relationships/slideLayout" Target="../slideLayouts/slideLayout232.xml"/><Relationship Id="rId136" Type="http://schemas.openxmlformats.org/officeDocument/2006/relationships/slideLayout" Target="../slideLayouts/slideLayout237.xml"/><Relationship Id="rId157" Type="http://schemas.openxmlformats.org/officeDocument/2006/relationships/tags" Target="../tags/tag1.xml"/><Relationship Id="rId61" Type="http://schemas.openxmlformats.org/officeDocument/2006/relationships/slideLayout" Target="../slideLayouts/slideLayout162.xml"/><Relationship Id="rId82" Type="http://schemas.openxmlformats.org/officeDocument/2006/relationships/slideLayout" Target="../slideLayouts/slideLayout183.xml"/><Relationship Id="rId152" Type="http://schemas.openxmlformats.org/officeDocument/2006/relationships/slideLayout" Target="../slideLayouts/slideLayout253.xml"/><Relationship Id="rId19" Type="http://schemas.openxmlformats.org/officeDocument/2006/relationships/slideLayout" Target="../slideLayouts/slideLayout120.xml"/><Relationship Id="rId14" Type="http://schemas.openxmlformats.org/officeDocument/2006/relationships/slideLayout" Target="../slideLayouts/slideLayout115.xml"/><Relationship Id="rId30" Type="http://schemas.openxmlformats.org/officeDocument/2006/relationships/slideLayout" Target="../slideLayouts/slideLayout131.xml"/><Relationship Id="rId35" Type="http://schemas.openxmlformats.org/officeDocument/2006/relationships/slideLayout" Target="../slideLayouts/slideLayout136.xml"/><Relationship Id="rId56" Type="http://schemas.openxmlformats.org/officeDocument/2006/relationships/slideLayout" Target="../slideLayouts/slideLayout157.xml"/><Relationship Id="rId77" Type="http://schemas.openxmlformats.org/officeDocument/2006/relationships/slideLayout" Target="../slideLayouts/slideLayout178.xml"/><Relationship Id="rId100" Type="http://schemas.openxmlformats.org/officeDocument/2006/relationships/slideLayout" Target="../slideLayouts/slideLayout201.xml"/><Relationship Id="rId105" Type="http://schemas.openxmlformats.org/officeDocument/2006/relationships/slideLayout" Target="../slideLayouts/slideLayout206.xml"/><Relationship Id="rId126" Type="http://schemas.openxmlformats.org/officeDocument/2006/relationships/slideLayout" Target="../slideLayouts/slideLayout227.xml"/><Relationship Id="rId147" Type="http://schemas.openxmlformats.org/officeDocument/2006/relationships/slideLayout" Target="../slideLayouts/slideLayout248.xml"/><Relationship Id="rId8" Type="http://schemas.openxmlformats.org/officeDocument/2006/relationships/slideLayout" Target="../slideLayouts/slideLayout109.xml"/><Relationship Id="rId51" Type="http://schemas.openxmlformats.org/officeDocument/2006/relationships/slideLayout" Target="../slideLayouts/slideLayout152.xml"/><Relationship Id="rId72" Type="http://schemas.openxmlformats.org/officeDocument/2006/relationships/slideLayout" Target="../slideLayouts/slideLayout173.xml"/><Relationship Id="rId93" Type="http://schemas.openxmlformats.org/officeDocument/2006/relationships/slideLayout" Target="../slideLayouts/slideLayout194.xml"/><Relationship Id="rId98" Type="http://schemas.openxmlformats.org/officeDocument/2006/relationships/slideLayout" Target="../slideLayouts/slideLayout199.xml"/><Relationship Id="rId121" Type="http://schemas.openxmlformats.org/officeDocument/2006/relationships/slideLayout" Target="../slideLayouts/slideLayout222.xml"/><Relationship Id="rId142" Type="http://schemas.openxmlformats.org/officeDocument/2006/relationships/slideLayout" Target="../slideLayouts/slideLayout243.xml"/><Relationship Id="rId3" Type="http://schemas.openxmlformats.org/officeDocument/2006/relationships/slideLayout" Target="../slideLayouts/slideLayout104.xml"/><Relationship Id="rId25" Type="http://schemas.openxmlformats.org/officeDocument/2006/relationships/slideLayout" Target="../slideLayouts/slideLayout126.xml"/><Relationship Id="rId46" Type="http://schemas.openxmlformats.org/officeDocument/2006/relationships/slideLayout" Target="../slideLayouts/slideLayout147.xml"/><Relationship Id="rId67" Type="http://schemas.openxmlformats.org/officeDocument/2006/relationships/slideLayout" Target="../slideLayouts/slideLayout168.xml"/><Relationship Id="rId116" Type="http://schemas.openxmlformats.org/officeDocument/2006/relationships/slideLayout" Target="../slideLayouts/slideLayout217.xml"/><Relationship Id="rId137" Type="http://schemas.openxmlformats.org/officeDocument/2006/relationships/slideLayout" Target="../slideLayouts/slideLayout238.xml"/><Relationship Id="rId158" Type="http://schemas.openxmlformats.org/officeDocument/2006/relationships/oleObject" Target="../embeddings/oleObject1.bin"/><Relationship Id="rId20" Type="http://schemas.openxmlformats.org/officeDocument/2006/relationships/slideLayout" Target="../slideLayouts/slideLayout121.xml"/><Relationship Id="rId41" Type="http://schemas.openxmlformats.org/officeDocument/2006/relationships/slideLayout" Target="../slideLayouts/slideLayout142.xml"/><Relationship Id="rId62" Type="http://schemas.openxmlformats.org/officeDocument/2006/relationships/slideLayout" Target="../slideLayouts/slideLayout163.xml"/><Relationship Id="rId83" Type="http://schemas.openxmlformats.org/officeDocument/2006/relationships/slideLayout" Target="../slideLayouts/slideLayout184.xml"/><Relationship Id="rId88" Type="http://schemas.openxmlformats.org/officeDocument/2006/relationships/slideLayout" Target="../slideLayouts/slideLayout189.xml"/><Relationship Id="rId111" Type="http://schemas.openxmlformats.org/officeDocument/2006/relationships/slideLayout" Target="../slideLayouts/slideLayout212.xml"/><Relationship Id="rId132" Type="http://schemas.openxmlformats.org/officeDocument/2006/relationships/slideLayout" Target="../slideLayouts/slideLayout233.xml"/><Relationship Id="rId153" Type="http://schemas.openxmlformats.org/officeDocument/2006/relationships/slideLayout" Target="../slideLayouts/slideLayout254.xml"/><Relationship Id="rId15" Type="http://schemas.openxmlformats.org/officeDocument/2006/relationships/slideLayout" Target="../slideLayouts/slideLayout116.xml"/><Relationship Id="rId36" Type="http://schemas.openxmlformats.org/officeDocument/2006/relationships/slideLayout" Target="../slideLayouts/slideLayout137.xml"/><Relationship Id="rId57" Type="http://schemas.openxmlformats.org/officeDocument/2006/relationships/slideLayout" Target="../slideLayouts/slideLayout158.xml"/><Relationship Id="rId106" Type="http://schemas.openxmlformats.org/officeDocument/2006/relationships/slideLayout" Target="../slideLayouts/slideLayout207.xml"/><Relationship Id="rId127" Type="http://schemas.openxmlformats.org/officeDocument/2006/relationships/slideLayout" Target="../slideLayouts/slideLayout228.xml"/><Relationship Id="rId10" Type="http://schemas.openxmlformats.org/officeDocument/2006/relationships/slideLayout" Target="../slideLayouts/slideLayout111.xml"/><Relationship Id="rId31" Type="http://schemas.openxmlformats.org/officeDocument/2006/relationships/slideLayout" Target="../slideLayouts/slideLayout132.xml"/><Relationship Id="rId52" Type="http://schemas.openxmlformats.org/officeDocument/2006/relationships/slideLayout" Target="../slideLayouts/slideLayout153.xml"/><Relationship Id="rId73" Type="http://schemas.openxmlformats.org/officeDocument/2006/relationships/slideLayout" Target="../slideLayouts/slideLayout174.xml"/><Relationship Id="rId78" Type="http://schemas.openxmlformats.org/officeDocument/2006/relationships/slideLayout" Target="../slideLayouts/slideLayout179.xml"/><Relationship Id="rId94" Type="http://schemas.openxmlformats.org/officeDocument/2006/relationships/slideLayout" Target="../slideLayouts/slideLayout195.xml"/><Relationship Id="rId99" Type="http://schemas.openxmlformats.org/officeDocument/2006/relationships/slideLayout" Target="../slideLayouts/slideLayout200.xml"/><Relationship Id="rId101" Type="http://schemas.openxmlformats.org/officeDocument/2006/relationships/slideLayout" Target="../slideLayouts/slideLayout202.xml"/><Relationship Id="rId122" Type="http://schemas.openxmlformats.org/officeDocument/2006/relationships/slideLayout" Target="../slideLayouts/slideLayout223.xml"/><Relationship Id="rId143" Type="http://schemas.openxmlformats.org/officeDocument/2006/relationships/slideLayout" Target="../slideLayouts/slideLayout244.xml"/><Relationship Id="rId148" Type="http://schemas.openxmlformats.org/officeDocument/2006/relationships/slideLayout" Target="../slideLayouts/slideLayout249.xml"/><Relationship Id="rId4" Type="http://schemas.openxmlformats.org/officeDocument/2006/relationships/slideLayout" Target="../slideLayouts/slideLayout105.xml"/><Relationship Id="rId9" Type="http://schemas.openxmlformats.org/officeDocument/2006/relationships/slideLayout" Target="../slideLayouts/slideLayout110.xml"/><Relationship Id="rId26" Type="http://schemas.openxmlformats.org/officeDocument/2006/relationships/slideLayout" Target="../slideLayouts/slideLayout127.xml"/><Relationship Id="rId47" Type="http://schemas.openxmlformats.org/officeDocument/2006/relationships/slideLayout" Target="../slideLayouts/slideLayout148.xml"/><Relationship Id="rId68" Type="http://schemas.openxmlformats.org/officeDocument/2006/relationships/slideLayout" Target="../slideLayouts/slideLayout169.xml"/><Relationship Id="rId89" Type="http://schemas.openxmlformats.org/officeDocument/2006/relationships/slideLayout" Target="../slideLayouts/slideLayout190.xml"/><Relationship Id="rId112" Type="http://schemas.openxmlformats.org/officeDocument/2006/relationships/slideLayout" Target="../slideLayouts/slideLayout213.xml"/><Relationship Id="rId133" Type="http://schemas.openxmlformats.org/officeDocument/2006/relationships/slideLayout" Target="../slideLayouts/slideLayout234.xml"/><Relationship Id="rId154" Type="http://schemas.openxmlformats.org/officeDocument/2006/relationships/slideLayout" Target="../slideLayouts/slideLayout255.xml"/><Relationship Id="rId16" Type="http://schemas.openxmlformats.org/officeDocument/2006/relationships/slideLayout" Target="../slideLayouts/slideLayout117.xml"/><Relationship Id="rId37" Type="http://schemas.openxmlformats.org/officeDocument/2006/relationships/slideLayout" Target="../slideLayouts/slideLayout138.xml"/><Relationship Id="rId58" Type="http://schemas.openxmlformats.org/officeDocument/2006/relationships/slideLayout" Target="../slideLayouts/slideLayout159.xml"/><Relationship Id="rId79" Type="http://schemas.openxmlformats.org/officeDocument/2006/relationships/slideLayout" Target="../slideLayouts/slideLayout180.xml"/><Relationship Id="rId102" Type="http://schemas.openxmlformats.org/officeDocument/2006/relationships/slideLayout" Target="../slideLayouts/slideLayout203.xml"/><Relationship Id="rId123" Type="http://schemas.openxmlformats.org/officeDocument/2006/relationships/slideLayout" Target="../slideLayouts/slideLayout224.xml"/><Relationship Id="rId144" Type="http://schemas.openxmlformats.org/officeDocument/2006/relationships/slideLayout" Target="../slideLayouts/slideLayout245.xml"/><Relationship Id="rId90" Type="http://schemas.openxmlformats.org/officeDocument/2006/relationships/slideLayout" Target="../slideLayouts/slideLayout191.xml"/><Relationship Id="rId27" Type="http://schemas.openxmlformats.org/officeDocument/2006/relationships/slideLayout" Target="../slideLayouts/slideLayout128.xml"/><Relationship Id="rId48" Type="http://schemas.openxmlformats.org/officeDocument/2006/relationships/slideLayout" Target="../slideLayouts/slideLayout149.xml"/><Relationship Id="rId69" Type="http://schemas.openxmlformats.org/officeDocument/2006/relationships/slideLayout" Target="../slideLayouts/slideLayout170.xml"/><Relationship Id="rId113" Type="http://schemas.openxmlformats.org/officeDocument/2006/relationships/slideLayout" Target="../slideLayouts/slideLayout214.xml"/><Relationship Id="rId134" Type="http://schemas.openxmlformats.org/officeDocument/2006/relationships/slideLayout" Target="../slideLayouts/slideLayout235.xml"/></Relationships>
</file>

<file path=ppt/slideMasters/_rels/slideMaster28.xml.rels><?xml version="1.0" encoding="UTF-8" standalone="yes"?>
<Relationships xmlns="http://schemas.openxmlformats.org/package/2006/relationships"><Relationship Id="rId3" Type="http://schemas.openxmlformats.org/officeDocument/2006/relationships/theme" Target="../theme/theme28.xml"/><Relationship Id="rId2" Type="http://schemas.openxmlformats.org/officeDocument/2006/relationships/slideLayout" Target="../slideLayouts/slideLayout258.xml"/><Relationship Id="rId1" Type="http://schemas.openxmlformats.org/officeDocument/2006/relationships/slideLayout" Target="../slideLayouts/slideLayout257.xml"/><Relationship Id="rId5" Type="http://schemas.openxmlformats.org/officeDocument/2006/relationships/image" Target="../media/image6.jpeg"/><Relationship Id="rId4" Type="http://schemas.openxmlformats.org/officeDocument/2006/relationships/image" Target="../media/image11.png"/></Relationships>
</file>

<file path=ppt/slideMasters/_rels/slideMaster29.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slideLayout" Target="../slideLayouts/slideLayout261.xml"/><Relationship Id="rId7" Type="http://schemas.openxmlformats.org/officeDocument/2006/relationships/image" Target="../media/image13.emf"/><Relationship Id="rId2" Type="http://schemas.openxmlformats.org/officeDocument/2006/relationships/slideLayout" Target="../slideLayouts/slideLayout260.xml"/><Relationship Id="rId1" Type="http://schemas.openxmlformats.org/officeDocument/2006/relationships/slideLayout" Target="../slideLayouts/slideLayout259.xml"/><Relationship Id="rId6" Type="http://schemas.openxmlformats.org/officeDocument/2006/relationships/oleObject" Target="../embeddings/oleObject1.bin"/><Relationship Id="rId5" Type="http://schemas.openxmlformats.org/officeDocument/2006/relationships/tags" Target="../tags/tag156.xml"/><Relationship Id="rId4" Type="http://schemas.openxmlformats.org/officeDocument/2006/relationships/theme" Target="../theme/theme2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Title Placeholder 3"/>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2487710923"/>
      </p:ext>
    </p:extLst>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Lst>
  <p:hf hdr="0" ftr="0" dt="0"/>
  <p:txStyles>
    <p:titleStyle>
      <a:lvl1pPr algn="l" defTabSz="609585" rtl="0" eaLnBrk="1" latinLnBrk="0" hangingPunct="1">
        <a:spcBef>
          <a:spcPct val="0"/>
        </a:spcBef>
        <a:buNone/>
        <a:defRPr sz="2667" b="1" i="0" kern="1100" cap="all" spc="200">
          <a:solidFill>
            <a:schemeClr val="tx2"/>
          </a:solidFill>
          <a:latin typeface="Verdana"/>
          <a:ea typeface="+mj-ea"/>
          <a:cs typeface="Verdana"/>
        </a:defRPr>
      </a:lvl1pPr>
    </p:titleStyle>
    <p:bodyStyle>
      <a:lvl1pPr marL="0" indent="0" algn="l" defTabSz="609585" rtl="0" eaLnBrk="1" latinLnBrk="0" hangingPunct="1">
        <a:spcBef>
          <a:spcPct val="20000"/>
        </a:spcBef>
        <a:buClr>
          <a:srgbClr val="02502D"/>
        </a:buClr>
        <a:buFont typeface="Wingdings" charset="2"/>
        <a:buNone/>
        <a:defRPr sz="2133" kern="1200" spc="200">
          <a:solidFill>
            <a:srgbClr val="585D60"/>
          </a:solidFill>
          <a:latin typeface="GM Sans"/>
          <a:ea typeface="+mn-ea"/>
          <a:cs typeface="GM Sans Regular"/>
        </a:defRPr>
      </a:lvl1pPr>
      <a:lvl2pPr marL="387341" indent="-380990" algn="l" defTabSz="609585" rtl="0" eaLnBrk="1" latinLnBrk="0" hangingPunct="1">
        <a:spcBef>
          <a:spcPct val="20000"/>
        </a:spcBef>
        <a:buClr>
          <a:schemeClr val="tx2"/>
        </a:buClr>
        <a:buFont typeface="Wingdings" charset="2"/>
        <a:buChar char="§"/>
        <a:defRPr sz="2133" kern="1200" spc="200">
          <a:solidFill>
            <a:srgbClr val="585D60"/>
          </a:solidFill>
          <a:latin typeface="GM Sans"/>
          <a:ea typeface="+mn-ea"/>
          <a:cs typeface="GM Sans Regular"/>
        </a:defRPr>
      </a:lvl2pPr>
      <a:lvl3pPr marL="912261" indent="-311143" algn="l" defTabSz="912261" rtl="0" eaLnBrk="1" latinLnBrk="0" hangingPunct="1">
        <a:spcBef>
          <a:spcPct val="20000"/>
        </a:spcBef>
        <a:buClr>
          <a:schemeClr val="tx2"/>
        </a:buClr>
        <a:buFont typeface="Wingdings" charset="2"/>
        <a:buChar char="§"/>
        <a:defRPr sz="2133" kern="1200" spc="200">
          <a:solidFill>
            <a:srgbClr val="585D60"/>
          </a:solidFill>
          <a:latin typeface="GM Sans"/>
          <a:ea typeface="+mn-ea"/>
          <a:cs typeface="GM Sans Regular"/>
        </a:defRPr>
      </a:lvl3pPr>
      <a:lvl4pPr marL="1608626" indent="-304792" algn="l" defTabSz="609585" rtl="0" eaLnBrk="1" latinLnBrk="0" hangingPunct="1">
        <a:spcBef>
          <a:spcPct val="20000"/>
        </a:spcBef>
        <a:buClr>
          <a:schemeClr val="tx2"/>
        </a:buClr>
        <a:buFont typeface="Wingdings" charset="2"/>
        <a:buChar char="§"/>
        <a:defRPr sz="1867" kern="1200">
          <a:solidFill>
            <a:srgbClr val="585D60"/>
          </a:solidFill>
          <a:latin typeface="GM Sans Light"/>
          <a:ea typeface="+mn-ea"/>
          <a:cs typeface="GM Sans Light"/>
        </a:defRPr>
      </a:lvl4pPr>
      <a:lvl5pPr marL="1608626" indent="-304792" algn="l" defTabSz="609585" rtl="0" eaLnBrk="1" latinLnBrk="0" hangingPunct="1">
        <a:spcBef>
          <a:spcPct val="20000"/>
        </a:spcBef>
        <a:buClr>
          <a:schemeClr val="tx2"/>
        </a:buClr>
        <a:buFont typeface="Wingdings" charset="2"/>
        <a:buChar char="§"/>
        <a:defRPr sz="1867" kern="1200">
          <a:solidFill>
            <a:srgbClr val="585D60"/>
          </a:solidFill>
          <a:latin typeface="GM Sans Light"/>
          <a:ea typeface="+mn-ea"/>
          <a:cs typeface="GM Sans Light"/>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235382" y="6356350"/>
            <a:ext cx="1548465" cy="365125"/>
          </a:xfrm>
          <a:prstGeom prst="rect">
            <a:avLst/>
          </a:prstGeom>
        </p:spPr>
        <p:txBody>
          <a:bodyPr vert="horz" lIns="91440" tIns="45720" rIns="91440" bIns="45720" rtlCol="0" anchor="ctr"/>
          <a:lstStyle>
            <a:lvl1pPr algn="r">
              <a:defRPr sz="1200" b="1">
                <a:solidFill>
                  <a:schemeClr val="tx1"/>
                </a:solidFill>
              </a:defRPr>
            </a:lvl1pPr>
          </a:lstStyle>
          <a:p>
            <a:fld id="{8E565A5E-131F-486C-BEC3-CA739A37F925}" type="slidenum">
              <a:rPr lang="en-US" smtClean="0"/>
              <a:pPr/>
              <a:t>‹#›</a:t>
            </a:fld>
            <a:endParaRPr lang="en-US" dirty="0"/>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228604" y="728095"/>
            <a:ext cx="878712" cy="400966"/>
          </a:xfrm>
          <a:prstGeom prst="rect">
            <a:avLst/>
          </a:prstGeom>
        </p:spPr>
      </p:pic>
      <p:pic>
        <p:nvPicPr>
          <p:cNvPr id="7" name="Picture 6"/>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1311243" y="118184"/>
            <a:ext cx="609912" cy="609912"/>
          </a:xfrm>
          <a:prstGeom prst="rect">
            <a:avLst/>
          </a:prstGeom>
        </p:spPr>
      </p:pic>
      <p:sp>
        <p:nvSpPr>
          <p:cNvPr id="9" name="Title 1"/>
          <p:cNvSpPr txBox="1">
            <a:spLocks/>
          </p:cNvSpPr>
          <p:nvPr userDrawn="1"/>
        </p:nvSpPr>
        <p:spPr>
          <a:xfrm>
            <a:off x="7510412" y="531897"/>
            <a:ext cx="3370777" cy="392777"/>
          </a:xfrm>
          <a:prstGeom prst="rect">
            <a:avLst/>
          </a:prstGeom>
        </p:spPr>
        <p:txBody>
          <a:bodyPr>
            <a:normAutofit/>
          </a:bodyPr>
          <a:lstStyle>
            <a:lvl1pPr algn="l" defTabSz="914400" rtl="0" eaLnBrk="1" latinLnBrk="0" hangingPunct="1">
              <a:lnSpc>
                <a:spcPct val="90000"/>
              </a:lnSpc>
              <a:spcBef>
                <a:spcPct val="0"/>
              </a:spcBef>
              <a:buNone/>
              <a:defRPr sz="3200" b="1" kern="1200">
                <a:solidFill>
                  <a:schemeClr val="tx1"/>
                </a:solidFill>
                <a:latin typeface="+mn-lt"/>
                <a:ea typeface="+mj-ea"/>
                <a:cs typeface="+mj-cs"/>
              </a:defRPr>
            </a:lvl1pPr>
          </a:lstStyle>
          <a:p>
            <a:pPr algn="ctr"/>
            <a:r>
              <a:rPr lang="en-US" sz="1800" dirty="0"/>
              <a:t>DEFINE</a:t>
            </a:r>
          </a:p>
        </p:txBody>
      </p:sp>
      <p:sp>
        <p:nvSpPr>
          <p:cNvPr id="10" name="Rectangle 9"/>
          <p:cNvSpPr/>
          <p:nvPr userDrawn="1"/>
        </p:nvSpPr>
        <p:spPr>
          <a:xfrm>
            <a:off x="7510412" y="97010"/>
            <a:ext cx="3352800" cy="609600"/>
          </a:xfrm>
          <a:prstGeom prst="rect">
            <a:avLst/>
          </a:prstGeom>
          <a:noFill/>
        </p:spPr>
        <p:txBody>
          <a:bodyPr/>
          <a:lstStyle/>
          <a:p>
            <a:endParaRPr lang="en-US"/>
          </a:p>
        </p:txBody>
      </p:sp>
      <p:sp>
        <p:nvSpPr>
          <p:cNvPr id="11" name="Freeform 10"/>
          <p:cNvSpPr/>
          <p:nvPr userDrawn="1"/>
        </p:nvSpPr>
        <p:spPr>
          <a:xfrm>
            <a:off x="7510821" y="242191"/>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0 w 798090"/>
              <a:gd name="connsiteY5"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8090" h="319236">
                <a:moveTo>
                  <a:pt x="0" y="0"/>
                </a:moveTo>
                <a:lnTo>
                  <a:pt x="638472" y="0"/>
                </a:lnTo>
                <a:lnTo>
                  <a:pt x="798090" y="159618"/>
                </a:lnTo>
                <a:lnTo>
                  <a:pt x="638472" y="319236"/>
                </a:lnTo>
                <a:lnTo>
                  <a:pt x="0" y="319236"/>
                </a:lnTo>
                <a:lnTo>
                  <a:pt x="0" y="0"/>
                </a:lnTo>
                <a:close/>
              </a:path>
            </a:pathLst>
          </a:custGeom>
          <a:solidFill>
            <a:srgbClr val="7030A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algn="ctr" defTabSz="622300">
              <a:lnSpc>
                <a:spcPct val="90000"/>
              </a:lnSpc>
              <a:spcBef>
                <a:spcPct val="0"/>
              </a:spcBef>
              <a:spcAft>
                <a:spcPct val="35000"/>
              </a:spcAft>
            </a:pPr>
            <a:r>
              <a:rPr lang="en-US" sz="1400" dirty="0"/>
              <a:t>D</a:t>
            </a:r>
          </a:p>
        </p:txBody>
      </p:sp>
      <p:sp>
        <p:nvSpPr>
          <p:cNvPr id="12" name="Freeform 11"/>
          <p:cNvSpPr/>
          <p:nvPr userDrawn="1"/>
        </p:nvSpPr>
        <p:spPr>
          <a:xfrm>
            <a:off x="8149293" y="242191"/>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chemeClr val="bg1">
              <a:lumMod val="6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algn="ctr" defTabSz="622300">
              <a:lnSpc>
                <a:spcPct val="90000"/>
              </a:lnSpc>
              <a:spcBef>
                <a:spcPct val="0"/>
              </a:spcBef>
              <a:spcAft>
                <a:spcPct val="35000"/>
              </a:spcAft>
            </a:pPr>
            <a:r>
              <a:rPr lang="en-US" sz="1400" dirty="0"/>
              <a:t>M</a:t>
            </a:r>
          </a:p>
        </p:txBody>
      </p:sp>
      <p:sp>
        <p:nvSpPr>
          <p:cNvPr id="13" name="Freeform 12"/>
          <p:cNvSpPr/>
          <p:nvPr userDrawn="1"/>
        </p:nvSpPr>
        <p:spPr>
          <a:xfrm>
            <a:off x="8787766" y="242191"/>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chemeClr val="bg1">
              <a:lumMod val="6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lvl="0" algn="ctr" defTabSz="622300">
              <a:lnSpc>
                <a:spcPct val="90000"/>
              </a:lnSpc>
              <a:spcBef>
                <a:spcPct val="0"/>
              </a:spcBef>
              <a:spcAft>
                <a:spcPct val="35000"/>
              </a:spcAft>
            </a:pPr>
            <a:r>
              <a:rPr lang="en-US" sz="1400" kern="1200" dirty="0"/>
              <a:t>A</a:t>
            </a:r>
          </a:p>
        </p:txBody>
      </p:sp>
      <p:sp>
        <p:nvSpPr>
          <p:cNvPr id="14" name="Freeform 13"/>
          <p:cNvSpPr/>
          <p:nvPr userDrawn="1"/>
        </p:nvSpPr>
        <p:spPr>
          <a:xfrm>
            <a:off x="9426239" y="242191"/>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chemeClr val="bg1">
              <a:lumMod val="6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lvl="0" algn="ctr" defTabSz="622300">
              <a:lnSpc>
                <a:spcPct val="90000"/>
              </a:lnSpc>
              <a:spcBef>
                <a:spcPct val="0"/>
              </a:spcBef>
              <a:spcAft>
                <a:spcPct val="35000"/>
              </a:spcAft>
            </a:pPr>
            <a:r>
              <a:rPr lang="en-US" sz="1400" kern="1200" dirty="0"/>
              <a:t>I</a:t>
            </a:r>
          </a:p>
        </p:txBody>
      </p:sp>
      <p:sp>
        <p:nvSpPr>
          <p:cNvPr id="15" name="Freeform 14"/>
          <p:cNvSpPr/>
          <p:nvPr userDrawn="1"/>
        </p:nvSpPr>
        <p:spPr>
          <a:xfrm>
            <a:off x="10064711" y="242191"/>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chemeClr val="bg1">
              <a:lumMod val="6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74676" tIns="37338" rIns="98478" bIns="37338" numCol="1" spcCol="1270" anchor="ctr" anchorCtr="0">
            <a:noAutofit/>
          </a:bodyPr>
          <a:lstStyle/>
          <a:p>
            <a:pPr algn="ctr" defTabSz="622300">
              <a:lnSpc>
                <a:spcPct val="90000"/>
              </a:lnSpc>
              <a:spcBef>
                <a:spcPct val="0"/>
              </a:spcBef>
              <a:spcAft>
                <a:spcPct val="35000"/>
              </a:spcAft>
            </a:pPr>
            <a:r>
              <a:rPr lang="en-US" sz="1400" dirty="0"/>
              <a:t>C</a:t>
            </a:r>
          </a:p>
        </p:txBody>
      </p:sp>
      <p:sp>
        <p:nvSpPr>
          <p:cNvPr id="17" name="Rounded Rectangle 16"/>
          <p:cNvSpPr/>
          <p:nvPr userDrawn="1"/>
        </p:nvSpPr>
        <p:spPr>
          <a:xfrm>
            <a:off x="910447" y="5838938"/>
            <a:ext cx="10212729" cy="8037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spTree>
    <p:extLst>
      <p:ext uri="{BB962C8B-B14F-4D97-AF65-F5344CB8AC3E}">
        <p14:creationId xmlns:p14="http://schemas.microsoft.com/office/powerpoint/2010/main" val="1875385919"/>
      </p:ext>
    </p:extLst>
  </p:cSld>
  <p:clrMap bg1="lt1" tx1="dk1" bg2="lt2" tx2="dk2" accent1="accent1" accent2="accent2" accent3="accent3" accent4="accent4" accent5="accent5" accent6="accent6" hlink="hlink" folHlink="folHlink"/>
  <p:sldLayoutIdLst>
    <p:sldLayoutId id="2147483700" r:id="rId1"/>
  </p:sldLayoutIdLst>
  <p:hf hdr="0" ftr="0" dt="0"/>
  <p:txStyles>
    <p:titleStyle>
      <a:lvl1pPr algn="l" defTabSz="914400" rtl="0" eaLnBrk="1" latinLnBrk="0" hangingPunct="1">
        <a:lnSpc>
          <a:spcPct val="90000"/>
        </a:lnSpc>
        <a:spcBef>
          <a:spcPct val="0"/>
        </a:spcBef>
        <a:buNone/>
        <a:defRPr sz="3200" b="1"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235382" y="6356350"/>
            <a:ext cx="1548465" cy="365125"/>
          </a:xfrm>
          <a:prstGeom prst="rect">
            <a:avLst/>
          </a:prstGeom>
        </p:spPr>
        <p:txBody>
          <a:bodyPr vert="horz" lIns="91440" tIns="45720" rIns="91440" bIns="45720" rtlCol="0" anchor="ctr"/>
          <a:lstStyle>
            <a:lvl1pPr algn="r">
              <a:defRPr sz="1200" b="1">
                <a:solidFill>
                  <a:schemeClr val="tx1"/>
                </a:solidFill>
              </a:defRPr>
            </a:lvl1pPr>
          </a:lstStyle>
          <a:p>
            <a:fld id="{8E565A5E-131F-486C-BEC3-CA739A37F925}" type="slidenum">
              <a:rPr lang="en-US" smtClean="0"/>
              <a:pPr/>
              <a:t>‹#›</a:t>
            </a:fld>
            <a:endParaRPr lang="en-US" dirty="0"/>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228604" y="728095"/>
            <a:ext cx="878712" cy="400966"/>
          </a:xfrm>
          <a:prstGeom prst="rect">
            <a:avLst/>
          </a:prstGeom>
        </p:spPr>
      </p:pic>
      <p:pic>
        <p:nvPicPr>
          <p:cNvPr id="7" name="Picture 6"/>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1311243" y="118184"/>
            <a:ext cx="609912" cy="609912"/>
          </a:xfrm>
          <a:prstGeom prst="rect">
            <a:avLst/>
          </a:prstGeom>
        </p:spPr>
      </p:pic>
      <p:sp>
        <p:nvSpPr>
          <p:cNvPr id="9" name="Title 1"/>
          <p:cNvSpPr txBox="1">
            <a:spLocks/>
          </p:cNvSpPr>
          <p:nvPr userDrawn="1"/>
        </p:nvSpPr>
        <p:spPr>
          <a:xfrm>
            <a:off x="7510412" y="531897"/>
            <a:ext cx="3370777" cy="392777"/>
          </a:xfrm>
          <a:prstGeom prst="rect">
            <a:avLst/>
          </a:prstGeom>
        </p:spPr>
        <p:txBody>
          <a:bodyPr>
            <a:normAutofit/>
          </a:bodyPr>
          <a:lstStyle>
            <a:lvl1pPr algn="l" defTabSz="914400" rtl="0" eaLnBrk="1" latinLnBrk="0" hangingPunct="1">
              <a:lnSpc>
                <a:spcPct val="90000"/>
              </a:lnSpc>
              <a:spcBef>
                <a:spcPct val="0"/>
              </a:spcBef>
              <a:buNone/>
              <a:defRPr sz="3200" b="1" kern="1200">
                <a:solidFill>
                  <a:schemeClr val="tx1"/>
                </a:solidFill>
                <a:latin typeface="+mn-lt"/>
                <a:ea typeface="+mj-ea"/>
                <a:cs typeface="+mj-cs"/>
              </a:defRPr>
            </a:lvl1pPr>
          </a:lstStyle>
          <a:p>
            <a:pPr algn="ctr"/>
            <a:r>
              <a:rPr lang="en-US" sz="1800" dirty="0"/>
              <a:t>MEASURE</a:t>
            </a:r>
          </a:p>
        </p:txBody>
      </p:sp>
      <p:sp>
        <p:nvSpPr>
          <p:cNvPr id="10" name="Rectangle 9"/>
          <p:cNvSpPr/>
          <p:nvPr userDrawn="1"/>
        </p:nvSpPr>
        <p:spPr>
          <a:xfrm>
            <a:off x="7510412" y="97010"/>
            <a:ext cx="3352800" cy="609600"/>
          </a:xfrm>
          <a:prstGeom prst="rect">
            <a:avLst/>
          </a:prstGeom>
          <a:noFill/>
        </p:spPr>
        <p:txBody>
          <a:bodyPr/>
          <a:lstStyle/>
          <a:p>
            <a:endParaRPr lang="en-US"/>
          </a:p>
        </p:txBody>
      </p:sp>
      <p:sp>
        <p:nvSpPr>
          <p:cNvPr id="11" name="Freeform 10"/>
          <p:cNvSpPr/>
          <p:nvPr userDrawn="1"/>
        </p:nvSpPr>
        <p:spPr>
          <a:xfrm>
            <a:off x="7510821" y="242191"/>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0 w 798090"/>
              <a:gd name="connsiteY5"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8090" h="319236">
                <a:moveTo>
                  <a:pt x="0" y="0"/>
                </a:moveTo>
                <a:lnTo>
                  <a:pt x="638472" y="0"/>
                </a:lnTo>
                <a:lnTo>
                  <a:pt x="798090" y="159618"/>
                </a:lnTo>
                <a:lnTo>
                  <a:pt x="638472" y="319236"/>
                </a:lnTo>
                <a:lnTo>
                  <a:pt x="0" y="319236"/>
                </a:lnTo>
                <a:lnTo>
                  <a:pt x="0" y="0"/>
                </a:lnTo>
                <a:close/>
              </a:path>
            </a:pathLst>
          </a:custGeom>
          <a:solidFill>
            <a:schemeClr val="bg1">
              <a:lumMod val="6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algn="ctr" defTabSz="622300">
              <a:lnSpc>
                <a:spcPct val="90000"/>
              </a:lnSpc>
              <a:spcBef>
                <a:spcPct val="0"/>
              </a:spcBef>
              <a:spcAft>
                <a:spcPct val="35000"/>
              </a:spcAft>
            </a:pPr>
            <a:r>
              <a:rPr lang="en-US" sz="1400" dirty="0"/>
              <a:t>D</a:t>
            </a:r>
          </a:p>
        </p:txBody>
      </p:sp>
      <p:sp>
        <p:nvSpPr>
          <p:cNvPr id="12" name="Freeform 11"/>
          <p:cNvSpPr/>
          <p:nvPr userDrawn="1"/>
        </p:nvSpPr>
        <p:spPr>
          <a:xfrm>
            <a:off x="8149293" y="242191"/>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rgbClr val="7030A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algn="ctr" defTabSz="622300">
              <a:lnSpc>
                <a:spcPct val="90000"/>
              </a:lnSpc>
              <a:spcBef>
                <a:spcPct val="0"/>
              </a:spcBef>
              <a:spcAft>
                <a:spcPct val="35000"/>
              </a:spcAft>
            </a:pPr>
            <a:r>
              <a:rPr lang="en-US" sz="1400" dirty="0"/>
              <a:t>M</a:t>
            </a:r>
          </a:p>
        </p:txBody>
      </p:sp>
      <p:sp>
        <p:nvSpPr>
          <p:cNvPr id="13" name="Freeform 12"/>
          <p:cNvSpPr/>
          <p:nvPr userDrawn="1"/>
        </p:nvSpPr>
        <p:spPr>
          <a:xfrm>
            <a:off x="8787766" y="242191"/>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chemeClr val="bg1">
              <a:lumMod val="6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lvl="0" algn="ctr" defTabSz="622300">
              <a:lnSpc>
                <a:spcPct val="90000"/>
              </a:lnSpc>
              <a:spcBef>
                <a:spcPct val="0"/>
              </a:spcBef>
              <a:spcAft>
                <a:spcPct val="35000"/>
              </a:spcAft>
            </a:pPr>
            <a:r>
              <a:rPr lang="en-US" sz="1400" kern="1200" dirty="0"/>
              <a:t>A</a:t>
            </a:r>
          </a:p>
        </p:txBody>
      </p:sp>
      <p:sp>
        <p:nvSpPr>
          <p:cNvPr id="14" name="Freeform 13"/>
          <p:cNvSpPr/>
          <p:nvPr userDrawn="1"/>
        </p:nvSpPr>
        <p:spPr>
          <a:xfrm>
            <a:off x="9426239" y="242191"/>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chemeClr val="bg1">
              <a:lumMod val="6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lvl="0" algn="ctr" defTabSz="622300">
              <a:lnSpc>
                <a:spcPct val="90000"/>
              </a:lnSpc>
              <a:spcBef>
                <a:spcPct val="0"/>
              </a:spcBef>
              <a:spcAft>
                <a:spcPct val="35000"/>
              </a:spcAft>
            </a:pPr>
            <a:r>
              <a:rPr lang="en-US" sz="1400" kern="1200" dirty="0"/>
              <a:t>I</a:t>
            </a:r>
          </a:p>
        </p:txBody>
      </p:sp>
      <p:sp>
        <p:nvSpPr>
          <p:cNvPr id="15" name="Freeform 14"/>
          <p:cNvSpPr/>
          <p:nvPr userDrawn="1"/>
        </p:nvSpPr>
        <p:spPr>
          <a:xfrm>
            <a:off x="10064711" y="242191"/>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chemeClr val="bg1">
              <a:lumMod val="6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74676" tIns="37338" rIns="98478" bIns="37338" numCol="1" spcCol="1270" anchor="ctr" anchorCtr="0">
            <a:noAutofit/>
          </a:bodyPr>
          <a:lstStyle/>
          <a:p>
            <a:pPr algn="ctr" defTabSz="622300">
              <a:lnSpc>
                <a:spcPct val="90000"/>
              </a:lnSpc>
              <a:spcBef>
                <a:spcPct val="0"/>
              </a:spcBef>
              <a:spcAft>
                <a:spcPct val="35000"/>
              </a:spcAft>
            </a:pPr>
            <a:r>
              <a:rPr lang="en-US" sz="1400" dirty="0"/>
              <a:t>C</a:t>
            </a:r>
          </a:p>
        </p:txBody>
      </p:sp>
      <p:sp>
        <p:nvSpPr>
          <p:cNvPr id="17" name="Rounded Rectangle 16"/>
          <p:cNvSpPr/>
          <p:nvPr userDrawn="1"/>
        </p:nvSpPr>
        <p:spPr>
          <a:xfrm>
            <a:off x="910447" y="5838938"/>
            <a:ext cx="10212729" cy="8037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spTree>
    <p:extLst>
      <p:ext uri="{BB962C8B-B14F-4D97-AF65-F5344CB8AC3E}">
        <p14:creationId xmlns:p14="http://schemas.microsoft.com/office/powerpoint/2010/main" val="1192627609"/>
      </p:ext>
    </p:extLst>
  </p:cSld>
  <p:clrMap bg1="lt1" tx1="dk1" bg2="lt2" tx2="dk2" accent1="accent1" accent2="accent2" accent3="accent3" accent4="accent4" accent5="accent5" accent6="accent6" hlink="hlink" folHlink="folHlink"/>
  <p:sldLayoutIdLst>
    <p:sldLayoutId id="2147483698" r:id="rId1"/>
  </p:sldLayoutIdLst>
  <p:hf hdr="0" ftr="0" dt="0"/>
  <p:txStyles>
    <p:titleStyle>
      <a:lvl1pPr algn="l" defTabSz="914400" rtl="0" eaLnBrk="1" latinLnBrk="0" hangingPunct="1">
        <a:lnSpc>
          <a:spcPct val="90000"/>
        </a:lnSpc>
        <a:spcBef>
          <a:spcPct val="0"/>
        </a:spcBef>
        <a:buNone/>
        <a:defRPr sz="3200" b="1"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235382" y="6356350"/>
            <a:ext cx="1548465" cy="365125"/>
          </a:xfrm>
          <a:prstGeom prst="rect">
            <a:avLst/>
          </a:prstGeom>
        </p:spPr>
        <p:txBody>
          <a:bodyPr vert="horz" lIns="91440" tIns="45720" rIns="91440" bIns="45720" rtlCol="0" anchor="ctr"/>
          <a:lstStyle>
            <a:lvl1pPr algn="r">
              <a:defRPr sz="1200" b="1">
                <a:solidFill>
                  <a:schemeClr val="tx1"/>
                </a:solidFill>
              </a:defRPr>
            </a:lvl1pPr>
          </a:lstStyle>
          <a:p>
            <a:fld id="{8E565A5E-131F-486C-BEC3-CA739A37F925}" type="slidenum">
              <a:rPr lang="en-US" smtClean="0"/>
              <a:pPr/>
              <a:t>‹#›</a:t>
            </a:fld>
            <a:endParaRPr lang="en-US" dirty="0"/>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228604" y="728095"/>
            <a:ext cx="878712" cy="400966"/>
          </a:xfrm>
          <a:prstGeom prst="rect">
            <a:avLst/>
          </a:prstGeom>
        </p:spPr>
      </p:pic>
      <p:pic>
        <p:nvPicPr>
          <p:cNvPr id="7" name="Picture 6"/>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1311243" y="118184"/>
            <a:ext cx="609912" cy="609912"/>
          </a:xfrm>
          <a:prstGeom prst="rect">
            <a:avLst/>
          </a:prstGeom>
        </p:spPr>
      </p:pic>
      <p:sp>
        <p:nvSpPr>
          <p:cNvPr id="9" name="Title 1"/>
          <p:cNvSpPr txBox="1">
            <a:spLocks/>
          </p:cNvSpPr>
          <p:nvPr userDrawn="1"/>
        </p:nvSpPr>
        <p:spPr>
          <a:xfrm>
            <a:off x="7510412" y="531897"/>
            <a:ext cx="3370777" cy="392777"/>
          </a:xfrm>
          <a:prstGeom prst="rect">
            <a:avLst/>
          </a:prstGeom>
        </p:spPr>
        <p:txBody>
          <a:bodyPr>
            <a:normAutofit/>
          </a:bodyPr>
          <a:lstStyle>
            <a:lvl1pPr algn="l" defTabSz="914400" rtl="0" eaLnBrk="1" latinLnBrk="0" hangingPunct="1">
              <a:lnSpc>
                <a:spcPct val="90000"/>
              </a:lnSpc>
              <a:spcBef>
                <a:spcPct val="0"/>
              </a:spcBef>
              <a:buNone/>
              <a:defRPr sz="3200" b="1" kern="1200">
                <a:solidFill>
                  <a:schemeClr val="tx1"/>
                </a:solidFill>
                <a:latin typeface="+mn-lt"/>
                <a:ea typeface="+mj-ea"/>
                <a:cs typeface="+mj-cs"/>
              </a:defRPr>
            </a:lvl1pPr>
          </a:lstStyle>
          <a:p>
            <a:pPr algn="ctr"/>
            <a:r>
              <a:rPr lang="en-US" sz="1800" dirty="0"/>
              <a:t>ANALYZE</a:t>
            </a:r>
          </a:p>
        </p:txBody>
      </p:sp>
      <p:sp>
        <p:nvSpPr>
          <p:cNvPr id="10" name="Rectangle 9"/>
          <p:cNvSpPr/>
          <p:nvPr userDrawn="1"/>
        </p:nvSpPr>
        <p:spPr>
          <a:xfrm>
            <a:off x="7510412" y="97010"/>
            <a:ext cx="3352800" cy="609600"/>
          </a:xfrm>
          <a:prstGeom prst="rect">
            <a:avLst/>
          </a:prstGeom>
          <a:noFill/>
        </p:spPr>
        <p:txBody>
          <a:bodyPr/>
          <a:lstStyle/>
          <a:p>
            <a:endParaRPr lang="en-US"/>
          </a:p>
        </p:txBody>
      </p:sp>
      <p:sp>
        <p:nvSpPr>
          <p:cNvPr id="11" name="Freeform 10"/>
          <p:cNvSpPr/>
          <p:nvPr userDrawn="1"/>
        </p:nvSpPr>
        <p:spPr>
          <a:xfrm>
            <a:off x="7510821" y="242191"/>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0 w 798090"/>
              <a:gd name="connsiteY5"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8090" h="319236">
                <a:moveTo>
                  <a:pt x="0" y="0"/>
                </a:moveTo>
                <a:lnTo>
                  <a:pt x="638472" y="0"/>
                </a:lnTo>
                <a:lnTo>
                  <a:pt x="798090" y="159618"/>
                </a:lnTo>
                <a:lnTo>
                  <a:pt x="638472" y="319236"/>
                </a:lnTo>
                <a:lnTo>
                  <a:pt x="0" y="319236"/>
                </a:lnTo>
                <a:lnTo>
                  <a:pt x="0" y="0"/>
                </a:lnTo>
                <a:close/>
              </a:path>
            </a:pathLst>
          </a:custGeom>
          <a:solidFill>
            <a:schemeClr val="bg1">
              <a:lumMod val="6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algn="ctr" defTabSz="622300">
              <a:lnSpc>
                <a:spcPct val="90000"/>
              </a:lnSpc>
              <a:spcBef>
                <a:spcPct val="0"/>
              </a:spcBef>
              <a:spcAft>
                <a:spcPct val="35000"/>
              </a:spcAft>
            </a:pPr>
            <a:r>
              <a:rPr lang="en-US" sz="1400" dirty="0"/>
              <a:t>D</a:t>
            </a:r>
          </a:p>
        </p:txBody>
      </p:sp>
      <p:sp>
        <p:nvSpPr>
          <p:cNvPr id="12" name="Freeform 11"/>
          <p:cNvSpPr/>
          <p:nvPr userDrawn="1"/>
        </p:nvSpPr>
        <p:spPr>
          <a:xfrm>
            <a:off x="8149293" y="242191"/>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chemeClr val="bg1">
              <a:lumMod val="6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algn="ctr" defTabSz="622300">
              <a:lnSpc>
                <a:spcPct val="90000"/>
              </a:lnSpc>
              <a:spcBef>
                <a:spcPct val="0"/>
              </a:spcBef>
              <a:spcAft>
                <a:spcPct val="35000"/>
              </a:spcAft>
            </a:pPr>
            <a:r>
              <a:rPr lang="en-US" sz="1400" dirty="0"/>
              <a:t>M</a:t>
            </a:r>
          </a:p>
        </p:txBody>
      </p:sp>
      <p:sp>
        <p:nvSpPr>
          <p:cNvPr id="13" name="Freeform 12"/>
          <p:cNvSpPr/>
          <p:nvPr userDrawn="1"/>
        </p:nvSpPr>
        <p:spPr>
          <a:xfrm>
            <a:off x="8787766" y="242191"/>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rgbClr val="7030A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lvl="0" algn="ctr" defTabSz="622300">
              <a:lnSpc>
                <a:spcPct val="90000"/>
              </a:lnSpc>
              <a:spcBef>
                <a:spcPct val="0"/>
              </a:spcBef>
              <a:spcAft>
                <a:spcPct val="35000"/>
              </a:spcAft>
            </a:pPr>
            <a:r>
              <a:rPr lang="en-US" sz="1400" kern="1200" dirty="0"/>
              <a:t>A</a:t>
            </a:r>
          </a:p>
        </p:txBody>
      </p:sp>
      <p:sp>
        <p:nvSpPr>
          <p:cNvPr id="14" name="Freeform 13"/>
          <p:cNvSpPr/>
          <p:nvPr userDrawn="1"/>
        </p:nvSpPr>
        <p:spPr>
          <a:xfrm>
            <a:off x="9426239" y="242191"/>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chemeClr val="bg1">
              <a:lumMod val="6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lvl="0" algn="ctr" defTabSz="622300">
              <a:lnSpc>
                <a:spcPct val="90000"/>
              </a:lnSpc>
              <a:spcBef>
                <a:spcPct val="0"/>
              </a:spcBef>
              <a:spcAft>
                <a:spcPct val="35000"/>
              </a:spcAft>
            </a:pPr>
            <a:r>
              <a:rPr lang="en-US" sz="1400" kern="1200" dirty="0"/>
              <a:t>I</a:t>
            </a:r>
          </a:p>
        </p:txBody>
      </p:sp>
      <p:sp>
        <p:nvSpPr>
          <p:cNvPr id="15" name="Freeform 14"/>
          <p:cNvSpPr/>
          <p:nvPr userDrawn="1"/>
        </p:nvSpPr>
        <p:spPr>
          <a:xfrm>
            <a:off x="10064711" y="242191"/>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chemeClr val="bg1">
              <a:lumMod val="6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74676" tIns="37338" rIns="98478" bIns="37338" numCol="1" spcCol="1270" anchor="ctr" anchorCtr="0">
            <a:noAutofit/>
          </a:bodyPr>
          <a:lstStyle/>
          <a:p>
            <a:pPr algn="ctr" defTabSz="622300">
              <a:lnSpc>
                <a:spcPct val="90000"/>
              </a:lnSpc>
              <a:spcBef>
                <a:spcPct val="0"/>
              </a:spcBef>
              <a:spcAft>
                <a:spcPct val="35000"/>
              </a:spcAft>
            </a:pPr>
            <a:r>
              <a:rPr lang="en-US" sz="1400" dirty="0"/>
              <a:t>C</a:t>
            </a:r>
          </a:p>
        </p:txBody>
      </p:sp>
      <p:sp>
        <p:nvSpPr>
          <p:cNvPr id="17" name="Rounded Rectangle 16"/>
          <p:cNvSpPr/>
          <p:nvPr userDrawn="1"/>
        </p:nvSpPr>
        <p:spPr>
          <a:xfrm>
            <a:off x="910447" y="5838938"/>
            <a:ext cx="10212729" cy="8037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spTree>
    <p:extLst>
      <p:ext uri="{BB962C8B-B14F-4D97-AF65-F5344CB8AC3E}">
        <p14:creationId xmlns:p14="http://schemas.microsoft.com/office/powerpoint/2010/main" val="1612441236"/>
      </p:ext>
    </p:extLst>
  </p:cSld>
  <p:clrMap bg1="lt1" tx1="dk1" bg2="lt2" tx2="dk2" accent1="accent1" accent2="accent2" accent3="accent3" accent4="accent4" accent5="accent5" accent6="accent6" hlink="hlink" folHlink="folHlink"/>
  <p:sldLayoutIdLst>
    <p:sldLayoutId id="2147483696" r:id="rId1"/>
  </p:sldLayoutIdLst>
  <p:hf hdr="0" ftr="0" dt="0"/>
  <p:txStyles>
    <p:titleStyle>
      <a:lvl1pPr algn="l" defTabSz="914400" rtl="0" eaLnBrk="1" latinLnBrk="0" hangingPunct="1">
        <a:lnSpc>
          <a:spcPct val="90000"/>
        </a:lnSpc>
        <a:spcBef>
          <a:spcPct val="0"/>
        </a:spcBef>
        <a:buNone/>
        <a:defRPr sz="3200" b="1"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235382" y="6356350"/>
            <a:ext cx="1548465" cy="365125"/>
          </a:xfrm>
          <a:prstGeom prst="rect">
            <a:avLst/>
          </a:prstGeom>
        </p:spPr>
        <p:txBody>
          <a:bodyPr vert="horz" lIns="91440" tIns="45720" rIns="91440" bIns="45720" rtlCol="0" anchor="ctr"/>
          <a:lstStyle>
            <a:lvl1pPr algn="r">
              <a:defRPr sz="1200" b="1">
                <a:solidFill>
                  <a:schemeClr val="tx1"/>
                </a:solidFill>
              </a:defRPr>
            </a:lvl1pPr>
          </a:lstStyle>
          <a:p>
            <a:fld id="{8E565A5E-131F-486C-BEC3-CA739A37F925}" type="slidenum">
              <a:rPr lang="en-US" smtClean="0"/>
              <a:pPr/>
              <a:t>‹#›</a:t>
            </a:fld>
            <a:endParaRPr lang="en-US" dirty="0"/>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228604" y="728095"/>
            <a:ext cx="878712" cy="400966"/>
          </a:xfrm>
          <a:prstGeom prst="rect">
            <a:avLst/>
          </a:prstGeom>
        </p:spPr>
      </p:pic>
      <p:pic>
        <p:nvPicPr>
          <p:cNvPr id="7" name="Picture 6"/>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1311243" y="118184"/>
            <a:ext cx="609912" cy="609912"/>
          </a:xfrm>
          <a:prstGeom prst="rect">
            <a:avLst/>
          </a:prstGeom>
        </p:spPr>
      </p:pic>
      <p:sp>
        <p:nvSpPr>
          <p:cNvPr id="9" name="Title 1"/>
          <p:cNvSpPr txBox="1">
            <a:spLocks/>
          </p:cNvSpPr>
          <p:nvPr userDrawn="1"/>
        </p:nvSpPr>
        <p:spPr>
          <a:xfrm>
            <a:off x="7510412" y="531897"/>
            <a:ext cx="3370777" cy="392777"/>
          </a:xfrm>
          <a:prstGeom prst="rect">
            <a:avLst/>
          </a:prstGeom>
        </p:spPr>
        <p:txBody>
          <a:bodyPr>
            <a:normAutofit/>
          </a:bodyPr>
          <a:lstStyle>
            <a:lvl1pPr algn="l" defTabSz="914400" rtl="0" eaLnBrk="1" latinLnBrk="0" hangingPunct="1">
              <a:lnSpc>
                <a:spcPct val="90000"/>
              </a:lnSpc>
              <a:spcBef>
                <a:spcPct val="0"/>
              </a:spcBef>
              <a:buNone/>
              <a:defRPr sz="3200" b="1" kern="1200">
                <a:solidFill>
                  <a:schemeClr val="tx1"/>
                </a:solidFill>
                <a:latin typeface="+mn-lt"/>
                <a:ea typeface="+mj-ea"/>
                <a:cs typeface="+mj-cs"/>
              </a:defRPr>
            </a:lvl1pPr>
          </a:lstStyle>
          <a:p>
            <a:pPr algn="ctr"/>
            <a:r>
              <a:rPr lang="en-US" sz="1800" dirty="0"/>
              <a:t>IMPROVE</a:t>
            </a:r>
          </a:p>
        </p:txBody>
      </p:sp>
      <p:sp>
        <p:nvSpPr>
          <p:cNvPr id="10" name="Rectangle 9"/>
          <p:cNvSpPr/>
          <p:nvPr userDrawn="1"/>
        </p:nvSpPr>
        <p:spPr>
          <a:xfrm>
            <a:off x="7510412" y="97010"/>
            <a:ext cx="3352800" cy="609600"/>
          </a:xfrm>
          <a:prstGeom prst="rect">
            <a:avLst/>
          </a:prstGeom>
          <a:noFill/>
        </p:spPr>
        <p:txBody>
          <a:bodyPr/>
          <a:lstStyle/>
          <a:p>
            <a:endParaRPr lang="en-US"/>
          </a:p>
        </p:txBody>
      </p:sp>
      <p:sp>
        <p:nvSpPr>
          <p:cNvPr id="11" name="Freeform 10"/>
          <p:cNvSpPr/>
          <p:nvPr userDrawn="1"/>
        </p:nvSpPr>
        <p:spPr>
          <a:xfrm>
            <a:off x="7510821" y="242191"/>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0 w 798090"/>
              <a:gd name="connsiteY5"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8090" h="319236">
                <a:moveTo>
                  <a:pt x="0" y="0"/>
                </a:moveTo>
                <a:lnTo>
                  <a:pt x="638472" y="0"/>
                </a:lnTo>
                <a:lnTo>
                  <a:pt x="798090" y="159618"/>
                </a:lnTo>
                <a:lnTo>
                  <a:pt x="638472" y="319236"/>
                </a:lnTo>
                <a:lnTo>
                  <a:pt x="0" y="319236"/>
                </a:lnTo>
                <a:lnTo>
                  <a:pt x="0" y="0"/>
                </a:lnTo>
                <a:close/>
              </a:path>
            </a:pathLst>
          </a:custGeom>
          <a:solidFill>
            <a:schemeClr val="bg1">
              <a:lumMod val="6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algn="ctr" defTabSz="622300">
              <a:lnSpc>
                <a:spcPct val="90000"/>
              </a:lnSpc>
              <a:spcBef>
                <a:spcPct val="0"/>
              </a:spcBef>
              <a:spcAft>
                <a:spcPct val="35000"/>
              </a:spcAft>
            </a:pPr>
            <a:r>
              <a:rPr lang="en-US" sz="1400" dirty="0"/>
              <a:t>D</a:t>
            </a:r>
          </a:p>
        </p:txBody>
      </p:sp>
      <p:sp>
        <p:nvSpPr>
          <p:cNvPr id="12" name="Freeform 11"/>
          <p:cNvSpPr/>
          <p:nvPr userDrawn="1"/>
        </p:nvSpPr>
        <p:spPr>
          <a:xfrm>
            <a:off x="8149293" y="242191"/>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chemeClr val="bg1">
              <a:lumMod val="6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algn="ctr" defTabSz="622300">
              <a:lnSpc>
                <a:spcPct val="90000"/>
              </a:lnSpc>
              <a:spcBef>
                <a:spcPct val="0"/>
              </a:spcBef>
              <a:spcAft>
                <a:spcPct val="35000"/>
              </a:spcAft>
            </a:pPr>
            <a:r>
              <a:rPr lang="en-US" sz="1400" dirty="0"/>
              <a:t>M</a:t>
            </a:r>
          </a:p>
        </p:txBody>
      </p:sp>
      <p:sp>
        <p:nvSpPr>
          <p:cNvPr id="13" name="Freeform 12"/>
          <p:cNvSpPr/>
          <p:nvPr userDrawn="1"/>
        </p:nvSpPr>
        <p:spPr>
          <a:xfrm>
            <a:off x="8787766" y="242191"/>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chemeClr val="bg1">
              <a:lumMod val="6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lvl="0" algn="ctr" defTabSz="622300">
              <a:lnSpc>
                <a:spcPct val="90000"/>
              </a:lnSpc>
              <a:spcBef>
                <a:spcPct val="0"/>
              </a:spcBef>
              <a:spcAft>
                <a:spcPct val="35000"/>
              </a:spcAft>
            </a:pPr>
            <a:r>
              <a:rPr lang="en-US" sz="1400" kern="1200" dirty="0"/>
              <a:t>A</a:t>
            </a:r>
          </a:p>
        </p:txBody>
      </p:sp>
      <p:sp>
        <p:nvSpPr>
          <p:cNvPr id="14" name="Freeform 13"/>
          <p:cNvSpPr/>
          <p:nvPr userDrawn="1"/>
        </p:nvSpPr>
        <p:spPr>
          <a:xfrm>
            <a:off x="9426239" y="242191"/>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rgbClr val="7030A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lvl="0" algn="ctr" defTabSz="622300">
              <a:lnSpc>
                <a:spcPct val="90000"/>
              </a:lnSpc>
              <a:spcBef>
                <a:spcPct val="0"/>
              </a:spcBef>
              <a:spcAft>
                <a:spcPct val="35000"/>
              </a:spcAft>
            </a:pPr>
            <a:r>
              <a:rPr lang="en-US" sz="1400" kern="1200" dirty="0"/>
              <a:t>I</a:t>
            </a:r>
          </a:p>
        </p:txBody>
      </p:sp>
      <p:sp>
        <p:nvSpPr>
          <p:cNvPr id="15" name="Freeform 14"/>
          <p:cNvSpPr/>
          <p:nvPr userDrawn="1"/>
        </p:nvSpPr>
        <p:spPr>
          <a:xfrm>
            <a:off x="10064711" y="242191"/>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chemeClr val="bg1">
              <a:lumMod val="6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74676" tIns="37338" rIns="98478" bIns="37338" numCol="1" spcCol="1270" anchor="ctr" anchorCtr="0">
            <a:noAutofit/>
          </a:bodyPr>
          <a:lstStyle/>
          <a:p>
            <a:pPr algn="ctr" defTabSz="622300">
              <a:lnSpc>
                <a:spcPct val="90000"/>
              </a:lnSpc>
              <a:spcBef>
                <a:spcPct val="0"/>
              </a:spcBef>
              <a:spcAft>
                <a:spcPct val="35000"/>
              </a:spcAft>
            </a:pPr>
            <a:r>
              <a:rPr lang="en-US" sz="1400" dirty="0"/>
              <a:t>C</a:t>
            </a:r>
          </a:p>
        </p:txBody>
      </p:sp>
      <p:sp>
        <p:nvSpPr>
          <p:cNvPr id="17" name="Rounded Rectangle 16"/>
          <p:cNvSpPr/>
          <p:nvPr userDrawn="1"/>
        </p:nvSpPr>
        <p:spPr>
          <a:xfrm>
            <a:off x="910447" y="5838938"/>
            <a:ext cx="10212729" cy="8037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spTree>
    <p:extLst>
      <p:ext uri="{BB962C8B-B14F-4D97-AF65-F5344CB8AC3E}">
        <p14:creationId xmlns:p14="http://schemas.microsoft.com/office/powerpoint/2010/main" val="1314932231"/>
      </p:ext>
    </p:extLst>
  </p:cSld>
  <p:clrMap bg1="lt1" tx1="dk1" bg2="lt2" tx2="dk2" accent1="accent1" accent2="accent2" accent3="accent3" accent4="accent4" accent5="accent5" accent6="accent6" hlink="hlink" folHlink="folHlink"/>
  <p:sldLayoutIdLst>
    <p:sldLayoutId id="2147483694" r:id="rId1"/>
  </p:sldLayoutIdLst>
  <p:hf hdr="0" ftr="0" dt="0"/>
  <p:txStyles>
    <p:titleStyle>
      <a:lvl1pPr algn="l" defTabSz="914400" rtl="0" eaLnBrk="1" latinLnBrk="0" hangingPunct="1">
        <a:lnSpc>
          <a:spcPct val="90000"/>
        </a:lnSpc>
        <a:spcBef>
          <a:spcPct val="0"/>
        </a:spcBef>
        <a:buNone/>
        <a:defRPr sz="3200" b="1"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235382" y="6356350"/>
            <a:ext cx="1548465" cy="365125"/>
          </a:xfrm>
          <a:prstGeom prst="rect">
            <a:avLst/>
          </a:prstGeom>
        </p:spPr>
        <p:txBody>
          <a:bodyPr vert="horz" lIns="91440" tIns="45720" rIns="91440" bIns="45720" rtlCol="0" anchor="ctr"/>
          <a:lstStyle>
            <a:lvl1pPr algn="r">
              <a:defRPr sz="1200" b="1">
                <a:solidFill>
                  <a:schemeClr val="tx1"/>
                </a:solidFill>
              </a:defRPr>
            </a:lvl1pPr>
          </a:lstStyle>
          <a:p>
            <a:fld id="{8E565A5E-131F-486C-BEC3-CA739A37F925}" type="slidenum">
              <a:rPr lang="en-US" smtClean="0"/>
              <a:pPr/>
              <a:t>‹#›</a:t>
            </a:fld>
            <a:endParaRPr lang="en-US" dirty="0"/>
          </a:p>
        </p:txBody>
      </p:sp>
      <p:pic>
        <p:nvPicPr>
          <p:cNvPr id="8" name="Picture 7"/>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1228604" y="728095"/>
            <a:ext cx="878712" cy="400966"/>
          </a:xfrm>
          <a:prstGeom prst="rect">
            <a:avLst/>
          </a:prstGeom>
        </p:spPr>
      </p:pic>
      <p:pic>
        <p:nvPicPr>
          <p:cNvPr id="7" name="Picture 6"/>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1311243" y="118184"/>
            <a:ext cx="609912" cy="609912"/>
          </a:xfrm>
          <a:prstGeom prst="rect">
            <a:avLst/>
          </a:prstGeom>
        </p:spPr>
      </p:pic>
      <p:sp>
        <p:nvSpPr>
          <p:cNvPr id="9" name="Title 1"/>
          <p:cNvSpPr txBox="1">
            <a:spLocks/>
          </p:cNvSpPr>
          <p:nvPr userDrawn="1"/>
        </p:nvSpPr>
        <p:spPr>
          <a:xfrm>
            <a:off x="7510412" y="531897"/>
            <a:ext cx="3370777" cy="392777"/>
          </a:xfrm>
          <a:prstGeom prst="rect">
            <a:avLst/>
          </a:prstGeom>
        </p:spPr>
        <p:txBody>
          <a:bodyPr>
            <a:normAutofit/>
          </a:bodyPr>
          <a:lstStyle>
            <a:lvl1pPr algn="l" defTabSz="914400" rtl="0" eaLnBrk="1" latinLnBrk="0" hangingPunct="1">
              <a:lnSpc>
                <a:spcPct val="90000"/>
              </a:lnSpc>
              <a:spcBef>
                <a:spcPct val="0"/>
              </a:spcBef>
              <a:buNone/>
              <a:defRPr sz="3200" b="1" kern="1200">
                <a:solidFill>
                  <a:schemeClr val="tx1"/>
                </a:solidFill>
                <a:latin typeface="+mn-lt"/>
                <a:ea typeface="+mj-ea"/>
                <a:cs typeface="+mj-cs"/>
              </a:defRPr>
            </a:lvl1pPr>
          </a:lstStyle>
          <a:p>
            <a:pPr algn="ctr"/>
            <a:r>
              <a:rPr lang="en-US" sz="1800" dirty="0"/>
              <a:t>CONTROL</a:t>
            </a:r>
          </a:p>
        </p:txBody>
      </p:sp>
      <p:sp>
        <p:nvSpPr>
          <p:cNvPr id="10" name="Rectangle 9"/>
          <p:cNvSpPr/>
          <p:nvPr userDrawn="1"/>
        </p:nvSpPr>
        <p:spPr>
          <a:xfrm>
            <a:off x="7510412" y="97010"/>
            <a:ext cx="3352800" cy="609600"/>
          </a:xfrm>
          <a:prstGeom prst="rect">
            <a:avLst/>
          </a:prstGeom>
          <a:noFill/>
        </p:spPr>
        <p:txBody>
          <a:bodyPr/>
          <a:lstStyle/>
          <a:p>
            <a:endParaRPr lang="en-US"/>
          </a:p>
        </p:txBody>
      </p:sp>
      <p:sp>
        <p:nvSpPr>
          <p:cNvPr id="11" name="Freeform 10"/>
          <p:cNvSpPr/>
          <p:nvPr userDrawn="1"/>
        </p:nvSpPr>
        <p:spPr>
          <a:xfrm>
            <a:off x="7510821" y="242191"/>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0 w 798090"/>
              <a:gd name="connsiteY5"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8090" h="319236">
                <a:moveTo>
                  <a:pt x="0" y="0"/>
                </a:moveTo>
                <a:lnTo>
                  <a:pt x="638472" y="0"/>
                </a:lnTo>
                <a:lnTo>
                  <a:pt x="798090" y="159618"/>
                </a:lnTo>
                <a:lnTo>
                  <a:pt x="638472" y="319236"/>
                </a:lnTo>
                <a:lnTo>
                  <a:pt x="0" y="319236"/>
                </a:lnTo>
                <a:lnTo>
                  <a:pt x="0" y="0"/>
                </a:lnTo>
                <a:close/>
              </a:path>
            </a:pathLst>
          </a:custGeom>
          <a:solidFill>
            <a:schemeClr val="bg1">
              <a:lumMod val="6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algn="ctr" defTabSz="622300">
              <a:lnSpc>
                <a:spcPct val="90000"/>
              </a:lnSpc>
              <a:spcBef>
                <a:spcPct val="0"/>
              </a:spcBef>
              <a:spcAft>
                <a:spcPct val="35000"/>
              </a:spcAft>
            </a:pPr>
            <a:r>
              <a:rPr lang="en-US" sz="1400" dirty="0"/>
              <a:t>D</a:t>
            </a:r>
          </a:p>
        </p:txBody>
      </p:sp>
      <p:sp>
        <p:nvSpPr>
          <p:cNvPr id="12" name="Freeform 11"/>
          <p:cNvSpPr/>
          <p:nvPr userDrawn="1"/>
        </p:nvSpPr>
        <p:spPr>
          <a:xfrm>
            <a:off x="8149293" y="242191"/>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chemeClr val="bg1">
              <a:lumMod val="6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algn="ctr" defTabSz="622300">
              <a:lnSpc>
                <a:spcPct val="90000"/>
              </a:lnSpc>
              <a:spcBef>
                <a:spcPct val="0"/>
              </a:spcBef>
              <a:spcAft>
                <a:spcPct val="35000"/>
              </a:spcAft>
            </a:pPr>
            <a:r>
              <a:rPr lang="en-US" sz="1400" dirty="0"/>
              <a:t>M</a:t>
            </a:r>
          </a:p>
        </p:txBody>
      </p:sp>
      <p:sp>
        <p:nvSpPr>
          <p:cNvPr id="13" name="Freeform 12"/>
          <p:cNvSpPr/>
          <p:nvPr userDrawn="1"/>
        </p:nvSpPr>
        <p:spPr>
          <a:xfrm>
            <a:off x="8787766" y="242191"/>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chemeClr val="bg1">
              <a:lumMod val="6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lvl="0" algn="ctr" defTabSz="622300">
              <a:lnSpc>
                <a:spcPct val="90000"/>
              </a:lnSpc>
              <a:spcBef>
                <a:spcPct val="0"/>
              </a:spcBef>
              <a:spcAft>
                <a:spcPct val="35000"/>
              </a:spcAft>
            </a:pPr>
            <a:r>
              <a:rPr lang="en-US" sz="1400" kern="1200" dirty="0"/>
              <a:t>A</a:t>
            </a:r>
          </a:p>
        </p:txBody>
      </p:sp>
      <p:sp>
        <p:nvSpPr>
          <p:cNvPr id="14" name="Freeform 13"/>
          <p:cNvSpPr/>
          <p:nvPr userDrawn="1"/>
        </p:nvSpPr>
        <p:spPr>
          <a:xfrm>
            <a:off x="9426239" y="242191"/>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chemeClr val="bg1">
              <a:lumMod val="6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lvl="0" algn="ctr" defTabSz="622300">
              <a:lnSpc>
                <a:spcPct val="90000"/>
              </a:lnSpc>
              <a:spcBef>
                <a:spcPct val="0"/>
              </a:spcBef>
              <a:spcAft>
                <a:spcPct val="35000"/>
              </a:spcAft>
            </a:pPr>
            <a:r>
              <a:rPr lang="en-US" sz="1400" kern="1200" dirty="0"/>
              <a:t>I</a:t>
            </a:r>
          </a:p>
        </p:txBody>
      </p:sp>
      <p:sp>
        <p:nvSpPr>
          <p:cNvPr id="15" name="Freeform 14"/>
          <p:cNvSpPr/>
          <p:nvPr userDrawn="1"/>
        </p:nvSpPr>
        <p:spPr>
          <a:xfrm>
            <a:off x="10064711" y="242191"/>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rgbClr val="1C3F95"/>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74676" tIns="37338" rIns="98478" bIns="37338" numCol="1" spcCol="1270" anchor="ctr" anchorCtr="0">
            <a:noAutofit/>
          </a:bodyPr>
          <a:lstStyle/>
          <a:p>
            <a:pPr algn="ctr" defTabSz="622300">
              <a:lnSpc>
                <a:spcPct val="90000"/>
              </a:lnSpc>
              <a:spcBef>
                <a:spcPct val="0"/>
              </a:spcBef>
              <a:spcAft>
                <a:spcPct val="35000"/>
              </a:spcAft>
            </a:pPr>
            <a:r>
              <a:rPr lang="en-US" sz="1400" dirty="0"/>
              <a:t>C</a:t>
            </a:r>
          </a:p>
        </p:txBody>
      </p:sp>
      <p:sp>
        <p:nvSpPr>
          <p:cNvPr id="17" name="Rounded Rectangle 16"/>
          <p:cNvSpPr/>
          <p:nvPr userDrawn="1"/>
        </p:nvSpPr>
        <p:spPr>
          <a:xfrm>
            <a:off x="910447" y="5838938"/>
            <a:ext cx="10212729" cy="8037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spTree>
    <p:extLst>
      <p:ext uri="{BB962C8B-B14F-4D97-AF65-F5344CB8AC3E}">
        <p14:creationId xmlns:p14="http://schemas.microsoft.com/office/powerpoint/2010/main" val="3031736112"/>
      </p:ext>
    </p:extLst>
  </p:cSld>
  <p:clrMap bg1="lt1" tx1="dk1" bg2="lt2" tx2="dk2" accent1="accent1" accent2="accent2" accent3="accent3" accent4="accent4" accent5="accent5" accent6="accent6" hlink="hlink" folHlink="folHlink"/>
  <p:sldLayoutIdLst>
    <p:sldLayoutId id="2147483663" r:id="rId1"/>
    <p:sldLayoutId id="2147483691" r:id="rId2"/>
    <p:sldLayoutId id="2147483728" r:id="rId3"/>
  </p:sldLayoutIdLst>
  <p:hf hdr="0" ftr="0" dt="0"/>
  <p:txStyles>
    <p:titleStyle>
      <a:lvl1pPr algn="l" defTabSz="914400" rtl="0" eaLnBrk="1" latinLnBrk="0" hangingPunct="1">
        <a:lnSpc>
          <a:spcPct val="90000"/>
        </a:lnSpc>
        <a:spcBef>
          <a:spcPct val="0"/>
        </a:spcBef>
        <a:buNone/>
        <a:defRPr sz="3200" b="1"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5591" y="201183"/>
            <a:ext cx="10515600" cy="99591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75865" y="1825625"/>
            <a:ext cx="11407983"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a:xfrm>
            <a:off x="10235384" y="6356352"/>
            <a:ext cx="1548465" cy="365125"/>
          </a:xfrm>
          <a:prstGeom prst="rect">
            <a:avLst/>
          </a:prstGeom>
        </p:spPr>
        <p:txBody>
          <a:bodyPr vert="horz" lIns="91440" tIns="45720" rIns="91440" bIns="45720" rtlCol="0" anchor="ctr"/>
          <a:lstStyle>
            <a:lvl1pPr algn="r">
              <a:defRPr sz="1200" b="1">
                <a:solidFill>
                  <a:schemeClr val="tx1"/>
                </a:solidFill>
              </a:defRPr>
            </a:lvl1pPr>
          </a:lstStyle>
          <a:p>
            <a:fld id="{8E565A5E-131F-486C-BEC3-CA739A37F925}" type="slidenum">
              <a:rPr lang="en-US" smtClean="0">
                <a:solidFill>
                  <a:prstClr val="black"/>
                </a:solidFill>
              </a:rPr>
              <a:pPr/>
              <a:t>‹#›</a:t>
            </a:fld>
            <a:endParaRPr lang="en-US" dirty="0">
              <a:solidFill>
                <a:prstClr val="black"/>
              </a:solidFill>
            </a:endParaRPr>
          </a:p>
        </p:txBody>
      </p:sp>
      <p:pic>
        <p:nvPicPr>
          <p:cNvPr id="8" name="Picture 7"/>
          <p:cNvPicPr>
            <a:picLocks noChangeAspect="1"/>
          </p:cNvPicPr>
          <p:nvPr userDrawn="1"/>
        </p:nvPicPr>
        <p:blipFill>
          <a:blip r:embed="rId10" cstate="print">
            <a:extLst>
              <a:ext uri="{28A0092B-C50C-407E-A947-70E740481C1C}">
                <a14:useLocalDpi xmlns:a14="http://schemas.microsoft.com/office/drawing/2010/main" val="0"/>
              </a:ext>
            </a:extLst>
          </a:blip>
          <a:stretch>
            <a:fillRect/>
          </a:stretch>
        </p:blipFill>
        <p:spPr>
          <a:xfrm>
            <a:off x="11228604" y="728095"/>
            <a:ext cx="878712" cy="400966"/>
          </a:xfrm>
          <a:prstGeom prst="rect">
            <a:avLst/>
          </a:prstGeom>
        </p:spPr>
      </p:pic>
      <p:pic>
        <p:nvPicPr>
          <p:cNvPr id="7" name="Picture 6"/>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11311243" y="118184"/>
            <a:ext cx="609912" cy="609912"/>
          </a:xfrm>
          <a:prstGeom prst="rect">
            <a:avLst/>
          </a:prstGeom>
        </p:spPr>
      </p:pic>
    </p:spTree>
    <p:extLst>
      <p:ext uri="{BB962C8B-B14F-4D97-AF65-F5344CB8AC3E}">
        <p14:creationId xmlns:p14="http://schemas.microsoft.com/office/powerpoint/2010/main" val="2629857003"/>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Lst>
  <p:hf hdr="0" ftr="0" dt="0"/>
  <p:txStyles>
    <p:titleStyle>
      <a:lvl1pPr algn="l" defTabSz="914400" rtl="0" eaLnBrk="1" latinLnBrk="0" hangingPunct="1">
        <a:lnSpc>
          <a:spcPct val="90000"/>
        </a:lnSpc>
        <a:spcBef>
          <a:spcPct val="0"/>
        </a:spcBef>
        <a:buNone/>
        <a:defRPr sz="3200" b="1"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5591" y="201183"/>
            <a:ext cx="10515600" cy="99591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75865" y="1825625"/>
            <a:ext cx="11407983"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a:xfrm>
            <a:off x="10235384" y="6356352"/>
            <a:ext cx="1548465" cy="365125"/>
          </a:xfrm>
          <a:prstGeom prst="rect">
            <a:avLst/>
          </a:prstGeom>
        </p:spPr>
        <p:txBody>
          <a:bodyPr vert="horz" lIns="91440" tIns="45720" rIns="91440" bIns="45720" rtlCol="0" anchor="ctr"/>
          <a:lstStyle>
            <a:lvl1pPr algn="r">
              <a:defRPr sz="1200" b="1">
                <a:solidFill>
                  <a:schemeClr val="tx1"/>
                </a:solidFill>
              </a:defRPr>
            </a:lvl1pPr>
          </a:lstStyle>
          <a:p>
            <a:fld id="{8E565A5E-131F-486C-BEC3-CA739A37F925}" type="slidenum">
              <a:rPr lang="en-US" smtClean="0">
                <a:solidFill>
                  <a:prstClr val="black"/>
                </a:solidFill>
              </a:rPr>
              <a:pPr/>
              <a:t>‹#›</a:t>
            </a:fld>
            <a:endParaRPr lang="en-US" dirty="0">
              <a:solidFill>
                <a:prstClr val="black"/>
              </a:solidFill>
            </a:endParaRPr>
          </a:p>
        </p:txBody>
      </p:sp>
      <p:pic>
        <p:nvPicPr>
          <p:cNvPr id="8" name="Picture 7"/>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1228604" y="728095"/>
            <a:ext cx="878712" cy="400966"/>
          </a:xfrm>
          <a:prstGeom prst="rect">
            <a:avLst/>
          </a:prstGeom>
        </p:spPr>
      </p:pic>
      <p:pic>
        <p:nvPicPr>
          <p:cNvPr id="7" name="Picture 6"/>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11311243" y="118184"/>
            <a:ext cx="609912" cy="609912"/>
          </a:xfrm>
          <a:prstGeom prst="rect">
            <a:avLst/>
          </a:prstGeom>
        </p:spPr>
      </p:pic>
      <p:pic>
        <p:nvPicPr>
          <p:cNvPr id="9" name="Picture 8">
            <a:extLst>
              <a:ext uri="{FF2B5EF4-FFF2-40B4-BE49-F238E27FC236}">
                <a16:creationId xmlns:a16="http://schemas.microsoft.com/office/drawing/2014/main" id="{50B56D58-17C2-4397-B880-79A6A2942C00}"/>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1228604" y="728095"/>
            <a:ext cx="878712" cy="400966"/>
          </a:xfrm>
          <a:prstGeom prst="rect">
            <a:avLst/>
          </a:prstGeom>
        </p:spPr>
      </p:pic>
      <p:pic>
        <p:nvPicPr>
          <p:cNvPr id="10" name="Picture 9">
            <a:extLst>
              <a:ext uri="{FF2B5EF4-FFF2-40B4-BE49-F238E27FC236}">
                <a16:creationId xmlns:a16="http://schemas.microsoft.com/office/drawing/2014/main" id="{7D1D5FB3-2461-46DF-84AD-99A35989207B}"/>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11311243" y="118184"/>
            <a:ext cx="609912" cy="609912"/>
          </a:xfrm>
          <a:prstGeom prst="rect">
            <a:avLst/>
          </a:prstGeom>
        </p:spPr>
      </p:pic>
      <p:pic>
        <p:nvPicPr>
          <p:cNvPr id="11" name="Picture 10">
            <a:extLst>
              <a:ext uri="{FF2B5EF4-FFF2-40B4-BE49-F238E27FC236}">
                <a16:creationId xmlns:a16="http://schemas.microsoft.com/office/drawing/2014/main" id="{50252824-D6DA-47B2-9003-669E590463F8}"/>
              </a:ext>
            </a:extLst>
          </p:cNvPr>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11228604" y="728095"/>
            <a:ext cx="878712" cy="400966"/>
          </a:xfrm>
          <a:prstGeom prst="rect">
            <a:avLst/>
          </a:prstGeom>
        </p:spPr>
      </p:pic>
      <p:pic>
        <p:nvPicPr>
          <p:cNvPr id="12" name="Picture 11">
            <a:extLst>
              <a:ext uri="{FF2B5EF4-FFF2-40B4-BE49-F238E27FC236}">
                <a16:creationId xmlns:a16="http://schemas.microsoft.com/office/drawing/2014/main" id="{DDE7E10E-D8BF-4FA0-B906-769D46E11A8D}"/>
              </a:ext>
            </a:extLst>
          </p:cNvPr>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11311243" y="118184"/>
            <a:ext cx="609912" cy="609912"/>
          </a:xfrm>
          <a:prstGeom prst="rect">
            <a:avLst/>
          </a:prstGeom>
        </p:spPr>
      </p:pic>
    </p:spTree>
    <p:extLst>
      <p:ext uri="{BB962C8B-B14F-4D97-AF65-F5344CB8AC3E}">
        <p14:creationId xmlns:p14="http://schemas.microsoft.com/office/powerpoint/2010/main" val="3211000622"/>
      </p:ext>
    </p:extLst>
  </p:cSld>
  <p:clrMap bg1="lt1" tx1="dk1" bg2="lt2" tx2="dk2" accent1="accent1" accent2="accent2" accent3="accent3" accent4="accent4" accent5="accent5" accent6="accent6" hlink="hlink" folHlink="folHlink"/>
  <p:sldLayoutIdLst>
    <p:sldLayoutId id="2147483741" r:id="rId1"/>
    <p:sldLayoutId id="2147483742" r:id="rId2"/>
    <p:sldLayoutId id="2147483743" r:id="rId3"/>
    <p:sldLayoutId id="2147483744" r:id="rId4"/>
    <p:sldLayoutId id="2147483745" r:id="rId5"/>
    <p:sldLayoutId id="2147483746" r:id="rId6"/>
    <p:sldLayoutId id="2147483747" r:id="rId7"/>
    <p:sldLayoutId id="2147483748" r:id="rId8"/>
    <p:sldLayoutId id="2147483749" r:id="rId9"/>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ct val="90000"/>
        </a:lnSpc>
        <a:spcBef>
          <a:spcPct val="0"/>
        </a:spcBef>
        <a:buNone/>
        <a:defRPr sz="3200" b="1"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235382" y="6356350"/>
            <a:ext cx="1548465" cy="365125"/>
          </a:xfrm>
          <a:prstGeom prst="rect">
            <a:avLst/>
          </a:prstGeom>
        </p:spPr>
        <p:txBody>
          <a:bodyPr vert="horz" lIns="91440" tIns="45720" rIns="91440" bIns="45720" rtlCol="0" anchor="ctr"/>
          <a:lstStyle>
            <a:lvl1pPr algn="r">
              <a:defRPr sz="1200" b="1">
                <a:solidFill>
                  <a:schemeClr val="tx1"/>
                </a:solidFill>
              </a:defRPr>
            </a:lvl1pPr>
          </a:lstStyle>
          <a:p>
            <a:fld id="{8E565A5E-131F-486C-BEC3-CA739A37F925}" type="slidenum">
              <a:rPr lang="en-US" smtClean="0"/>
              <a:pPr/>
              <a:t>‹#›</a:t>
            </a:fld>
            <a:endParaRPr lang="en-US" dirty="0"/>
          </a:p>
        </p:txBody>
      </p:sp>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1228604" y="728095"/>
            <a:ext cx="878712" cy="400966"/>
          </a:xfrm>
          <a:prstGeom prst="rect">
            <a:avLst/>
          </a:prstGeom>
        </p:spPr>
      </p:pic>
      <p:pic>
        <p:nvPicPr>
          <p:cNvPr id="7" name="Picture 6"/>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1311243" y="118184"/>
            <a:ext cx="609912" cy="609912"/>
          </a:xfrm>
          <a:prstGeom prst="rect">
            <a:avLst/>
          </a:prstGeom>
        </p:spPr>
      </p:pic>
      <p:sp>
        <p:nvSpPr>
          <p:cNvPr id="9" name="Title 1"/>
          <p:cNvSpPr txBox="1">
            <a:spLocks/>
          </p:cNvSpPr>
          <p:nvPr userDrawn="1"/>
        </p:nvSpPr>
        <p:spPr>
          <a:xfrm>
            <a:off x="7510412" y="531897"/>
            <a:ext cx="3370777" cy="392777"/>
          </a:xfrm>
          <a:prstGeom prst="rect">
            <a:avLst/>
          </a:prstGeom>
        </p:spPr>
        <p:txBody>
          <a:bodyPr>
            <a:normAutofit/>
          </a:bodyPr>
          <a:lstStyle>
            <a:lvl1pPr algn="l" defTabSz="914400" rtl="0" eaLnBrk="1" latinLnBrk="0" hangingPunct="1">
              <a:lnSpc>
                <a:spcPct val="90000"/>
              </a:lnSpc>
              <a:spcBef>
                <a:spcPct val="0"/>
              </a:spcBef>
              <a:buNone/>
              <a:defRPr sz="3200" b="1" kern="1200">
                <a:solidFill>
                  <a:schemeClr val="tx1"/>
                </a:solidFill>
                <a:latin typeface="+mn-lt"/>
                <a:ea typeface="+mj-ea"/>
                <a:cs typeface="+mj-cs"/>
              </a:defRPr>
            </a:lvl1pPr>
          </a:lstStyle>
          <a:p>
            <a:pPr algn="ctr"/>
            <a:r>
              <a:rPr lang="en-US" sz="1800" dirty="0"/>
              <a:t>DEFINE</a:t>
            </a:r>
          </a:p>
        </p:txBody>
      </p:sp>
      <p:sp>
        <p:nvSpPr>
          <p:cNvPr id="10" name="Rectangle 9"/>
          <p:cNvSpPr/>
          <p:nvPr userDrawn="1"/>
        </p:nvSpPr>
        <p:spPr>
          <a:xfrm>
            <a:off x="7510412" y="97010"/>
            <a:ext cx="3352800" cy="609600"/>
          </a:xfrm>
          <a:prstGeom prst="rect">
            <a:avLst/>
          </a:prstGeom>
          <a:noFill/>
        </p:spPr>
        <p:txBody>
          <a:bodyPr/>
          <a:lstStyle/>
          <a:p>
            <a:endParaRPr lang="en-US"/>
          </a:p>
        </p:txBody>
      </p:sp>
      <p:sp>
        <p:nvSpPr>
          <p:cNvPr id="11" name="Freeform 10"/>
          <p:cNvSpPr/>
          <p:nvPr userDrawn="1"/>
        </p:nvSpPr>
        <p:spPr>
          <a:xfrm>
            <a:off x="7510821" y="242191"/>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0 w 798090"/>
              <a:gd name="connsiteY5"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8090" h="319236">
                <a:moveTo>
                  <a:pt x="0" y="0"/>
                </a:moveTo>
                <a:lnTo>
                  <a:pt x="638472" y="0"/>
                </a:lnTo>
                <a:lnTo>
                  <a:pt x="798090" y="159618"/>
                </a:lnTo>
                <a:lnTo>
                  <a:pt x="638472" y="319236"/>
                </a:lnTo>
                <a:lnTo>
                  <a:pt x="0" y="319236"/>
                </a:lnTo>
                <a:lnTo>
                  <a:pt x="0" y="0"/>
                </a:lnTo>
                <a:close/>
              </a:path>
            </a:pathLst>
          </a:custGeom>
          <a:solidFill>
            <a:srgbClr val="7030A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algn="ctr" defTabSz="622300">
              <a:lnSpc>
                <a:spcPct val="90000"/>
              </a:lnSpc>
              <a:spcBef>
                <a:spcPct val="0"/>
              </a:spcBef>
              <a:spcAft>
                <a:spcPct val="35000"/>
              </a:spcAft>
            </a:pPr>
            <a:r>
              <a:rPr lang="en-US" sz="1400" dirty="0"/>
              <a:t>D</a:t>
            </a:r>
          </a:p>
        </p:txBody>
      </p:sp>
      <p:sp>
        <p:nvSpPr>
          <p:cNvPr id="12" name="Freeform 11"/>
          <p:cNvSpPr/>
          <p:nvPr userDrawn="1"/>
        </p:nvSpPr>
        <p:spPr>
          <a:xfrm>
            <a:off x="8149293" y="242191"/>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chemeClr val="bg1">
              <a:lumMod val="6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algn="ctr" defTabSz="622300">
              <a:lnSpc>
                <a:spcPct val="90000"/>
              </a:lnSpc>
              <a:spcBef>
                <a:spcPct val="0"/>
              </a:spcBef>
              <a:spcAft>
                <a:spcPct val="35000"/>
              </a:spcAft>
            </a:pPr>
            <a:r>
              <a:rPr lang="en-US" sz="1400" dirty="0"/>
              <a:t>M</a:t>
            </a:r>
          </a:p>
        </p:txBody>
      </p:sp>
      <p:sp>
        <p:nvSpPr>
          <p:cNvPr id="13" name="Freeform 12"/>
          <p:cNvSpPr/>
          <p:nvPr userDrawn="1"/>
        </p:nvSpPr>
        <p:spPr>
          <a:xfrm>
            <a:off x="8787766" y="242191"/>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chemeClr val="bg1">
              <a:lumMod val="6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lvl="0" algn="ctr" defTabSz="622300">
              <a:lnSpc>
                <a:spcPct val="90000"/>
              </a:lnSpc>
              <a:spcBef>
                <a:spcPct val="0"/>
              </a:spcBef>
              <a:spcAft>
                <a:spcPct val="35000"/>
              </a:spcAft>
            </a:pPr>
            <a:r>
              <a:rPr lang="en-US" sz="1400" kern="1200" dirty="0"/>
              <a:t>A</a:t>
            </a:r>
          </a:p>
        </p:txBody>
      </p:sp>
      <p:sp>
        <p:nvSpPr>
          <p:cNvPr id="14" name="Freeform 13"/>
          <p:cNvSpPr/>
          <p:nvPr userDrawn="1"/>
        </p:nvSpPr>
        <p:spPr>
          <a:xfrm>
            <a:off x="9426239" y="242191"/>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chemeClr val="bg1">
              <a:lumMod val="6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lvl="0" algn="ctr" defTabSz="622300">
              <a:lnSpc>
                <a:spcPct val="90000"/>
              </a:lnSpc>
              <a:spcBef>
                <a:spcPct val="0"/>
              </a:spcBef>
              <a:spcAft>
                <a:spcPct val="35000"/>
              </a:spcAft>
            </a:pPr>
            <a:r>
              <a:rPr lang="en-US" sz="1400" kern="1200" dirty="0"/>
              <a:t>I</a:t>
            </a:r>
          </a:p>
        </p:txBody>
      </p:sp>
      <p:sp>
        <p:nvSpPr>
          <p:cNvPr id="15" name="Freeform 14"/>
          <p:cNvSpPr/>
          <p:nvPr userDrawn="1"/>
        </p:nvSpPr>
        <p:spPr>
          <a:xfrm>
            <a:off x="10064711" y="242191"/>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chemeClr val="bg1">
              <a:lumMod val="6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74676" tIns="37338" rIns="98478" bIns="37338" numCol="1" spcCol="1270" anchor="ctr" anchorCtr="0">
            <a:noAutofit/>
          </a:bodyPr>
          <a:lstStyle/>
          <a:p>
            <a:pPr algn="ctr" defTabSz="622300">
              <a:lnSpc>
                <a:spcPct val="90000"/>
              </a:lnSpc>
              <a:spcBef>
                <a:spcPct val="0"/>
              </a:spcBef>
              <a:spcAft>
                <a:spcPct val="35000"/>
              </a:spcAft>
            </a:pPr>
            <a:r>
              <a:rPr lang="en-US" sz="1400" dirty="0"/>
              <a:t>C</a:t>
            </a:r>
          </a:p>
        </p:txBody>
      </p:sp>
      <p:sp>
        <p:nvSpPr>
          <p:cNvPr id="17" name="Rounded Rectangle 16"/>
          <p:cNvSpPr/>
          <p:nvPr userDrawn="1"/>
        </p:nvSpPr>
        <p:spPr>
          <a:xfrm>
            <a:off x="910447" y="5838938"/>
            <a:ext cx="10212729" cy="8037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spTree>
    <p:extLst>
      <p:ext uri="{BB962C8B-B14F-4D97-AF65-F5344CB8AC3E}">
        <p14:creationId xmlns:p14="http://schemas.microsoft.com/office/powerpoint/2010/main" val="1574942715"/>
      </p:ext>
    </p:extLst>
  </p:cSld>
  <p:clrMap bg1="lt1" tx1="dk1" bg2="lt2" tx2="dk2" accent1="accent1" accent2="accent2" accent3="accent3" accent4="accent4" accent5="accent5" accent6="accent6" hlink="hlink" folHlink="folHlink"/>
  <p:sldLayoutIdLst>
    <p:sldLayoutId id="2147483811" r:id="rId1"/>
    <p:sldLayoutId id="2147483812" r:id="rId2"/>
  </p:sldLayoutIdLst>
  <p:hf hdr="0" ftr="0" dt="0"/>
  <p:txStyles>
    <p:titleStyle>
      <a:lvl1pPr algn="l" defTabSz="914400" rtl="0" eaLnBrk="1" latinLnBrk="0" hangingPunct="1">
        <a:lnSpc>
          <a:spcPct val="90000"/>
        </a:lnSpc>
        <a:spcBef>
          <a:spcPct val="0"/>
        </a:spcBef>
        <a:buNone/>
        <a:defRPr sz="3200" b="1"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235382" y="6356350"/>
            <a:ext cx="1548465" cy="365125"/>
          </a:xfrm>
          <a:prstGeom prst="rect">
            <a:avLst/>
          </a:prstGeom>
        </p:spPr>
        <p:txBody>
          <a:bodyPr vert="horz" lIns="91440" tIns="45720" rIns="91440" bIns="45720" rtlCol="0" anchor="ctr"/>
          <a:lstStyle>
            <a:lvl1pPr algn="r">
              <a:defRPr sz="1200" b="1">
                <a:solidFill>
                  <a:schemeClr val="tx1"/>
                </a:solidFill>
              </a:defRPr>
            </a:lvl1pPr>
          </a:lstStyle>
          <a:p>
            <a:fld id="{8E565A5E-131F-486C-BEC3-CA739A37F925}" type="slidenum">
              <a:rPr lang="en-US" smtClean="0"/>
              <a:pPr/>
              <a:t>‹#›</a:t>
            </a:fld>
            <a:endParaRPr lang="en-US" dirty="0"/>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228604" y="728095"/>
            <a:ext cx="878712" cy="400966"/>
          </a:xfrm>
          <a:prstGeom prst="rect">
            <a:avLst/>
          </a:prstGeom>
        </p:spPr>
      </p:pic>
      <p:pic>
        <p:nvPicPr>
          <p:cNvPr id="7" name="Picture 6"/>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1311243" y="118184"/>
            <a:ext cx="609912" cy="609912"/>
          </a:xfrm>
          <a:prstGeom prst="rect">
            <a:avLst/>
          </a:prstGeom>
        </p:spPr>
      </p:pic>
      <p:sp>
        <p:nvSpPr>
          <p:cNvPr id="9" name="Title 1"/>
          <p:cNvSpPr txBox="1">
            <a:spLocks/>
          </p:cNvSpPr>
          <p:nvPr userDrawn="1"/>
        </p:nvSpPr>
        <p:spPr>
          <a:xfrm>
            <a:off x="7510412" y="531897"/>
            <a:ext cx="3370777" cy="392777"/>
          </a:xfrm>
          <a:prstGeom prst="rect">
            <a:avLst/>
          </a:prstGeom>
        </p:spPr>
        <p:txBody>
          <a:bodyPr>
            <a:normAutofit/>
          </a:bodyPr>
          <a:lstStyle>
            <a:lvl1pPr algn="l" defTabSz="914400" rtl="0" eaLnBrk="1" latinLnBrk="0" hangingPunct="1">
              <a:lnSpc>
                <a:spcPct val="90000"/>
              </a:lnSpc>
              <a:spcBef>
                <a:spcPct val="0"/>
              </a:spcBef>
              <a:buNone/>
              <a:defRPr sz="3200" b="1" kern="1200">
                <a:solidFill>
                  <a:schemeClr val="tx1"/>
                </a:solidFill>
                <a:latin typeface="+mn-lt"/>
                <a:ea typeface="+mj-ea"/>
                <a:cs typeface="+mj-cs"/>
              </a:defRPr>
            </a:lvl1pPr>
          </a:lstStyle>
          <a:p>
            <a:pPr algn="ctr"/>
            <a:r>
              <a:rPr lang="en-US" sz="1800" dirty="0"/>
              <a:t>MEASURE</a:t>
            </a:r>
          </a:p>
        </p:txBody>
      </p:sp>
      <p:sp>
        <p:nvSpPr>
          <p:cNvPr id="10" name="Rectangle 9"/>
          <p:cNvSpPr/>
          <p:nvPr userDrawn="1"/>
        </p:nvSpPr>
        <p:spPr>
          <a:xfrm>
            <a:off x="7510412" y="97010"/>
            <a:ext cx="3352800" cy="609600"/>
          </a:xfrm>
          <a:prstGeom prst="rect">
            <a:avLst/>
          </a:prstGeom>
          <a:noFill/>
        </p:spPr>
        <p:txBody>
          <a:bodyPr/>
          <a:lstStyle/>
          <a:p>
            <a:endParaRPr lang="en-US"/>
          </a:p>
        </p:txBody>
      </p:sp>
      <p:sp>
        <p:nvSpPr>
          <p:cNvPr id="11" name="Freeform 10"/>
          <p:cNvSpPr/>
          <p:nvPr userDrawn="1"/>
        </p:nvSpPr>
        <p:spPr>
          <a:xfrm>
            <a:off x="7510821" y="242191"/>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0 w 798090"/>
              <a:gd name="connsiteY5"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8090" h="319236">
                <a:moveTo>
                  <a:pt x="0" y="0"/>
                </a:moveTo>
                <a:lnTo>
                  <a:pt x="638472" y="0"/>
                </a:lnTo>
                <a:lnTo>
                  <a:pt x="798090" y="159618"/>
                </a:lnTo>
                <a:lnTo>
                  <a:pt x="638472" y="319236"/>
                </a:lnTo>
                <a:lnTo>
                  <a:pt x="0" y="319236"/>
                </a:lnTo>
                <a:lnTo>
                  <a:pt x="0" y="0"/>
                </a:lnTo>
                <a:close/>
              </a:path>
            </a:pathLst>
          </a:custGeom>
          <a:solidFill>
            <a:srgbClr val="A6A6A6"/>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algn="ctr" defTabSz="622300">
              <a:lnSpc>
                <a:spcPct val="90000"/>
              </a:lnSpc>
              <a:spcBef>
                <a:spcPct val="0"/>
              </a:spcBef>
              <a:spcAft>
                <a:spcPct val="35000"/>
              </a:spcAft>
            </a:pPr>
            <a:r>
              <a:rPr lang="en-US" sz="1400" dirty="0"/>
              <a:t>D</a:t>
            </a:r>
          </a:p>
        </p:txBody>
      </p:sp>
      <p:sp>
        <p:nvSpPr>
          <p:cNvPr id="12" name="Freeform 11"/>
          <p:cNvSpPr/>
          <p:nvPr userDrawn="1"/>
        </p:nvSpPr>
        <p:spPr>
          <a:xfrm>
            <a:off x="8149293" y="242191"/>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chemeClr val="bg1">
              <a:lumMod val="6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algn="ctr" defTabSz="622300">
              <a:lnSpc>
                <a:spcPct val="90000"/>
              </a:lnSpc>
              <a:spcBef>
                <a:spcPct val="0"/>
              </a:spcBef>
              <a:spcAft>
                <a:spcPct val="35000"/>
              </a:spcAft>
            </a:pPr>
            <a:r>
              <a:rPr lang="en-US" sz="1400" dirty="0"/>
              <a:t>M</a:t>
            </a:r>
          </a:p>
        </p:txBody>
      </p:sp>
      <p:sp>
        <p:nvSpPr>
          <p:cNvPr id="13" name="Freeform 12"/>
          <p:cNvSpPr/>
          <p:nvPr userDrawn="1"/>
        </p:nvSpPr>
        <p:spPr>
          <a:xfrm>
            <a:off x="8787766" y="242191"/>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chemeClr val="bg1">
              <a:lumMod val="6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lvl="0" algn="ctr" defTabSz="622300">
              <a:lnSpc>
                <a:spcPct val="90000"/>
              </a:lnSpc>
              <a:spcBef>
                <a:spcPct val="0"/>
              </a:spcBef>
              <a:spcAft>
                <a:spcPct val="35000"/>
              </a:spcAft>
            </a:pPr>
            <a:r>
              <a:rPr lang="en-US" sz="1400" kern="1200" dirty="0"/>
              <a:t>A</a:t>
            </a:r>
          </a:p>
        </p:txBody>
      </p:sp>
      <p:sp>
        <p:nvSpPr>
          <p:cNvPr id="14" name="Freeform 13"/>
          <p:cNvSpPr/>
          <p:nvPr userDrawn="1"/>
        </p:nvSpPr>
        <p:spPr>
          <a:xfrm>
            <a:off x="9426239" y="242191"/>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chemeClr val="bg1">
              <a:lumMod val="6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lvl="0" algn="ctr" defTabSz="622300">
              <a:lnSpc>
                <a:spcPct val="90000"/>
              </a:lnSpc>
              <a:spcBef>
                <a:spcPct val="0"/>
              </a:spcBef>
              <a:spcAft>
                <a:spcPct val="35000"/>
              </a:spcAft>
            </a:pPr>
            <a:r>
              <a:rPr lang="en-US" sz="1400" kern="1200" dirty="0"/>
              <a:t>I</a:t>
            </a:r>
          </a:p>
        </p:txBody>
      </p:sp>
      <p:sp>
        <p:nvSpPr>
          <p:cNvPr id="15" name="Freeform 14"/>
          <p:cNvSpPr/>
          <p:nvPr userDrawn="1"/>
        </p:nvSpPr>
        <p:spPr>
          <a:xfrm>
            <a:off x="10064711" y="242191"/>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chemeClr val="bg1">
              <a:lumMod val="6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74676" tIns="37338" rIns="98478" bIns="37338" numCol="1" spcCol="1270" anchor="ctr" anchorCtr="0">
            <a:noAutofit/>
          </a:bodyPr>
          <a:lstStyle/>
          <a:p>
            <a:pPr algn="ctr" defTabSz="622300">
              <a:lnSpc>
                <a:spcPct val="90000"/>
              </a:lnSpc>
              <a:spcBef>
                <a:spcPct val="0"/>
              </a:spcBef>
              <a:spcAft>
                <a:spcPct val="35000"/>
              </a:spcAft>
            </a:pPr>
            <a:r>
              <a:rPr lang="en-US" sz="1400" dirty="0"/>
              <a:t>C</a:t>
            </a:r>
          </a:p>
        </p:txBody>
      </p:sp>
      <p:sp>
        <p:nvSpPr>
          <p:cNvPr id="16" name="Freeform 15"/>
          <p:cNvSpPr/>
          <p:nvPr userDrawn="1"/>
        </p:nvSpPr>
        <p:spPr>
          <a:xfrm>
            <a:off x="8148882" y="242191"/>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rgbClr val="7030A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algn="ctr" defTabSz="622300">
              <a:lnSpc>
                <a:spcPct val="90000"/>
              </a:lnSpc>
              <a:spcBef>
                <a:spcPct val="0"/>
              </a:spcBef>
              <a:spcAft>
                <a:spcPct val="35000"/>
              </a:spcAft>
            </a:pPr>
            <a:r>
              <a:rPr lang="en-US" sz="1400" dirty="0"/>
              <a:t>M</a:t>
            </a:r>
          </a:p>
        </p:txBody>
      </p:sp>
    </p:spTree>
    <p:extLst>
      <p:ext uri="{BB962C8B-B14F-4D97-AF65-F5344CB8AC3E}">
        <p14:creationId xmlns:p14="http://schemas.microsoft.com/office/powerpoint/2010/main" val="3132736281"/>
      </p:ext>
    </p:extLst>
  </p:cSld>
  <p:clrMap bg1="lt1" tx1="dk1" bg2="lt2" tx2="dk2" accent1="accent1" accent2="accent2" accent3="accent3" accent4="accent4" accent5="accent5" accent6="accent6" hlink="hlink" folHlink="folHlink"/>
  <p:sldLayoutIdLst>
    <p:sldLayoutId id="2147483814" r:id="rId1"/>
  </p:sldLayoutIdLst>
  <p:hf hdr="0" ftr="0" dt="0"/>
  <p:txStyles>
    <p:titleStyle>
      <a:lvl1pPr algn="l" defTabSz="914400" rtl="0" eaLnBrk="1" latinLnBrk="0" hangingPunct="1">
        <a:lnSpc>
          <a:spcPct val="90000"/>
        </a:lnSpc>
        <a:spcBef>
          <a:spcPct val="0"/>
        </a:spcBef>
        <a:buNone/>
        <a:defRPr sz="3200" b="1"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235382" y="6356350"/>
            <a:ext cx="1548465" cy="365125"/>
          </a:xfrm>
          <a:prstGeom prst="rect">
            <a:avLst/>
          </a:prstGeom>
        </p:spPr>
        <p:txBody>
          <a:bodyPr vert="horz" lIns="91440" tIns="45720" rIns="91440" bIns="45720" rtlCol="0" anchor="ctr"/>
          <a:lstStyle>
            <a:lvl1pPr algn="r">
              <a:defRPr sz="1200" b="1">
                <a:solidFill>
                  <a:schemeClr val="tx1"/>
                </a:solidFill>
              </a:defRPr>
            </a:lvl1pPr>
          </a:lstStyle>
          <a:p>
            <a:fld id="{8E565A5E-131F-486C-BEC3-CA739A37F925}" type="slidenum">
              <a:rPr lang="en-US" smtClean="0"/>
              <a:pPr/>
              <a:t>‹#›</a:t>
            </a:fld>
            <a:endParaRPr lang="en-US" dirty="0"/>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228604" y="728095"/>
            <a:ext cx="878712" cy="400966"/>
          </a:xfrm>
          <a:prstGeom prst="rect">
            <a:avLst/>
          </a:prstGeom>
        </p:spPr>
      </p:pic>
      <p:pic>
        <p:nvPicPr>
          <p:cNvPr id="7" name="Picture 6"/>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1311243" y="118184"/>
            <a:ext cx="609912" cy="609912"/>
          </a:xfrm>
          <a:prstGeom prst="rect">
            <a:avLst/>
          </a:prstGeom>
        </p:spPr>
      </p:pic>
      <p:sp>
        <p:nvSpPr>
          <p:cNvPr id="9" name="Title 1"/>
          <p:cNvSpPr txBox="1">
            <a:spLocks/>
          </p:cNvSpPr>
          <p:nvPr userDrawn="1"/>
        </p:nvSpPr>
        <p:spPr>
          <a:xfrm>
            <a:off x="7510412" y="531897"/>
            <a:ext cx="3370777" cy="392777"/>
          </a:xfrm>
          <a:prstGeom prst="rect">
            <a:avLst/>
          </a:prstGeom>
        </p:spPr>
        <p:txBody>
          <a:bodyPr>
            <a:normAutofit/>
          </a:bodyPr>
          <a:lstStyle>
            <a:lvl1pPr algn="l" defTabSz="914400" rtl="0" eaLnBrk="1" latinLnBrk="0" hangingPunct="1">
              <a:lnSpc>
                <a:spcPct val="90000"/>
              </a:lnSpc>
              <a:spcBef>
                <a:spcPct val="0"/>
              </a:spcBef>
              <a:buNone/>
              <a:defRPr sz="3200" b="1" kern="1200">
                <a:solidFill>
                  <a:schemeClr val="tx1"/>
                </a:solidFill>
                <a:latin typeface="+mn-lt"/>
                <a:ea typeface="+mj-ea"/>
                <a:cs typeface="+mj-cs"/>
              </a:defRPr>
            </a:lvl1pPr>
          </a:lstStyle>
          <a:p>
            <a:pPr algn="ctr"/>
            <a:r>
              <a:rPr lang="en-US" sz="1800" dirty="0"/>
              <a:t>ANALYZE</a:t>
            </a:r>
          </a:p>
        </p:txBody>
      </p:sp>
      <p:sp>
        <p:nvSpPr>
          <p:cNvPr id="10" name="Rectangle 9"/>
          <p:cNvSpPr/>
          <p:nvPr userDrawn="1"/>
        </p:nvSpPr>
        <p:spPr>
          <a:xfrm>
            <a:off x="7510412" y="97010"/>
            <a:ext cx="3352800" cy="609600"/>
          </a:xfrm>
          <a:prstGeom prst="rect">
            <a:avLst/>
          </a:prstGeom>
          <a:noFill/>
        </p:spPr>
        <p:txBody>
          <a:bodyPr/>
          <a:lstStyle/>
          <a:p>
            <a:endParaRPr lang="en-US"/>
          </a:p>
        </p:txBody>
      </p:sp>
      <p:sp>
        <p:nvSpPr>
          <p:cNvPr id="11" name="Freeform 10"/>
          <p:cNvSpPr/>
          <p:nvPr userDrawn="1"/>
        </p:nvSpPr>
        <p:spPr>
          <a:xfrm>
            <a:off x="7510821" y="242191"/>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0 w 798090"/>
              <a:gd name="connsiteY5"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8090" h="319236">
                <a:moveTo>
                  <a:pt x="0" y="0"/>
                </a:moveTo>
                <a:lnTo>
                  <a:pt x="638472" y="0"/>
                </a:lnTo>
                <a:lnTo>
                  <a:pt x="798090" y="159618"/>
                </a:lnTo>
                <a:lnTo>
                  <a:pt x="638472" y="319236"/>
                </a:lnTo>
                <a:lnTo>
                  <a:pt x="0" y="319236"/>
                </a:lnTo>
                <a:lnTo>
                  <a:pt x="0" y="0"/>
                </a:lnTo>
                <a:close/>
              </a:path>
            </a:pathLst>
          </a:custGeom>
          <a:solidFill>
            <a:schemeClr val="bg1">
              <a:lumMod val="6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algn="ctr" defTabSz="622300">
              <a:lnSpc>
                <a:spcPct val="90000"/>
              </a:lnSpc>
              <a:spcBef>
                <a:spcPct val="0"/>
              </a:spcBef>
              <a:spcAft>
                <a:spcPct val="35000"/>
              </a:spcAft>
            </a:pPr>
            <a:r>
              <a:rPr lang="en-US" sz="1400" dirty="0"/>
              <a:t>D</a:t>
            </a:r>
          </a:p>
        </p:txBody>
      </p:sp>
      <p:sp>
        <p:nvSpPr>
          <p:cNvPr id="12" name="Freeform 11"/>
          <p:cNvSpPr/>
          <p:nvPr userDrawn="1"/>
        </p:nvSpPr>
        <p:spPr>
          <a:xfrm>
            <a:off x="8149293" y="242191"/>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chemeClr val="bg1">
              <a:lumMod val="6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algn="ctr" defTabSz="622300">
              <a:lnSpc>
                <a:spcPct val="90000"/>
              </a:lnSpc>
              <a:spcBef>
                <a:spcPct val="0"/>
              </a:spcBef>
              <a:spcAft>
                <a:spcPct val="35000"/>
              </a:spcAft>
            </a:pPr>
            <a:r>
              <a:rPr lang="en-US" sz="1400" dirty="0"/>
              <a:t>M</a:t>
            </a:r>
          </a:p>
        </p:txBody>
      </p:sp>
      <p:sp>
        <p:nvSpPr>
          <p:cNvPr id="13" name="Freeform 12"/>
          <p:cNvSpPr/>
          <p:nvPr userDrawn="1"/>
        </p:nvSpPr>
        <p:spPr>
          <a:xfrm>
            <a:off x="8787766" y="242191"/>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rgbClr val="7030A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lvl="0" algn="ctr" defTabSz="622300">
              <a:lnSpc>
                <a:spcPct val="90000"/>
              </a:lnSpc>
              <a:spcBef>
                <a:spcPct val="0"/>
              </a:spcBef>
              <a:spcAft>
                <a:spcPct val="35000"/>
              </a:spcAft>
            </a:pPr>
            <a:r>
              <a:rPr lang="en-US" sz="1400" kern="1200" dirty="0"/>
              <a:t>A</a:t>
            </a:r>
          </a:p>
        </p:txBody>
      </p:sp>
      <p:sp>
        <p:nvSpPr>
          <p:cNvPr id="14" name="Freeform 13"/>
          <p:cNvSpPr/>
          <p:nvPr userDrawn="1"/>
        </p:nvSpPr>
        <p:spPr>
          <a:xfrm>
            <a:off x="9426239" y="242191"/>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chemeClr val="bg1">
              <a:lumMod val="6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lvl="0" algn="ctr" defTabSz="622300">
              <a:lnSpc>
                <a:spcPct val="90000"/>
              </a:lnSpc>
              <a:spcBef>
                <a:spcPct val="0"/>
              </a:spcBef>
              <a:spcAft>
                <a:spcPct val="35000"/>
              </a:spcAft>
            </a:pPr>
            <a:r>
              <a:rPr lang="en-US" sz="1400" kern="1200" dirty="0"/>
              <a:t>I</a:t>
            </a:r>
          </a:p>
        </p:txBody>
      </p:sp>
      <p:sp>
        <p:nvSpPr>
          <p:cNvPr id="15" name="Freeform 14"/>
          <p:cNvSpPr/>
          <p:nvPr userDrawn="1"/>
        </p:nvSpPr>
        <p:spPr>
          <a:xfrm>
            <a:off x="10064711" y="242191"/>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chemeClr val="bg1">
              <a:lumMod val="6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74676" tIns="37338" rIns="98478" bIns="37338" numCol="1" spcCol="1270" anchor="ctr" anchorCtr="0">
            <a:noAutofit/>
          </a:bodyPr>
          <a:lstStyle/>
          <a:p>
            <a:pPr algn="ctr" defTabSz="622300">
              <a:lnSpc>
                <a:spcPct val="90000"/>
              </a:lnSpc>
              <a:spcBef>
                <a:spcPct val="0"/>
              </a:spcBef>
              <a:spcAft>
                <a:spcPct val="35000"/>
              </a:spcAft>
            </a:pPr>
            <a:r>
              <a:rPr lang="en-US" sz="1400" dirty="0"/>
              <a:t>C</a:t>
            </a:r>
          </a:p>
        </p:txBody>
      </p:sp>
    </p:spTree>
    <p:extLst>
      <p:ext uri="{BB962C8B-B14F-4D97-AF65-F5344CB8AC3E}">
        <p14:creationId xmlns:p14="http://schemas.microsoft.com/office/powerpoint/2010/main" val="1767711091"/>
      </p:ext>
    </p:extLst>
  </p:cSld>
  <p:clrMap bg1="lt1" tx1="dk1" bg2="lt2" tx2="dk2" accent1="accent1" accent2="accent2" accent3="accent3" accent4="accent4" accent5="accent5" accent6="accent6" hlink="hlink" folHlink="folHlink"/>
  <p:sldLayoutIdLst>
    <p:sldLayoutId id="2147483828" r:id="rId1"/>
  </p:sldLayoutIdLst>
  <p:hf hdr="0" ftr="0" dt="0"/>
  <p:txStyles>
    <p:titleStyle>
      <a:lvl1pPr algn="l" defTabSz="914400" rtl="0" eaLnBrk="1" latinLnBrk="0" hangingPunct="1">
        <a:lnSpc>
          <a:spcPct val="90000"/>
        </a:lnSpc>
        <a:spcBef>
          <a:spcPct val="0"/>
        </a:spcBef>
        <a:buNone/>
        <a:defRPr sz="3200" b="1"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235382" y="6356350"/>
            <a:ext cx="1548465" cy="365125"/>
          </a:xfrm>
          <a:prstGeom prst="rect">
            <a:avLst/>
          </a:prstGeom>
        </p:spPr>
        <p:txBody>
          <a:bodyPr vert="horz" lIns="91440" tIns="45720" rIns="91440" bIns="45720" rtlCol="0" anchor="ctr"/>
          <a:lstStyle>
            <a:lvl1pPr algn="r">
              <a:defRPr sz="1200" b="1">
                <a:solidFill>
                  <a:schemeClr val="tx1"/>
                </a:solidFill>
              </a:defRPr>
            </a:lvl1pPr>
          </a:lstStyle>
          <a:p>
            <a:fld id="{8E565A5E-131F-486C-BEC3-CA739A37F925}" type="slidenum">
              <a:rPr lang="en-US" smtClean="0"/>
              <a:pPr/>
              <a:t>‹#›</a:t>
            </a:fld>
            <a:endParaRPr lang="en-US" dirty="0"/>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228604" y="728095"/>
            <a:ext cx="878712" cy="400966"/>
          </a:xfrm>
          <a:prstGeom prst="rect">
            <a:avLst/>
          </a:prstGeom>
        </p:spPr>
      </p:pic>
      <p:pic>
        <p:nvPicPr>
          <p:cNvPr id="7" name="Picture 6"/>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1311243" y="118184"/>
            <a:ext cx="609912" cy="609912"/>
          </a:xfrm>
          <a:prstGeom prst="rect">
            <a:avLst/>
          </a:prstGeom>
        </p:spPr>
      </p:pic>
      <p:sp>
        <p:nvSpPr>
          <p:cNvPr id="9" name="Title 1"/>
          <p:cNvSpPr txBox="1">
            <a:spLocks/>
          </p:cNvSpPr>
          <p:nvPr userDrawn="1"/>
        </p:nvSpPr>
        <p:spPr>
          <a:xfrm>
            <a:off x="7510412" y="531897"/>
            <a:ext cx="3370777" cy="392777"/>
          </a:xfrm>
          <a:prstGeom prst="rect">
            <a:avLst/>
          </a:prstGeom>
        </p:spPr>
        <p:txBody>
          <a:bodyPr>
            <a:normAutofit/>
          </a:bodyPr>
          <a:lstStyle>
            <a:lvl1pPr algn="l" defTabSz="914400" rtl="0" eaLnBrk="1" latinLnBrk="0" hangingPunct="1">
              <a:lnSpc>
                <a:spcPct val="90000"/>
              </a:lnSpc>
              <a:spcBef>
                <a:spcPct val="0"/>
              </a:spcBef>
              <a:buNone/>
              <a:defRPr sz="3200" b="1" kern="1200">
                <a:solidFill>
                  <a:schemeClr val="tx1"/>
                </a:solidFill>
                <a:latin typeface="+mn-lt"/>
                <a:ea typeface="+mj-ea"/>
                <a:cs typeface="+mj-cs"/>
              </a:defRPr>
            </a:lvl1pPr>
          </a:lstStyle>
          <a:p>
            <a:pPr algn="ctr"/>
            <a:r>
              <a:rPr lang="en-US" sz="1800" dirty="0"/>
              <a:t>ANALIZE</a:t>
            </a:r>
          </a:p>
        </p:txBody>
      </p:sp>
      <p:sp>
        <p:nvSpPr>
          <p:cNvPr id="10" name="Rectangle 9"/>
          <p:cNvSpPr/>
          <p:nvPr userDrawn="1"/>
        </p:nvSpPr>
        <p:spPr>
          <a:xfrm>
            <a:off x="7510412" y="97010"/>
            <a:ext cx="3352800" cy="609600"/>
          </a:xfrm>
          <a:prstGeom prst="rect">
            <a:avLst/>
          </a:prstGeom>
          <a:noFill/>
        </p:spPr>
        <p:txBody>
          <a:bodyPr/>
          <a:lstStyle/>
          <a:p>
            <a:endParaRPr lang="en-US"/>
          </a:p>
        </p:txBody>
      </p:sp>
      <p:sp>
        <p:nvSpPr>
          <p:cNvPr id="11" name="Freeform 10"/>
          <p:cNvSpPr/>
          <p:nvPr userDrawn="1"/>
        </p:nvSpPr>
        <p:spPr>
          <a:xfrm>
            <a:off x="7510821" y="242191"/>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0 w 798090"/>
              <a:gd name="connsiteY5"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8090" h="319236">
                <a:moveTo>
                  <a:pt x="0" y="0"/>
                </a:moveTo>
                <a:lnTo>
                  <a:pt x="638472" y="0"/>
                </a:lnTo>
                <a:lnTo>
                  <a:pt x="798090" y="159618"/>
                </a:lnTo>
                <a:lnTo>
                  <a:pt x="638472" y="319236"/>
                </a:lnTo>
                <a:lnTo>
                  <a:pt x="0" y="319236"/>
                </a:lnTo>
                <a:lnTo>
                  <a:pt x="0" y="0"/>
                </a:lnTo>
                <a:close/>
              </a:path>
            </a:pathLst>
          </a:custGeom>
          <a:solidFill>
            <a:schemeClr val="bg1">
              <a:lumMod val="6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algn="ctr" defTabSz="622300">
              <a:lnSpc>
                <a:spcPct val="90000"/>
              </a:lnSpc>
              <a:spcBef>
                <a:spcPct val="0"/>
              </a:spcBef>
              <a:spcAft>
                <a:spcPct val="35000"/>
              </a:spcAft>
            </a:pPr>
            <a:r>
              <a:rPr lang="en-US" sz="1400" dirty="0"/>
              <a:t>D</a:t>
            </a:r>
          </a:p>
        </p:txBody>
      </p:sp>
      <p:sp>
        <p:nvSpPr>
          <p:cNvPr id="12" name="Freeform 11"/>
          <p:cNvSpPr/>
          <p:nvPr userDrawn="1"/>
        </p:nvSpPr>
        <p:spPr>
          <a:xfrm>
            <a:off x="8149293" y="242191"/>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chemeClr val="bg1">
              <a:lumMod val="6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algn="ctr" defTabSz="622300">
              <a:lnSpc>
                <a:spcPct val="90000"/>
              </a:lnSpc>
              <a:spcBef>
                <a:spcPct val="0"/>
              </a:spcBef>
              <a:spcAft>
                <a:spcPct val="35000"/>
              </a:spcAft>
            </a:pPr>
            <a:r>
              <a:rPr lang="en-US" sz="1400" dirty="0"/>
              <a:t>M</a:t>
            </a:r>
          </a:p>
        </p:txBody>
      </p:sp>
      <p:sp>
        <p:nvSpPr>
          <p:cNvPr id="13" name="Freeform 12"/>
          <p:cNvSpPr/>
          <p:nvPr userDrawn="1"/>
        </p:nvSpPr>
        <p:spPr>
          <a:xfrm>
            <a:off x="8787766" y="242191"/>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rgbClr val="7030A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lvl="0" algn="ctr" defTabSz="622300">
              <a:lnSpc>
                <a:spcPct val="90000"/>
              </a:lnSpc>
              <a:spcBef>
                <a:spcPct val="0"/>
              </a:spcBef>
              <a:spcAft>
                <a:spcPct val="35000"/>
              </a:spcAft>
            </a:pPr>
            <a:r>
              <a:rPr lang="en-US" sz="1400" kern="1200" dirty="0"/>
              <a:t>A</a:t>
            </a:r>
          </a:p>
        </p:txBody>
      </p:sp>
      <p:sp>
        <p:nvSpPr>
          <p:cNvPr id="14" name="Freeform 13"/>
          <p:cNvSpPr/>
          <p:nvPr userDrawn="1"/>
        </p:nvSpPr>
        <p:spPr>
          <a:xfrm>
            <a:off x="9426239" y="242191"/>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chemeClr val="bg1">
              <a:lumMod val="6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lvl="0" algn="ctr" defTabSz="622300">
              <a:lnSpc>
                <a:spcPct val="90000"/>
              </a:lnSpc>
              <a:spcBef>
                <a:spcPct val="0"/>
              </a:spcBef>
              <a:spcAft>
                <a:spcPct val="35000"/>
              </a:spcAft>
            </a:pPr>
            <a:r>
              <a:rPr lang="en-US" sz="1400" kern="1200" dirty="0"/>
              <a:t>I</a:t>
            </a:r>
          </a:p>
        </p:txBody>
      </p:sp>
      <p:sp>
        <p:nvSpPr>
          <p:cNvPr id="15" name="Freeform 14"/>
          <p:cNvSpPr/>
          <p:nvPr userDrawn="1"/>
        </p:nvSpPr>
        <p:spPr>
          <a:xfrm>
            <a:off x="10064711" y="242191"/>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chemeClr val="bg1">
              <a:lumMod val="6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74676" tIns="37338" rIns="98478" bIns="37338" numCol="1" spcCol="1270" anchor="ctr" anchorCtr="0">
            <a:noAutofit/>
          </a:bodyPr>
          <a:lstStyle/>
          <a:p>
            <a:pPr algn="ctr" defTabSz="622300">
              <a:lnSpc>
                <a:spcPct val="90000"/>
              </a:lnSpc>
              <a:spcBef>
                <a:spcPct val="0"/>
              </a:spcBef>
              <a:spcAft>
                <a:spcPct val="35000"/>
              </a:spcAft>
            </a:pPr>
            <a:r>
              <a:rPr lang="en-US" sz="1400" dirty="0"/>
              <a:t>C</a:t>
            </a:r>
          </a:p>
        </p:txBody>
      </p:sp>
    </p:spTree>
    <p:extLst>
      <p:ext uri="{BB962C8B-B14F-4D97-AF65-F5344CB8AC3E}">
        <p14:creationId xmlns:p14="http://schemas.microsoft.com/office/powerpoint/2010/main" val="2273340924"/>
      </p:ext>
    </p:extLst>
  </p:cSld>
  <p:clrMap bg1="lt1" tx1="dk1" bg2="lt2" tx2="dk2" accent1="accent1" accent2="accent2" accent3="accent3" accent4="accent4" accent5="accent5" accent6="accent6" hlink="hlink" folHlink="folHlink"/>
  <p:sldLayoutIdLst>
    <p:sldLayoutId id="2147483830" r:id="rId1"/>
  </p:sldLayoutIdLst>
  <p:hf hdr="0" ftr="0" dt="0"/>
  <p:txStyles>
    <p:titleStyle>
      <a:lvl1pPr algn="l" defTabSz="914400" rtl="0" eaLnBrk="1" latinLnBrk="0" hangingPunct="1">
        <a:lnSpc>
          <a:spcPct val="90000"/>
        </a:lnSpc>
        <a:spcBef>
          <a:spcPct val="0"/>
        </a:spcBef>
        <a:buNone/>
        <a:defRPr sz="3200" b="1"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235382" y="6356350"/>
            <a:ext cx="1548465" cy="365125"/>
          </a:xfrm>
          <a:prstGeom prst="rect">
            <a:avLst/>
          </a:prstGeom>
        </p:spPr>
        <p:txBody>
          <a:bodyPr vert="horz" lIns="91440" tIns="45720" rIns="91440" bIns="45720" rtlCol="0" anchor="ctr"/>
          <a:lstStyle>
            <a:lvl1pPr algn="r">
              <a:defRPr sz="1200" b="1">
                <a:solidFill>
                  <a:schemeClr val="tx1"/>
                </a:solidFill>
              </a:defRPr>
            </a:lvl1pPr>
          </a:lstStyle>
          <a:p>
            <a:fld id="{8E565A5E-131F-486C-BEC3-CA739A37F925}" type="slidenum">
              <a:rPr lang="en-US" smtClean="0"/>
              <a:pPr/>
              <a:t>‹#›</a:t>
            </a:fld>
            <a:endParaRPr lang="en-US" dirty="0"/>
          </a:p>
        </p:txBody>
      </p:sp>
      <p:pic>
        <p:nvPicPr>
          <p:cNvPr id="8" name="Picture 7"/>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1228604" y="728095"/>
            <a:ext cx="878712" cy="400966"/>
          </a:xfrm>
          <a:prstGeom prst="rect">
            <a:avLst/>
          </a:prstGeom>
        </p:spPr>
      </p:pic>
      <p:pic>
        <p:nvPicPr>
          <p:cNvPr id="7" name="Picture 6"/>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1311243" y="118184"/>
            <a:ext cx="609912" cy="609912"/>
          </a:xfrm>
          <a:prstGeom prst="rect">
            <a:avLst/>
          </a:prstGeom>
        </p:spPr>
      </p:pic>
      <p:sp>
        <p:nvSpPr>
          <p:cNvPr id="9" name="Title 1"/>
          <p:cNvSpPr txBox="1">
            <a:spLocks/>
          </p:cNvSpPr>
          <p:nvPr userDrawn="1"/>
        </p:nvSpPr>
        <p:spPr>
          <a:xfrm>
            <a:off x="7510412" y="531897"/>
            <a:ext cx="3370777" cy="392777"/>
          </a:xfrm>
          <a:prstGeom prst="rect">
            <a:avLst/>
          </a:prstGeom>
        </p:spPr>
        <p:txBody>
          <a:bodyPr>
            <a:normAutofit/>
          </a:bodyPr>
          <a:lstStyle>
            <a:lvl1pPr algn="l" defTabSz="914400" rtl="0" eaLnBrk="1" latinLnBrk="0" hangingPunct="1">
              <a:lnSpc>
                <a:spcPct val="90000"/>
              </a:lnSpc>
              <a:spcBef>
                <a:spcPct val="0"/>
              </a:spcBef>
              <a:buNone/>
              <a:defRPr sz="3200" b="1" kern="1200">
                <a:solidFill>
                  <a:schemeClr val="tx1"/>
                </a:solidFill>
                <a:latin typeface="+mn-lt"/>
                <a:ea typeface="+mj-ea"/>
                <a:cs typeface="+mj-cs"/>
              </a:defRPr>
            </a:lvl1pPr>
          </a:lstStyle>
          <a:p>
            <a:pPr algn="ctr"/>
            <a:r>
              <a:rPr lang="en-US" sz="1800" dirty="0"/>
              <a:t>MEASURE</a:t>
            </a:r>
          </a:p>
        </p:txBody>
      </p:sp>
      <p:sp>
        <p:nvSpPr>
          <p:cNvPr id="10" name="Rectangle 9"/>
          <p:cNvSpPr/>
          <p:nvPr userDrawn="1"/>
        </p:nvSpPr>
        <p:spPr>
          <a:xfrm>
            <a:off x="7510412" y="97010"/>
            <a:ext cx="3352800" cy="609600"/>
          </a:xfrm>
          <a:prstGeom prst="rect">
            <a:avLst/>
          </a:prstGeom>
          <a:noFill/>
        </p:spPr>
        <p:txBody>
          <a:bodyPr/>
          <a:lstStyle/>
          <a:p>
            <a:endParaRPr lang="en-US"/>
          </a:p>
        </p:txBody>
      </p:sp>
      <p:sp>
        <p:nvSpPr>
          <p:cNvPr id="11" name="Freeform 10"/>
          <p:cNvSpPr/>
          <p:nvPr userDrawn="1"/>
        </p:nvSpPr>
        <p:spPr>
          <a:xfrm>
            <a:off x="7510821" y="242191"/>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0 w 798090"/>
              <a:gd name="connsiteY5"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8090" h="319236">
                <a:moveTo>
                  <a:pt x="0" y="0"/>
                </a:moveTo>
                <a:lnTo>
                  <a:pt x="638472" y="0"/>
                </a:lnTo>
                <a:lnTo>
                  <a:pt x="798090" y="159618"/>
                </a:lnTo>
                <a:lnTo>
                  <a:pt x="638472" y="319236"/>
                </a:lnTo>
                <a:lnTo>
                  <a:pt x="0" y="319236"/>
                </a:lnTo>
                <a:lnTo>
                  <a:pt x="0" y="0"/>
                </a:lnTo>
                <a:close/>
              </a:path>
            </a:pathLst>
          </a:custGeom>
          <a:solidFill>
            <a:schemeClr val="bg1">
              <a:lumMod val="6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algn="ctr" defTabSz="622300">
              <a:lnSpc>
                <a:spcPct val="90000"/>
              </a:lnSpc>
              <a:spcBef>
                <a:spcPct val="0"/>
              </a:spcBef>
              <a:spcAft>
                <a:spcPct val="35000"/>
              </a:spcAft>
            </a:pPr>
            <a:r>
              <a:rPr lang="en-US" sz="1400" dirty="0"/>
              <a:t>D</a:t>
            </a:r>
          </a:p>
        </p:txBody>
      </p:sp>
      <p:sp>
        <p:nvSpPr>
          <p:cNvPr id="12" name="Freeform 11"/>
          <p:cNvSpPr/>
          <p:nvPr userDrawn="1"/>
        </p:nvSpPr>
        <p:spPr>
          <a:xfrm>
            <a:off x="8149293" y="242191"/>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rgbClr val="7030A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algn="ctr" defTabSz="622300">
              <a:lnSpc>
                <a:spcPct val="90000"/>
              </a:lnSpc>
              <a:spcBef>
                <a:spcPct val="0"/>
              </a:spcBef>
              <a:spcAft>
                <a:spcPct val="35000"/>
              </a:spcAft>
            </a:pPr>
            <a:r>
              <a:rPr lang="en-US" sz="1400" dirty="0"/>
              <a:t>M</a:t>
            </a:r>
          </a:p>
        </p:txBody>
      </p:sp>
      <p:sp>
        <p:nvSpPr>
          <p:cNvPr id="13" name="Freeform 12"/>
          <p:cNvSpPr/>
          <p:nvPr userDrawn="1"/>
        </p:nvSpPr>
        <p:spPr>
          <a:xfrm>
            <a:off x="8787766" y="242191"/>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chemeClr val="bg1">
              <a:lumMod val="6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lvl="0" algn="ctr" defTabSz="622300">
              <a:lnSpc>
                <a:spcPct val="90000"/>
              </a:lnSpc>
              <a:spcBef>
                <a:spcPct val="0"/>
              </a:spcBef>
              <a:spcAft>
                <a:spcPct val="35000"/>
              </a:spcAft>
            </a:pPr>
            <a:r>
              <a:rPr lang="en-US" sz="1400" kern="1200" dirty="0"/>
              <a:t>A</a:t>
            </a:r>
          </a:p>
        </p:txBody>
      </p:sp>
      <p:sp>
        <p:nvSpPr>
          <p:cNvPr id="14" name="Freeform 13"/>
          <p:cNvSpPr/>
          <p:nvPr userDrawn="1"/>
        </p:nvSpPr>
        <p:spPr>
          <a:xfrm>
            <a:off x="9426239" y="242191"/>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chemeClr val="bg1">
              <a:lumMod val="6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lvl="0" algn="ctr" defTabSz="622300">
              <a:lnSpc>
                <a:spcPct val="90000"/>
              </a:lnSpc>
              <a:spcBef>
                <a:spcPct val="0"/>
              </a:spcBef>
              <a:spcAft>
                <a:spcPct val="35000"/>
              </a:spcAft>
            </a:pPr>
            <a:r>
              <a:rPr lang="en-US" sz="1400" kern="1200" dirty="0"/>
              <a:t>I</a:t>
            </a:r>
          </a:p>
        </p:txBody>
      </p:sp>
      <p:sp>
        <p:nvSpPr>
          <p:cNvPr id="15" name="Freeform 14"/>
          <p:cNvSpPr/>
          <p:nvPr userDrawn="1"/>
        </p:nvSpPr>
        <p:spPr>
          <a:xfrm>
            <a:off x="10064711" y="242191"/>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chemeClr val="bg1">
              <a:lumMod val="6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74676" tIns="37338" rIns="98478" bIns="37338" numCol="1" spcCol="1270" anchor="ctr" anchorCtr="0">
            <a:noAutofit/>
          </a:bodyPr>
          <a:lstStyle/>
          <a:p>
            <a:pPr algn="ctr" defTabSz="622300">
              <a:lnSpc>
                <a:spcPct val="90000"/>
              </a:lnSpc>
              <a:spcBef>
                <a:spcPct val="0"/>
              </a:spcBef>
              <a:spcAft>
                <a:spcPct val="35000"/>
              </a:spcAft>
            </a:pPr>
            <a:r>
              <a:rPr lang="en-US" sz="1400" dirty="0"/>
              <a:t>C</a:t>
            </a:r>
          </a:p>
        </p:txBody>
      </p:sp>
      <p:sp>
        <p:nvSpPr>
          <p:cNvPr id="17" name="Rounded Rectangle 16"/>
          <p:cNvSpPr/>
          <p:nvPr userDrawn="1"/>
        </p:nvSpPr>
        <p:spPr>
          <a:xfrm>
            <a:off x="910447" y="5838938"/>
            <a:ext cx="10212729" cy="8037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spTree>
    <p:extLst>
      <p:ext uri="{BB962C8B-B14F-4D97-AF65-F5344CB8AC3E}">
        <p14:creationId xmlns:p14="http://schemas.microsoft.com/office/powerpoint/2010/main" val="2487955666"/>
      </p:ext>
    </p:extLst>
  </p:cSld>
  <p:clrMap bg1="lt1" tx1="dk1" bg2="lt2" tx2="dk2" accent1="accent1" accent2="accent2" accent3="accent3" accent4="accent4" accent5="accent5" accent6="accent6" hlink="hlink" folHlink="folHlink"/>
  <p:sldLayoutIdLst>
    <p:sldLayoutId id="2147483832" r:id="rId1"/>
    <p:sldLayoutId id="2147483833" r:id="rId2"/>
    <p:sldLayoutId id="2147483834" r:id="rId3"/>
  </p:sldLayoutIdLst>
  <p:hf hdr="0" ftr="0" dt="0"/>
  <p:txStyles>
    <p:titleStyle>
      <a:lvl1pPr algn="l" defTabSz="914400" rtl="0" eaLnBrk="1" latinLnBrk="0" hangingPunct="1">
        <a:lnSpc>
          <a:spcPct val="90000"/>
        </a:lnSpc>
        <a:spcBef>
          <a:spcPct val="0"/>
        </a:spcBef>
        <a:buNone/>
        <a:defRPr sz="3200" b="1"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5591" y="201183"/>
            <a:ext cx="10515600" cy="99591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75865" y="1825625"/>
            <a:ext cx="11407983"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a:xfrm>
            <a:off x="10235384" y="6356352"/>
            <a:ext cx="1548465" cy="365125"/>
          </a:xfrm>
          <a:prstGeom prst="rect">
            <a:avLst/>
          </a:prstGeom>
        </p:spPr>
        <p:txBody>
          <a:bodyPr vert="horz" lIns="91440" tIns="45720" rIns="91440" bIns="45720" rtlCol="0" anchor="ctr"/>
          <a:lstStyle>
            <a:lvl1pPr algn="r">
              <a:defRPr sz="1200" b="1">
                <a:solidFill>
                  <a:schemeClr val="tx1"/>
                </a:solidFill>
              </a:defRPr>
            </a:lvl1pPr>
          </a:lstStyle>
          <a:p>
            <a:fld id="{8E565A5E-131F-486C-BEC3-CA739A37F925}" type="slidenum">
              <a:rPr lang="en-US" smtClean="0">
                <a:solidFill>
                  <a:prstClr val="black"/>
                </a:solidFill>
              </a:rPr>
              <a:pPr/>
              <a:t>‹#›</a:t>
            </a:fld>
            <a:endParaRPr lang="en-US" dirty="0">
              <a:solidFill>
                <a:prstClr val="black"/>
              </a:solidFill>
            </a:endParaRPr>
          </a:p>
        </p:txBody>
      </p:sp>
      <p:pic>
        <p:nvPicPr>
          <p:cNvPr id="8" name="Picture 7"/>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1228604" y="728095"/>
            <a:ext cx="878712" cy="400966"/>
          </a:xfrm>
          <a:prstGeom prst="rect">
            <a:avLst/>
          </a:prstGeom>
        </p:spPr>
      </p:pic>
      <p:pic>
        <p:nvPicPr>
          <p:cNvPr id="7" name="Picture 6"/>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11311243" y="118184"/>
            <a:ext cx="609912" cy="609912"/>
          </a:xfrm>
          <a:prstGeom prst="rect">
            <a:avLst/>
          </a:prstGeom>
        </p:spPr>
      </p:pic>
    </p:spTree>
    <p:extLst>
      <p:ext uri="{BB962C8B-B14F-4D97-AF65-F5344CB8AC3E}">
        <p14:creationId xmlns:p14="http://schemas.microsoft.com/office/powerpoint/2010/main" val="1911095229"/>
      </p:ext>
    </p:extLst>
  </p:cSld>
  <p:clrMap bg1="lt1" tx1="dk1" bg2="lt2" tx2="dk2" accent1="accent1" accent2="accent2" accent3="accent3" accent4="accent4" accent5="accent5" accent6="accent6" hlink="hlink" folHlink="folHlink"/>
  <p:sldLayoutIdLst>
    <p:sldLayoutId id="2147483836" r:id="rId1"/>
    <p:sldLayoutId id="2147483837" r:id="rId2"/>
    <p:sldLayoutId id="2147483838" r:id="rId3"/>
    <p:sldLayoutId id="2147483839" r:id="rId4"/>
    <p:sldLayoutId id="2147483840" r:id="rId5"/>
    <p:sldLayoutId id="2147483841" r:id="rId6"/>
    <p:sldLayoutId id="2147483842" r:id="rId7"/>
    <p:sldLayoutId id="2147483843" r:id="rId8"/>
    <p:sldLayoutId id="2147483844" r:id="rId9"/>
  </p:sldLayoutIdLst>
  <p:hf hdr="0" ftr="0" dt="0"/>
  <p:txStyles>
    <p:titleStyle>
      <a:lvl1pPr algn="l" defTabSz="914400" rtl="0" eaLnBrk="1" latinLnBrk="0" hangingPunct="1">
        <a:lnSpc>
          <a:spcPct val="90000"/>
        </a:lnSpc>
        <a:spcBef>
          <a:spcPct val="0"/>
        </a:spcBef>
        <a:buNone/>
        <a:defRPr sz="3200" b="1"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235382" y="6356350"/>
            <a:ext cx="1548465" cy="365125"/>
          </a:xfrm>
          <a:prstGeom prst="rect">
            <a:avLst/>
          </a:prstGeom>
        </p:spPr>
        <p:txBody>
          <a:bodyPr vert="horz" lIns="91440" tIns="45720" rIns="91440" bIns="45720" rtlCol="0" anchor="ctr"/>
          <a:lstStyle>
            <a:lvl1pPr algn="r">
              <a:defRPr sz="1200" b="1">
                <a:solidFill>
                  <a:schemeClr val="tx1"/>
                </a:solidFill>
              </a:defRPr>
            </a:lvl1pPr>
          </a:lstStyle>
          <a:p>
            <a:fld id="{8E565A5E-131F-486C-BEC3-CA739A37F925}" type="slidenum">
              <a:rPr lang="en-US" smtClean="0">
                <a:solidFill>
                  <a:prstClr val="black"/>
                </a:solidFill>
              </a:rPr>
              <a:pPr/>
              <a:t>‹#›</a:t>
            </a:fld>
            <a:endParaRPr lang="en-US" dirty="0">
              <a:solidFill>
                <a:prstClr val="black"/>
              </a:solidFill>
            </a:endParaRPr>
          </a:p>
        </p:txBody>
      </p:sp>
      <p:pic>
        <p:nvPicPr>
          <p:cNvPr id="8" name="Picture 7"/>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1228604" y="728095"/>
            <a:ext cx="878712" cy="400966"/>
          </a:xfrm>
          <a:prstGeom prst="rect">
            <a:avLst/>
          </a:prstGeom>
        </p:spPr>
      </p:pic>
      <p:pic>
        <p:nvPicPr>
          <p:cNvPr id="7" name="Picture 6"/>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11311243" y="118184"/>
            <a:ext cx="609912" cy="609912"/>
          </a:xfrm>
          <a:prstGeom prst="rect">
            <a:avLst/>
          </a:prstGeom>
        </p:spPr>
      </p:pic>
      <p:sp>
        <p:nvSpPr>
          <p:cNvPr id="9" name="Title 1"/>
          <p:cNvSpPr txBox="1">
            <a:spLocks/>
          </p:cNvSpPr>
          <p:nvPr userDrawn="1"/>
        </p:nvSpPr>
        <p:spPr>
          <a:xfrm>
            <a:off x="7510412" y="531897"/>
            <a:ext cx="3370777" cy="392777"/>
          </a:xfrm>
          <a:prstGeom prst="rect">
            <a:avLst/>
          </a:prstGeom>
        </p:spPr>
        <p:txBody>
          <a:bodyPr>
            <a:normAutofit/>
          </a:bodyPr>
          <a:lstStyle>
            <a:lvl1pPr algn="l" defTabSz="914400" rtl="0" eaLnBrk="1" latinLnBrk="0" hangingPunct="1">
              <a:lnSpc>
                <a:spcPct val="90000"/>
              </a:lnSpc>
              <a:spcBef>
                <a:spcPct val="0"/>
              </a:spcBef>
              <a:buNone/>
              <a:defRPr sz="3200" b="1" kern="1200">
                <a:solidFill>
                  <a:schemeClr val="tx1"/>
                </a:solidFill>
                <a:latin typeface="+mn-lt"/>
                <a:ea typeface="+mj-ea"/>
                <a:cs typeface="+mj-cs"/>
              </a:defRPr>
            </a:lvl1pPr>
          </a:lstStyle>
          <a:p>
            <a:pPr algn="ctr"/>
            <a:r>
              <a:rPr lang="en-US" sz="1800" dirty="0">
                <a:solidFill>
                  <a:prstClr val="black"/>
                </a:solidFill>
              </a:rPr>
              <a:t>IMPROVE</a:t>
            </a:r>
          </a:p>
        </p:txBody>
      </p:sp>
      <p:sp>
        <p:nvSpPr>
          <p:cNvPr id="10" name="Rectangle 9"/>
          <p:cNvSpPr/>
          <p:nvPr userDrawn="1"/>
        </p:nvSpPr>
        <p:spPr>
          <a:xfrm>
            <a:off x="7510412" y="97010"/>
            <a:ext cx="3352800" cy="609600"/>
          </a:xfrm>
          <a:prstGeom prst="rect">
            <a:avLst/>
          </a:prstGeom>
          <a:noFill/>
        </p:spPr>
        <p:txBody>
          <a:bodyPr/>
          <a:lstStyle/>
          <a:p>
            <a:endParaRPr lang="en-US"/>
          </a:p>
        </p:txBody>
      </p:sp>
      <p:sp>
        <p:nvSpPr>
          <p:cNvPr id="11" name="Freeform 10"/>
          <p:cNvSpPr/>
          <p:nvPr userDrawn="1"/>
        </p:nvSpPr>
        <p:spPr>
          <a:xfrm>
            <a:off x="7510821" y="242191"/>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0 w 798090"/>
              <a:gd name="connsiteY5"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8090" h="319236">
                <a:moveTo>
                  <a:pt x="0" y="0"/>
                </a:moveTo>
                <a:lnTo>
                  <a:pt x="638472" y="0"/>
                </a:lnTo>
                <a:lnTo>
                  <a:pt x="798090" y="159618"/>
                </a:lnTo>
                <a:lnTo>
                  <a:pt x="638472" y="319236"/>
                </a:lnTo>
                <a:lnTo>
                  <a:pt x="0" y="319236"/>
                </a:lnTo>
                <a:lnTo>
                  <a:pt x="0" y="0"/>
                </a:lnTo>
                <a:close/>
              </a:path>
            </a:pathLst>
          </a:custGeom>
          <a:solidFill>
            <a:schemeClr val="bg1">
              <a:lumMod val="6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algn="ctr" defTabSz="622300">
              <a:lnSpc>
                <a:spcPct val="90000"/>
              </a:lnSpc>
              <a:spcBef>
                <a:spcPct val="0"/>
              </a:spcBef>
              <a:spcAft>
                <a:spcPct val="35000"/>
              </a:spcAft>
            </a:pPr>
            <a:r>
              <a:rPr lang="en-US" sz="1400" dirty="0">
                <a:solidFill>
                  <a:prstClr val="white"/>
                </a:solidFill>
              </a:rPr>
              <a:t>D</a:t>
            </a:r>
          </a:p>
        </p:txBody>
      </p:sp>
      <p:sp>
        <p:nvSpPr>
          <p:cNvPr id="12" name="Freeform 11"/>
          <p:cNvSpPr/>
          <p:nvPr userDrawn="1"/>
        </p:nvSpPr>
        <p:spPr>
          <a:xfrm>
            <a:off x="8149293" y="242191"/>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chemeClr val="bg1">
              <a:lumMod val="6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algn="ctr" defTabSz="622300">
              <a:lnSpc>
                <a:spcPct val="90000"/>
              </a:lnSpc>
              <a:spcBef>
                <a:spcPct val="0"/>
              </a:spcBef>
              <a:spcAft>
                <a:spcPct val="35000"/>
              </a:spcAft>
            </a:pPr>
            <a:r>
              <a:rPr lang="en-US" sz="1400" dirty="0">
                <a:solidFill>
                  <a:prstClr val="white"/>
                </a:solidFill>
              </a:rPr>
              <a:t>M</a:t>
            </a:r>
          </a:p>
        </p:txBody>
      </p:sp>
      <p:sp>
        <p:nvSpPr>
          <p:cNvPr id="13" name="Freeform 12"/>
          <p:cNvSpPr/>
          <p:nvPr userDrawn="1"/>
        </p:nvSpPr>
        <p:spPr>
          <a:xfrm>
            <a:off x="8787766" y="242191"/>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chemeClr val="bg1">
              <a:lumMod val="6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algn="ctr" defTabSz="622300">
              <a:lnSpc>
                <a:spcPct val="90000"/>
              </a:lnSpc>
              <a:spcBef>
                <a:spcPct val="0"/>
              </a:spcBef>
              <a:spcAft>
                <a:spcPct val="35000"/>
              </a:spcAft>
            </a:pPr>
            <a:r>
              <a:rPr lang="en-US" sz="1400" dirty="0">
                <a:solidFill>
                  <a:prstClr val="white"/>
                </a:solidFill>
              </a:rPr>
              <a:t>A</a:t>
            </a:r>
          </a:p>
        </p:txBody>
      </p:sp>
      <p:sp>
        <p:nvSpPr>
          <p:cNvPr id="14" name="Freeform 13"/>
          <p:cNvSpPr/>
          <p:nvPr userDrawn="1"/>
        </p:nvSpPr>
        <p:spPr>
          <a:xfrm>
            <a:off x="9426239" y="242191"/>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rgbClr val="7030A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algn="ctr" defTabSz="622300">
              <a:lnSpc>
                <a:spcPct val="90000"/>
              </a:lnSpc>
              <a:spcBef>
                <a:spcPct val="0"/>
              </a:spcBef>
              <a:spcAft>
                <a:spcPct val="35000"/>
              </a:spcAft>
            </a:pPr>
            <a:r>
              <a:rPr lang="en-US" sz="1400" dirty="0">
                <a:solidFill>
                  <a:prstClr val="white"/>
                </a:solidFill>
              </a:rPr>
              <a:t>I</a:t>
            </a:r>
          </a:p>
        </p:txBody>
      </p:sp>
      <p:sp>
        <p:nvSpPr>
          <p:cNvPr id="15" name="Freeform 14"/>
          <p:cNvSpPr/>
          <p:nvPr userDrawn="1"/>
        </p:nvSpPr>
        <p:spPr>
          <a:xfrm>
            <a:off x="10064711" y="242191"/>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chemeClr val="bg1">
              <a:lumMod val="6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74676" tIns="37338" rIns="98478" bIns="37338" numCol="1" spcCol="1270" anchor="ctr" anchorCtr="0">
            <a:noAutofit/>
          </a:bodyPr>
          <a:lstStyle/>
          <a:p>
            <a:pPr algn="ctr" defTabSz="622300">
              <a:lnSpc>
                <a:spcPct val="90000"/>
              </a:lnSpc>
              <a:spcBef>
                <a:spcPct val="0"/>
              </a:spcBef>
              <a:spcAft>
                <a:spcPct val="35000"/>
              </a:spcAft>
            </a:pPr>
            <a:r>
              <a:rPr lang="en-US" sz="1400" dirty="0">
                <a:solidFill>
                  <a:prstClr val="white"/>
                </a:solidFill>
              </a:rPr>
              <a:t>C</a:t>
            </a:r>
          </a:p>
        </p:txBody>
      </p:sp>
      <p:sp>
        <p:nvSpPr>
          <p:cNvPr id="17" name="Rounded Rectangle 16"/>
          <p:cNvSpPr/>
          <p:nvPr userDrawn="1"/>
        </p:nvSpPr>
        <p:spPr>
          <a:xfrm>
            <a:off x="910447" y="5838938"/>
            <a:ext cx="10212729" cy="8037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solidFill>
                <a:prstClr val="white"/>
              </a:solidFill>
            </a:endParaRPr>
          </a:p>
        </p:txBody>
      </p:sp>
    </p:spTree>
    <p:extLst>
      <p:ext uri="{BB962C8B-B14F-4D97-AF65-F5344CB8AC3E}">
        <p14:creationId xmlns:p14="http://schemas.microsoft.com/office/powerpoint/2010/main" val="2441569987"/>
      </p:ext>
    </p:extLst>
  </p:cSld>
  <p:clrMap bg1="lt1" tx1="dk1" bg2="lt2" tx2="dk2" accent1="accent1" accent2="accent2" accent3="accent3" accent4="accent4" accent5="accent5" accent6="accent6" hlink="hlink" folHlink="folHlink"/>
  <p:sldLayoutIdLst>
    <p:sldLayoutId id="2147483846" r:id="rId1"/>
    <p:sldLayoutId id="2147483848" r:id="rId2"/>
    <p:sldLayoutId id="2147483849" r:id="rId3"/>
  </p:sldLayoutIdLst>
  <p:hf hdr="0" ftr="0" dt="0"/>
  <p:txStyles>
    <p:titleStyle>
      <a:lvl1pPr algn="l" defTabSz="914400" rtl="0" eaLnBrk="1" latinLnBrk="0" hangingPunct="1">
        <a:lnSpc>
          <a:spcPct val="90000"/>
        </a:lnSpc>
        <a:spcBef>
          <a:spcPct val="0"/>
        </a:spcBef>
        <a:buNone/>
        <a:defRPr sz="3200" b="1"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5591" y="201183"/>
            <a:ext cx="10515600" cy="99591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75865" y="1825625"/>
            <a:ext cx="11407983"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a:xfrm>
            <a:off x="10235384" y="6356352"/>
            <a:ext cx="1548465" cy="365125"/>
          </a:xfrm>
          <a:prstGeom prst="rect">
            <a:avLst/>
          </a:prstGeom>
        </p:spPr>
        <p:txBody>
          <a:bodyPr vert="horz" lIns="91440" tIns="45720" rIns="91440" bIns="45720" rtlCol="0" anchor="ctr"/>
          <a:lstStyle>
            <a:lvl1pPr algn="r">
              <a:defRPr sz="1200" b="1">
                <a:solidFill>
                  <a:schemeClr val="tx1"/>
                </a:solidFill>
              </a:defRPr>
            </a:lvl1pPr>
          </a:lstStyle>
          <a:p>
            <a:fld id="{8E565A5E-131F-486C-BEC3-CA739A37F925}" type="slidenum">
              <a:rPr lang="en-US" smtClean="0">
                <a:solidFill>
                  <a:prstClr val="black"/>
                </a:solidFill>
              </a:rPr>
              <a:pPr/>
              <a:t>‹#›</a:t>
            </a:fld>
            <a:endParaRPr lang="en-US" dirty="0">
              <a:solidFill>
                <a:prstClr val="black"/>
              </a:solidFill>
            </a:endParaRPr>
          </a:p>
        </p:txBody>
      </p:sp>
      <p:pic>
        <p:nvPicPr>
          <p:cNvPr id="8" name="Picture 7"/>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11228604" y="728095"/>
            <a:ext cx="878712" cy="400966"/>
          </a:xfrm>
          <a:prstGeom prst="rect">
            <a:avLst/>
          </a:prstGeom>
        </p:spPr>
      </p:pic>
      <p:pic>
        <p:nvPicPr>
          <p:cNvPr id="7" name="Picture 6"/>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1311243" y="118184"/>
            <a:ext cx="609912" cy="609912"/>
          </a:xfrm>
          <a:prstGeom prst="rect">
            <a:avLst/>
          </a:prstGeom>
        </p:spPr>
      </p:pic>
      <p:pic>
        <p:nvPicPr>
          <p:cNvPr id="9" name="Picture 8">
            <a:extLst>
              <a:ext uri="{FF2B5EF4-FFF2-40B4-BE49-F238E27FC236}">
                <a16:creationId xmlns:a16="http://schemas.microsoft.com/office/drawing/2014/main" id="{1331BBD6-4BC5-44EC-922C-098CA412170C}"/>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11228604" y="728095"/>
            <a:ext cx="878712" cy="400966"/>
          </a:xfrm>
          <a:prstGeom prst="rect">
            <a:avLst/>
          </a:prstGeom>
        </p:spPr>
      </p:pic>
      <p:pic>
        <p:nvPicPr>
          <p:cNvPr id="10" name="Picture 9">
            <a:extLst>
              <a:ext uri="{FF2B5EF4-FFF2-40B4-BE49-F238E27FC236}">
                <a16:creationId xmlns:a16="http://schemas.microsoft.com/office/drawing/2014/main" id="{68D656D2-B671-482B-9ED7-89AA89EFB84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1311243" y="118184"/>
            <a:ext cx="609912" cy="609912"/>
          </a:xfrm>
          <a:prstGeom prst="rect">
            <a:avLst/>
          </a:prstGeom>
        </p:spPr>
      </p:pic>
      <p:pic>
        <p:nvPicPr>
          <p:cNvPr id="11" name="Picture 10">
            <a:extLst>
              <a:ext uri="{FF2B5EF4-FFF2-40B4-BE49-F238E27FC236}">
                <a16:creationId xmlns:a16="http://schemas.microsoft.com/office/drawing/2014/main" id="{7805EA29-138D-4AF0-95CA-9B888999B56A}"/>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11228604" y="728095"/>
            <a:ext cx="878712" cy="400966"/>
          </a:xfrm>
          <a:prstGeom prst="rect">
            <a:avLst/>
          </a:prstGeom>
        </p:spPr>
      </p:pic>
      <p:pic>
        <p:nvPicPr>
          <p:cNvPr id="12" name="Picture 11">
            <a:extLst>
              <a:ext uri="{FF2B5EF4-FFF2-40B4-BE49-F238E27FC236}">
                <a16:creationId xmlns:a16="http://schemas.microsoft.com/office/drawing/2014/main" id="{1AA0F0DD-AE9E-49CC-A666-D615F669B913}"/>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1311243" y="118184"/>
            <a:ext cx="609912" cy="609912"/>
          </a:xfrm>
          <a:prstGeom prst="rect">
            <a:avLst/>
          </a:prstGeom>
        </p:spPr>
      </p:pic>
    </p:spTree>
    <p:extLst>
      <p:ext uri="{BB962C8B-B14F-4D97-AF65-F5344CB8AC3E}">
        <p14:creationId xmlns:p14="http://schemas.microsoft.com/office/powerpoint/2010/main" val="2426234145"/>
      </p:ext>
    </p:extLst>
  </p:cSld>
  <p:clrMap bg1="lt1" tx1="dk1" bg2="lt2" tx2="dk2" accent1="accent1" accent2="accent2" accent3="accent3" accent4="accent4" accent5="accent5" accent6="accent6" hlink="hlink" folHlink="folHlink"/>
  <p:sldLayoutIdLst>
    <p:sldLayoutId id="2147483862" r:id="rId1"/>
    <p:sldLayoutId id="2147483863" r:id="rId2"/>
    <p:sldLayoutId id="2147483864" r:id="rId3"/>
    <p:sldLayoutId id="2147483865" r:id="rId4"/>
    <p:sldLayoutId id="2147483866" r:id="rId5"/>
    <p:sldLayoutId id="2147483867" r:id="rId6"/>
    <p:sldLayoutId id="2147483868" r:id="rId7"/>
    <p:sldLayoutId id="2147483869" r:id="rId8"/>
    <p:sldLayoutId id="2147483870" r:id="rId9"/>
    <p:sldLayoutId id="2147483871" r:id="rId10"/>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ct val="90000"/>
        </a:lnSpc>
        <a:spcBef>
          <a:spcPct val="0"/>
        </a:spcBef>
        <a:buNone/>
        <a:defRPr sz="3200" b="1"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235382" y="6356350"/>
            <a:ext cx="1548465" cy="365125"/>
          </a:xfrm>
          <a:prstGeom prst="rect">
            <a:avLst/>
          </a:prstGeom>
        </p:spPr>
        <p:txBody>
          <a:bodyPr vert="horz" lIns="91440" tIns="45720" rIns="91440" bIns="45720" rtlCol="0" anchor="ctr"/>
          <a:lstStyle>
            <a:lvl1pPr algn="r">
              <a:defRPr sz="1200" b="1">
                <a:solidFill>
                  <a:schemeClr val="tx1"/>
                </a:solidFill>
              </a:defRPr>
            </a:lvl1pPr>
          </a:lstStyle>
          <a:p>
            <a:fld id="{8E565A5E-131F-486C-BEC3-CA739A37F925}" type="slidenum">
              <a:rPr lang="en-US" smtClean="0"/>
              <a:pPr/>
              <a:t>‹#›</a:t>
            </a:fld>
            <a:endParaRPr lang="en-US" dirty="0"/>
          </a:p>
        </p:txBody>
      </p:sp>
      <p:pic>
        <p:nvPicPr>
          <p:cNvPr id="8" name="Picture 7"/>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11228604" y="728095"/>
            <a:ext cx="878712" cy="400966"/>
          </a:xfrm>
          <a:prstGeom prst="rect">
            <a:avLst/>
          </a:prstGeom>
        </p:spPr>
      </p:pic>
      <p:pic>
        <p:nvPicPr>
          <p:cNvPr id="7" name="Picture 6"/>
          <p:cNvPicPr>
            <a:picLocks noChangeAspect="1"/>
          </p:cNvPicPr>
          <p:nvPr userDrawn="1"/>
        </p:nvPicPr>
        <p:blipFill>
          <a:blip r:embed="rId9" cstate="print">
            <a:extLst>
              <a:ext uri="{28A0092B-C50C-407E-A947-70E740481C1C}">
                <a14:useLocalDpi xmlns:a14="http://schemas.microsoft.com/office/drawing/2010/main" val="0"/>
              </a:ext>
            </a:extLst>
          </a:blip>
          <a:stretch>
            <a:fillRect/>
          </a:stretch>
        </p:blipFill>
        <p:spPr>
          <a:xfrm>
            <a:off x="11311243" y="118184"/>
            <a:ext cx="609912" cy="609912"/>
          </a:xfrm>
          <a:prstGeom prst="rect">
            <a:avLst/>
          </a:prstGeom>
        </p:spPr>
      </p:pic>
      <p:sp>
        <p:nvSpPr>
          <p:cNvPr id="9" name="Title 1"/>
          <p:cNvSpPr txBox="1">
            <a:spLocks/>
          </p:cNvSpPr>
          <p:nvPr userDrawn="1"/>
        </p:nvSpPr>
        <p:spPr>
          <a:xfrm>
            <a:off x="7510412" y="531897"/>
            <a:ext cx="3370777" cy="392777"/>
          </a:xfrm>
          <a:prstGeom prst="rect">
            <a:avLst/>
          </a:prstGeom>
        </p:spPr>
        <p:txBody>
          <a:bodyPr>
            <a:normAutofit/>
          </a:bodyPr>
          <a:lstStyle>
            <a:lvl1pPr algn="l" defTabSz="914400" rtl="0" eaLnBrk="1" latinLnBrk="0" hangingPunct="1">
              <a:lnSpc>
                <a:spcPct val="90000"/>
              </a:lnSpc>
              <a:spcBef>
                <a:spcPct val="0"/>
              </a:spcBef>
              <a:buNone/>
              <a:defRPr sz="3200" b="1" kern="1200">
                <a:solidFill>
                  <a:schemeClr val="tx1"/>
                </a:solidFill>
                <a:latin typeface="+mn-lt"/>
                <a:ea typeface="+mj-ea"/>
                <a:cs typeface="+mj-cs"/>
              </a:defRPr>
            </a:lvl1pPr>
          </a:lstStyle>
          <a:p>
            <a:pPr algn="ctr"/>
            <a:r>
              <a:rPr lang="en-US" sz="1800" dirty="0"/>
              <a:t>MEASURE</a:t>
            </a:r>
          </a:p>
        </p:txBody>
      </p:sp>
      <p:sp>
        <p:nvSpPr>
          <p:cNvPr id="10" name="Rectangle 9"/>
          <p:cNvSpPr/>
          <p:nvPr userDrawn="1"/>
        </p:nvSpPr>
        <p:spPr>
          <a:xfrm>
            <a:off x="7510412" y="97010"/>
            <a:ext cx="3352800" cy="609600"/>
          </a:xfrm>
          <a:prstGeom prst="rect">
            <a:avLst/>
          </a:prstGeom>
          <a:noFill/>
        </p:spPr>
        <p:txBody>
          <a:bodyPr/>
          <a:lstStyle/>
          <a:p>
            <a:endParaRPr lang="en-US"/>
          </a:p>
        </p:txBody>
      </p:sp>
      <p:sp>
        <p:nvSpPr>
          <p:cNvPr id="11" name="Freeform 10"/>
          <p:cNvSpPr/>
          <p:nvPr userDrawn="1"/>
        </p:nvSpPr>
        <p:spPr>
          <a:xfrm>
            <a:off x="7510821" y="242191"/>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0 w 798090"/>
              <a:gd name="connsiteY5"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8090" h="319236">
                <a:moveTo>
                  <a:pt x="0" y="0"/>
                </a:moveTo>
                <a:lnTo>
                  <a:pt x="638472" y="0"/>
                </a:lnTo>
                <a:lnTo>
                  <a:pt x="798090" y="159618"/>
                </a:lnTo>
                <a:lnTo>
                  <a:pt x="638472" y="319236"/>
                </a:lnTo>
                <a:lnTo>
                  <a:pt x="0" y="319236"/>
                </a:lnTo>
                <a:lnTo>
                  <a:pt x="0" y="0"/>
                </a:lnTo>
                <a:close/>
              </a:path>
            </a:pathLst>
          </a:custGeom>
          <a:solidFill>
            <a:schemeClr val="bg1">
              <a:lumMod val="6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algn="ctr" defTabSz="622300">
              <a:lnSpc>
                <a:spcPct val="90000"/>
              </a:lnSpc>
              <a:spcBef>
                <a:spcPct val="0"/>
              </a:spcBef>
              <a:spcAft>
                <a:spcPct val="35000"/>
              </a:spcAft>
            </a:pPr>
            <a:r>
              <a:rPr lang="en-US" sz="1400" dirty="0"/>
              <a:t>D</a:t>
            </a:r>
          </a:p>
        </p:txBody>
      </p:sp>
      <p:sp>
        <p:nvSpPr>
          <p:cNvPr id="12" name="Freeform 11"/>
          <p:cNvSpPr/>
          <p:nvPr userDrawn="1"/>
        </p:nvSpPr>
        <p:spPr>
          <a:xfrm>
            <a:off x="8149293" y="242191"/>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rgbClr val="7030A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algn="ctr" defTabSz="622300">
              <a:lnSpc>
                <a:spcPct val="90000"/>
              </a:lnSpc>
              <a:spcBef>
                <a:spcPct val="0"/>
              </a:spcBef>
              <a:spcAft>
                <a:spcPct val="35000"/>
              </a:spcAft>
            </a:pPr>
            <a:r>
              <a:rPr lang="en-US" sz="1400" dirty="0"/>
              <a:t>M</a:t>
            </a:r>
          </a:p>
        </p:txBody>
      </p:sp>
      <p:sp>
        <p:nvSpPr>
          <p:cNvPr id="13" name="Freeform 12"/>
          <p:cNvSpPr/>
          <p:nvPr userDrawn="1"/>
        </p:nvSpPr>
        <p:spPr>
          <a:xfrm>
            <a:off x="8787766" y="242191"/>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chemeClr val="bg1">
              <a:lumMod val="6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lvl="0" algn="ctr" defTabSz="622300">
              <a:lnSpc>
                <a:spcPct val="90000"/>
              </a:lnSpc>
              <a:spcBef>
                <a:spcPct val="0"/>
              </a:spcBef>
              <a:spcAft>
                <a:spcPct val="35000"/>
              </a:spcAft>
            </a:pPr>
            <a:r>
              <a:rPr lang="en-US" sz="1400" kern="1200" dirty="0"/>
              <a:t>A</a:t>
            </a:r>
          </a:p>
        </p:txBody>
      </p:sp>
      <p:sp>
        <p:nvSpPr>
          <p:cNvPr id="14" name="Freeform 13"/>
          <p:cNvSpPr/>
          <p:nvPr userDrawn="1"/>
        </p:nvSpPr>
        <p:spPr>
          <a:xfrm>
            <a:off x="9426239" y="242191"/>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chemeClr val="bg1">
              <a:lumMod val="6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lvl="0" algn="ctr" defTabSz="622300">
              <a:lnSpc>
                <a:spcPct val="90000"/>
              </a:lnSpc>
              <a:spcBef>
                <a:spcPct val="0"/>
              </a:spcBef>
              <a:spcAft>
                <a:spcPct val="35000"/>
              </a:spcAft>
            </a:pPr>
            <a:r>
              <a:rPr lang="en-US" sz="1400" kern="1200" dirty="0"/>
              <a:t>I</a:t>
            </a:r>
          </a:p>
        </p:txBody>
      </p:sp>
      <p:sp>
        <p:nvSpPr>
          <p:cNvPr id="15" name="Freeform 14"/>
          <p:cNvSpPr/>
          <p:nvPr userDrawn="1"/>
        </p:nvSpPr>
        <p:spPr>
          <a:xfrm>
            <a:off x="10064711" y="242191"/>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chemeClr val="bg1">
              <a:lumMod val="6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74676" tIns="37338" rIns="98478" bIns="37338" numCol="1" spcCol="1270" anchor="ctr" anchorCtr="0">
            <a:noAutofit/>
          </a:bodyPr>
          <a:lstStyle/>
          <a:p>
            <a:pPr algn="ctr" defTabSz="622300">
              <a:lnSpc>
                <a:spcPct val="90000"/>
              </a:lnSpc>
              <a:spcBef>
                <a:spcPct val="0"/>
              </a:spcBef>
              <a:spcAft>
                <a:spcPct val="35000"/>
              </a:spcAft>
            </a:pPr>
            <a:r>
              <a:rPr lang="en-US" sz="1400" dirty="0"/>
              <a:t>C</a:t>
            </a:r>
          </a:p>
        </p:txBody>
      </p:sp>
      <p:sp>
        <p:nvSpPr>
          <p:cNvPr id="17" name="Rounded Rectangle 16"/>
          <p:cNvSpPr/>
          <p:nvPr userDrawn="1"/>
        </p:nvSpPr>
        <p:spPr>
          <a:xfrm>
            <a:off x="910447" y="5838938"/>
            <a:ext cx="10212729" cy="8037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spTree>
    <p:extLst>
      <p:ext uri="{BB962C8B-B14F-4D97-AF65-F5344CB8AC3E}">
        <p14:creationId xmlns:p14="http://schemas.microsoft.com/office/powerpoint/2010/main" val="3029015932"/>
      </p:ext>
    </p:extLst>
  </p:cSld>
  <p:clrMap bg1="lt1" tx1="dk1" bg2="lt2" tx2="dk2" accent1="accent1" accent2="accent2" accent3="accent3" accent4="accent4" accent5="accent5" accent6="accent6" hlink="hlink" folHlink="folHlink"/>
  <p:sldLayoutIdLst>
    <p:sldLayoutId id="2147483874" r:id="rId1"/>
    <p:sldLayoutId id="2147483875" r:id="rId2"/>
    <p:sldLayoutId id="2147483876" r:id="rId3"/>
    <p:sldLayoutId id="2147483877" r:id="rId4"/>
    <p:sldLayoutId id="2147483878" r:id="rId5"/>
    <p:sldLayoutId id="2147483879" r:id="rId6"/>
  </p:sldLayoutIdLst>
  <p:hf hdr="0" ftr="0" dt="0"/>
  <p:txStyles>
    <p:titleStyle>
      <a:lvl1pPr algn="l" defTabSz="914400" rtl="0" eaLnBrk="1" latinLnBrk="0" hangingPunct="1">
        <a:lnSpc>
          <a:spcPct val="90000"/>
        </a:lnSpc>
        <a:spcBef>
          <a:spcPct val="0"/>
        </a:spcBef>
        <a:buNone/>
        <a:defRPr sz="3200" b="1"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235382" y="6356350"/>
            <a:ext cx="1548465" cy="365125"/>
          </a:xfrm>
          <a:prstGeom prst="rect">
            <a:avLst/>
          </a:prstGeom>
        </p:spPr>
        <p:txBody>
          <a:bodyPr vert="horz" lIns="91440" tIns="45720" rIns="91440" bIns="45720" rtlCol="0" anchor="ctr"/>
          <a:lstStyle>
            <a:lvl1pPr algn="r">
              <a:defRPr sz="1200" b="1">
                <a:solidFill>
                  <a:schemeClr val="tx1"/>
                </a:solidFill>
              </a:defRPr>
            </a:lvl1pPr>
          </a:lstStyle>
          <a:p>
            <a:fld id="{8E565A5E-131F-486C-BEC3-CA739A37F925}" type="slidenum">
              <a:rPr lang="en-US" smtClean="0"/>
              <a:pPr/>
              <a:t>‹#›</a:t>
            </a:fld>
            <a:endParaRPr lang="en-US" dirty="0"/>
          </a:p>
        </p:txBody>
      </p:sp>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1228604" y="728095"/>
            <a:ext cx="878712" cy="400966"/>
          </a:xfrm>
          <a:prstGeom prst="rect">
            <a:avLst/>
          </a:prstGeom>
        </p:spPr>
      </p:pic>
      <p:sp>
        <p:nvSpPr>
          <p:cNvPr id="9" name="Title 1"/>
          <p:cNvSpPr txBox="1">
            <a:spLocks/>
          </p:cNvSpPr>
          <p:nvPr userDrawn="1"/>
        </p:nvSpPr>
        <p:spPr>
          <a:xfrm>
            <a:off x="7510412" y="531897"/>
            <a:ext cx="3370777" cy="392777"/>
          </a:xfrm>
          <a:prstGeom prst="rect">
            <a:avLst/>
          </a:prstGeom>
        </p:spPr>
        <p:txBody>
          <a:bodyPr>
            <a:normAutofit/>
          </a:bodyPr>
          <a:lstStyle>
            <a:lvl1pPr algn="l" defTabSz="914400" rtl="0" eaLnBrk="1" latinLnBrk="0" hangingPunct="1">
              <a:lnSpc>
                <a:spcPct val="90000"/>
              </a:lnSpc>
              <a:spcBef>
                <a:spcPct val="0"/>
              </a:spcBef>
              <a:buNone/>
              <a:defRPr sz="3200" b="1" kern="1200">
                <a:solidFill>
                  <a:schemeClr val="tx1"/>
                </a:solidFill>
                <a:latin typeface="+mn-lt"/>
                <a:ea typeface="+mj-ea"/>
                <a:cs typeface="+mj-cs"/>
              </a:defRPr>
            </a:lvl1pPr>
          </a:lstStyle>
          <a:p>
            <a:pPr algn="ctr"/>
            <a:r>
              <a:rPr lang="en-US" sz="1800" dirty="0"/>
              <a:t>DEFINE</a:t>
            </a:r>
          </a:p>
        </p:txBody>
      </p:sp>
      <p:sp>
        <p:nvSpPr>
          <p:cNvPr id="10" name="Rectangle 9"/>
          <p:cNvSpPr/>
          <p:nvPr userDrawn="1"/>
        </p:nvSpPr>
        <p:spPr>
          <a:xfrm>
            <a:off x="7510412" y="97010"/>
            <a:ext cx="3352800" cy="609600"/>
          </a:xfrm>
          <a:prstGeom prst="rect">
            <a:avLst/>
          </a:prstGeom>
          <a:noFill/>
        </p:spPr>
        <p:txBody>
          <a:bodyPr/>
          <a:lstStyle/>
          <a:p>
            <a:endParaRPr lang="en-US"/>
          </a:p>
        </p:txBody>
      </p:sp>
      <p:sp>
        <p:nvSpPr>
          <p:cNvPr id="11" name="Freeform 10"/>
          <p:cNvSpPr/>
          <p:nvPr userDrawn="1"/>
        </p:nvSpPr>
        <p:spPr>
          <a:xfrm>
            <a:off x="7510821" y="242191"/>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0 w 798090"/>
              <a:gd name="connsiteY5"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8090" h="319236">
                <a:moveTo>
                  <a:pt x="0" y="0"/>
                </a:moveTo>
                <a:lnTo>
                  <a:pt x="638472" y="0"/>
                </a:lnTo>
                <a:lnTo>
                  <a:pt x="798090" y="159618"/>
                </a:lnTo>
                <a:lnTo>
                  <a:pt x="638472" y="319236"/>
                </a:lnTo>
                <a:lnTo>
                  <a:pt x="0" y="319236"/>
                </a:lnTo>
                <a:lnTo>
                  <a:pt x="0" y="0"/>
                </a:lnTo>
                <a:close/>
              </a:path>
            </a:pathLst>
          </a:custGeom>
          <a:solidFill>
            <a:srgbClr val="7030A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algn="ctr" defTabSz="622300">
              <a:lnSpc>
                <a:spcPct val="90000"/>
              </a:lnSpc>
              <a:spcBef>
                <a:spcPct val="0"/>
              </a:spcBef>
              <a:spcAft>
                <a:spcPct val="35000"/>
              </a:spcAft>
            </a:pPr>
            <a:r>
              <a:rPr lang="en-US" sz="1400" dirty="0"/>
              <a:t>D</a:t>
            </a:r>
          </a:p>
        </p:txBody>
      </p:sp>
      <p:sp>
        <p:nvSpPr>
          <p:cNvPr id="12" name="Freeform 11"/>
          <p:cNvSpPr/>
          <p:nvPr userDrawn="1"/>
        </p:nvSpPr>
        <p:spPr>
          <a:xfrm>
            <a:off x="8149293" y="242191"/>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chemeClr val="bg1">
              <a:lumMod val="6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algn="ctr" defTabSz="622300">
              <a:lnSpc>
                <a:spcPct val="90000"/>
              </a:lnSpc>
              <a:spcBef>
                <a:spcPct val="0"/>
              </a:spcBef>
              <a:spcAft>
                <a:spcPct val="35000"/>
              </a:spcAft>
            </a:pPr>
            <a:r>
              <a:rPr lang="en-US" sz="1400" dirty="0"/>
              <a:t>M</a:t>
            </a:r>
          </a:p>
        </p:txBody>
      </p:sp>
      <p:sp>
        <p:nvSpPr>
          <p:cNvPr id="13" name="Freeform 12"/>
          <p:cNvSpPr/>
          <p:nvPr userDrawn="1"/>
        </p:nvSpPr>
        <p:spPr>
          <a:xfrm>
            <a:off x="8787766" y="242191"/>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chemeClr val="bg1">
              <a:lumMod val="6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lvl="0" algn="ctr" defTabSz="622300">
              <a:lnSpc>
                <a:spcPct val="90000"/>
              </a:lnSpc>
              <a:spcBef>
                <a:spcPct val="0"/>
              </a:spcBef>
              <a:spcAft>
                <a:spcPct val="35000"/>
              </a:spcAft>
            </a:pPr>
            <a:r>
              <a:rPr lang="en-US" sz="1400" kern="1200" dirty="0"/>
              <a:t>A</a:t>
            </a:r>
          </a:p>
        </p:txBody>
      </p:sp>
      <p:sp>
        <p:nvSpPr>
          <p:cNvPr id="14" name="Freeform 13"/>
          <p:cNvSpPr/>
          <p:nvPr userDrawn="1"/>
        </p:nvSpPr>
        <p:spPr>
          <a:xfrm>
            <a:off x="9426239" y="242191"/>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chemeClr val="bg1">
              <a:lumMod val="6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lvl="0" algn="ctr" defTabSz="622300">
              <a:lnSpc>
                <a:spcPct val="90000"/>
              </a:lnSpc>
              <a:spcBef>
                <a:spcPct val="0"/>
              </a:spcBef>
              <a:spcAft>
                <a:spcPct val="35000"/>
              </a:spcAft>
            </a:pPr>
            <a:r>
              <a:rPr lang="en-US" sz="1400" kern="1200" dirty="0"/>
              <a:t>I</a:t>
            </a:r>
          </a:p>
        </p:txBody>
      </p:sp>
      <p:sp>
        <p:nvSpPr>
          <p:cNvPr id="15" name="Freeform 14"/>
          <p:cNvSpPr/>
          <p:nvPr userDrawn="1"/>
        </p:nvSpPr>
        <p:spPr>
          <a:xfrm>
            <a:off x="10064711" y="242191"/>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chemeClr val="bg1">
              <a:lumMod val="6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74676" tIns="37338" rIns="98478" bIns="37338" numCol="1" spcCol="1270" anchor="ctr" anchorCtr="0">
            <a:noAutofit/>
          </a:bodyPr>
          <a:lstStyle/>
          <a:p>
            <a:pPr algn="ctr" defTabSz="622300">
              <a:lnSpc>
                <a:spcPct val="90000"/>
              </a:lnSpc>
              <a:spcBef>
                <a:spcPct val="0"/>
              </a:spcBef>
              <a:spcAft>
                <a:spcPct val="35000"/>
              </a:spcAft>
            </a:pPr>
            <a:r>
              <a:rPr lang="en-US" sz="1400" dirty="0"/>
              <a:t>C</a:t>
            </a:r>
          </a:p>
        </p:txBody>
      </p:sp>
      <p:sp>
        <p:nvSpPr>
          <p:cNvPr id="17" name="Rounded Rectangle 16"/>
          <p:cNvSpPr/>
          <p:nvPr userDrawn="1"/>
        </p:nvSpPr>
        <p:spPr>
          <a:xfrm>
            <a:off x="910447" y="5838938"/>
            <a:ext cx="10212729" cy="8037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pic>
        <p:nvPicPr>
          <p:cNvPr id="2" name="Imagen 1">
            <a:extLst>
              <a:ext uri="{FF2B5EF4-FFF2-40B4-BE49-F238E27FC236}">
                <a16:creationId xmlns:a16="http://schemas.microsoft.com/office/drawing/2014/main" id="{191C3702-7DB4-4DA1-9009-DB3DCDF5CCDC}"/>
              </a:ext>
            </a:extLst>
          </p:cNvPr>
          <p:cNvPicPr>
            <a:picLocks noChangeAspect="1"/>
          </p:cNvPicPr>
          <p:nvPr userDrawn="1"/>
        </p:nvPicPr>
        <p:blipFill>
          <a:blip r:embed="rId5"/>
          <a:stretch>
            <a:fillRect/>
          </a:stretch>
        </p:blipFill>
        <p:spPr>
          <a:xfrm>
            <a:off x="11199219" y="90643"/>
            <a:ext cx="908097" cy="622332"/>
          </a:xfrm>
          <a:prstGeom prst="rect">
            <a:avLst/>
          </a:prstGeom>
        </p:spPr>
      </p:pic>
    </p:spTree>
    <p:extLst>
      <p:ext uri="{BB962C8B-B14F-4D97-AF65-F5344CB8AC3E}">
        <p14:creationId xmlns:p14="http://schemas.microsoft.com/office/powerpoint/2010/main" val="3601376673"/>
      </p:ext>
    </p:extLst>
  </p:cSld>
  <p:clrMap bg1="lt1" tx1="dk1" bg2="lt2" tx2="dk2" accent1="accent1" accent2="accent2" accent3="accent3" accent4="accent4" accent5="accent5" accent6="accent6" hlink="hlink" folHlink="folHlink"/>
  <p:sldLayoutIdLst>
    <p:sldLayoutId id="2147483931" r:id="rId1"/>
    <p:sldLayoutId id="2147483932" r:id="rId2"/>
  </p:sldLayoutIdLst>
  <p:hf hdr="0" ftr="0" dt="0"/>
  <p:txStyles>
    <p:titleStyle>
      <a:lvl1pPr algn="l" defTabSz="914400" rtl="0" eaLnBrk="1" latinLnBrk="0" hangingPunct="1">
        <a:lnSpc>
          <a:spcPct val="90000"/>
        </a:lnSpc>
        <a:spcBef>
          <a:spcPct val="0"/>
        </a:spcBef>
        <a:buNone/>
        <a:defRPr sz="3200" b="1"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235382" y="6356350"/>
            <a:ext cx="1548465" cy="365125"/>
          </a:xfrm>
          <a:prstGeom prst="rect">
            <a:avLst/>
          </a:prstGeom>
        </p:spPr>
        <p:txBody>
          <a:bodyPr vert="horz" lIns="91440" tIns="45720" rIns="91440" bIns="45720" rtlCol="0" anchor="ctr"/>
          <a:lstStyle>
            <a:lvl1pPr algn="r">
              <a:defRPr sz="1200" b="1">
                <a:solidFill>
                  <a:schemeClr val="tx1"/>
                </a:solidFill>
              </a:defRPr>
            </a:lvl1pPr>
          </a:lstStyle>
          <a:p>
            <a:fld id="{8E565A5E-131F-486C-BEC3-CA739A37F925}" type="slidenum">
              <a:rPr lang="en-US" smtClean="0"/>
              <a:pPr/>
              <a:t>‹#›</a:t>
            </a:fld>
            <a:endParaRPr lang="en-US" dirty="0"/>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228604" y="728095"/>
            <a:ext cx="878712" cy="400966"/>
          </a:xfrm>
          <a:prstGeom prst="rect">
            <a:avLst/>
          </a:prstGeom>
        </p:spPr>
      </p:pic>
      <p:sp>
        <p:nvSpPr>
          <p:cNvPr id="9" name="Title 1"/>
          <p:cNvSpPr txBox="1">
            <a:spLocks/>
          </p:cNvSpPr>
          <p:nvPr userDrawn="1"/>
        </p:nvSpPr>
        <p:spPr>
          <a:xfrm>
            <a:off x="7510412" y="531897"/>
            <a:ext cx="3370777" cy="392777"/>
          </a:xfrm>
          <a:prstGeom prst="rect">
            <a:avLst/>
          </a:prstGeom>
        </p:spPr>
        <p:txBody>
          <a:bodyPr>
            <a:normAutofit/>
          </a:bodyPr>
          <a:lstStyle>
            <a:lvl1pPr algn="l" defTabSz="914400" rtl="0" eaLnBrk="1" latinLnBrk="0" hangingPunct="1">
              <a:lnSpc>
                <a:spcPct val="90000"/>
              </a:lnSpc>
              <a:spcBef>
                <a:spcPct val="0"/>
              </a:spcBef>
              <a:buNone/>
              <a:defRPr sz="3200" b="1" kern="1200">
                <a:solidFill>
                  <a:schemeClr val="tx1"/>
                </a:solidFill>
                <a:latin typeface="+mn-lt"/>
                <a:ea typeface="+mj-ea"/>
                <a:cs typeface="+mj-cs"/>
              </a:defRPr>
            </a:lvl1pPr>
          </a:lstStyle>
          <a:p>
            <a:pPr algn="ctr"/>
            <a:r>
              <a:rPr lang="en-US" sz="1800" dirty="0"/>
              <a:t>DEFINE</a:t>
            </a:r>
          </a:p>
        </p:txBody>
      </p:sp>
      <p:sp>
        <p:nvSpPr>
          <p:cNvPr id="10" name="Rectangle 9"/>
          <p:cNvSpPr/>
          <p:nvPr userDrawn="1"/>
        </p:nvSpPr>
        <p:spPr>
          <a:xfrm>
            <a:off x="7510412" y="97010"/>
            <a:ext cx="3352800" cy="609600"/>
          </a:xfrm>
          <a:prstGeom prst="rect">
            <a:avLst/>
          </a:prstGeom>
          <a:noFill/>
        </p:spPr>
        <p:txBody>
          <a:bodyPr/>
          <a:lstStyle/>
          <a:p>
            <a:endParaRPr lang="en-US"/>
          </a:p>
        </p:txBody>
      </p:sp>
      <p:sp>
        <p:nvSpPr>
          <p:cNvPr id="11" name="Freeform 10"/>
          <p:cNvSpPr/>
          <p:nvPr userDrawn="1"/>
        </p:nvSpPr>
        <p:spPr>
          <a:xfrm>
            <a:off x="7510821" y="242191"/>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0 w 798090"/>
              <a:gd name="connsiteY5"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8090" h="319236">
                <a:moveTo>
                  <a:pt x="0" y="0"/>
                </a:moveTo>
                <a:lnTo>
                  <a:pt x="638472" y="0"/>
                </a:lnTo>
                <a:lnTo>
                  <a:pt x="798090" y="159618"/>
                </a:lnTo>
                <a:lnTo>
                  <a:pt x="638472" y="319236"/>
                </a:lnTo>
                <a:lnTo>
                  <a:pt x="0" y="319236"/>
                </a:lnTo>
                <a:lnTo>
                  <a:pt x="0" y="0"/>
                </a:lnTo>
                <a:close/>
              </a:path>
            </a:pathLst>
          </a:custGeom>
          <a:solidFill>
            <a:srgbClr val="7030A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algn="ctr" defTabSz="622300">
              <a:lnSpc>
                <a:spcPct val="90000"/>
              </a:lnSpc>
              <a:spcBef>
                <a:spcPct val="0"/>
              </a:spcBef>
              <a:spcAft>
                <a:spcPct val="35000"/>
              </a:spcAft>
            </a:pPr>
            <a:r>
              <a:rPr lang="en-US" sz="1400" dirty="0"/>
              <a:t>D</a:t>
            </a:r>
          </a:p>
        </p:txBody>
      </p:sp>
      <p:sp>
        <p:nvSpPr>
          <p:cNvPr id="12" name="Freeform 11"/>
          <p:cNvSpPr/>
          <p:nvPr userDrawn="1"/>
        </p:nvSpPr>
        <p:spPr>
          <a:xfrm>
            <a:off x="8149293" y="242191"/>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chemeClr val="bg1">
              <a:lumMod val="6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algn="ctr" defTabSz="622300">
              <a:lnSpc>
                <a:spcPct val="90000"/>
              </a:lnSpc>
              <a:spcBef>
                <a:spcPct val="0"/>
              </a:spcBef>
              <a:spcAft>
                <a:spcPct val="35000"/>
              </a:spcAft>
            </a:pPr>
            <a:r>
              <a:rPr lang="en-US" sz="1400" dirty="0"/>
              <a:t>M</a:t>
            </a:r>
          </a:p>
        </p:txBody>
      </p:sp>
      <p:sp>
        <p:nvSpPr>
          <p:cNvPr id="13" name="Freeform 12"/>
          <p:cNvSpPr/>
          <p:nvPr userDrawn="1"/>
        </p:nvSpPr>
        <p:spPr>
          <a:xfrm>
            <a:off x="8787766" y="242191"/>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chemeClr val="bg1">
              <a:lumMod val="6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lvl="0" algn="ctr" defTabSz="622300">
              <a:lnSpc>
                <a:spcPct val="90000"/>
              </a:lnSpc>
              <a:spcBef>
                <a:spcPct val="0"/>
              </a:spcBef>
              <a:spcAft>
                <a:spcPct val="35000"/>
              </a:spcAft>
            </a:pPr>
            <a:r>
              <a:rPr lang="en-US" sz="1400" kern="1200" dirty="0"/>
              <a:t>A</a:t>
            </a:r>
          </a:p>
        </p:txBody>
      </p:sp>
      <p:sp>
        <p:nvSpPr>
          <p:cNvPr id="14" name="Freeform 13"/>
          <p:cNvSpPr/>
          <p:nvPr userDrawn="1"/>
        </p:nvSpPr>
        <p:spPr>
          <a:xfrm>
            <a:off x="9426239" y="242191"/>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chemeClr val="bg1">
              <a:lumMod val="6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lvl="0" algn="ctr" defTabSz="622300">
              <a:lnSpc>
                <a:spcPct val="90000"/>
              </a:lnSpc>
              <a:spcBef>
                <a:spcPct val="0"/>
              </a:spcBef>
              <a:spcAft>
                <a:spcPct val="35000"/>
              </a:spcAft>
            </a:pPr>
            <a:r>
              <a:rPr lang="en-US" sz="1400" kern="1200" dirty="0"/>
              <a:t>I</a:t>
            </a:r>
          </a:p>
        </p:txBody>
      </p:sp>
      <p:sp>
        <p:nvSpPr>
          <p:cNvPr id="15" name="Freeform 14"/>
          <p:cNvSpPr/>
          <p:nvPr userDrawn="1"/>
        </p:nvSpPr>
        <p:spPr>
          <a:xfrm>
            <a:off x="10064711" y="242191"/>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chemeClr val="bg1">
              <a:lumMod val="6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74676" tIns="37338" rIns="98478" bIns="37338" numCol="1" spcCol="1270" anchor="ctr" anchorCtr="0">
            <a:noAutofit/>
          </a:bodyPr>
          <a:lstStyle/>
          <a:p>
            <a:pPr algn="ctr" defTabSz="622300">
              <a:lnSpc>
                <a:spcPct val="90000"/>
              </a:lnSpc>
              <a:spcBef>
                <a:spcPct val="0"/>
              </a:spcBef>
              <a:spcAft>
                <a:spcPct val="35000"/>
              </a:spcAft>
            </a:pPr>
            <a:r>
              <a:rPr lang="en-US" sz="1400" dirty="0"/>
              <a:t>C</a:t>
            </a:r>
          </a:p>
        </p:txBody>
      </p:sp>
      <p:sp>
        <p:nvSpPr>
          <p:cNvPr id="17" name="Rounded Rectangle 16"/>
          <p:cNvSpPr/>
          <p:nvPr userDrawn="1"/>
        </p:nvSpPr>
        <p:spPr>
          <a:xfrm>
            <a:off x="910447" y="5838938"/>
            <a:ext cx="10212729" cy="8037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pic>
        <p:nvPicPr>
          <p:cNvPr id="16" name="Picture 15" descr="Icon&#10;&#10;Description automatically generated">
            <a:extLst>
              <a:ext uri="{FF2B5EF4-FFF2-40B4-BE49-F238E27FC236}">
                <a16:creationId xmlns:a16="http://schemas.microsoft.com/office/drawing/2014/main" id="{3C3941C8-BC70-43A5-9411-8002B0F0F650}"/>
              </a:ext>
            </a:extLst>
          </p:cNvPr>
          <p:cNvPicPr>
            <a:picLocks noChangeAspect="1"/>
          </p:cNvPicPr>
          <p:nvPr userDrawn="1"/>
        </p:nvPicPr>
        <p:blipFill>
          <a:blip r:embed="rId4"/>
          <a:stretch>
            <a:fillRect/>
          </a:stretch>
        </p:blipFill>
        <p:spPr>
          <a:xfrm>
            <a:off x="11305468" y="90764"/>
            <a:ext cx="643901" cy="644115"/>
          </a:xfrm>
          <a:prstGeom prst="rect">
            <a:avLst/>
          </a:prstGeom>
        </p:spPr>
      </p:pic>
    </p:spTree>
    <p:extLst>
      <p:ext uri="{BB962C8B-B14F-4D97-AF65-F5344CB8AC3E}">
        <p14:creationId xmlns:p14="http://schemas.microsoft.com/office/powerpoint/2010/main" val="975458664"/>
      </p:ext>
    </p:extLst>
  </p:cSld>
  <p:clrMap bg1="lt1" tx1="dk1" bg2="lt2" tx2="dk2" accent1="accent1" accent2="accent2" accent3="accent3" accent4="accent4" accent5="accent5" accent6="accent6" hlink="hlink" folHlink="folHlink"/>
  <p:sldLayoutIdLst>
    <p:sldLayoutId id="2147483935" r:id="rId1"/>
  </p:sldLayoutIdLst>
  <p:hf hdr="0" ftr="0" dt="0"/>
  <p:txStyles>
    <p:titleStyle>
      <a:lvl1pPr algn="l" defTabSz="914400" rtl="0" eaLnBrk="1" latinLnBrk="0" hangingPunct="1">
        <a:lnSpc>
          <a:spcPct val="90000"/>
        </a:lnSpc>
        <a:spcBef>
          <a:spcPct val="0"/>
        </a:spcBef>
        <a:buNone/>
        <a:defRPr sz="3200" b="1"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Title Placeholder 3"/>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868455880"/>
      </p:ext>
    </p:extLst>
  </p:cSld>
  <p:clrMap bg1="lt1" tx1="dk1" bg2="lt2" tx2="dk2" accent1="accent1" accent2="accent2" accent3="accent3" accent4="accent4" accent5="accent5" accent6="accent6" hlink="hlink" folHlink="folHlink"/>
  <p:sldLayoutIdLst>
    <p:sldLayoutId id="2147483938" r:id="rId1"/>
    <p:sldLayoutId id="2147483939" r:id="rId2"/>
    <p:sldLayoutId id="2147483940" r:id="rId3"/>
    <p:sldLayoutId id="2147483941" r:id="rId4"/>
    <p:sldLayoutId id="2147483942" r:id="rId5"/>
    <p:sldLayoutId id="2147483944" r:id="rId6"/>
  </p:sldLayoutIdLst>
  <p:hf hdr="0" ftr="0" dt="0"/>
  <p:txStyles>
    <p:titleStyle>
      <a:lvl1pPr algn="l" defTabSz="609585" rtl="0" eaLnBrk="1" latinLnBrk="0" hangingPunct="1">
        <a:spcBef>
          <a:spcPct val="0"/>
        </a:spcBef>
        <a:buNone/>
        <a:defRPr sz="2667" b="1" i="0" kern="1100" cap="all" spc="200">
          <a:solidFill>
            <a:schemeClr val="tx2"/>
          </a:solidFill>
          <a:latin typeface="Verdana"/>
          <a:ea typeface="+mj-ea"/>
          <a:cs typeface="Verdana"/>
        </a:defRPr>
      </a:lvl1pPr>
    </p:titleStyle>
    <p:bodyStyle>
      <a:lvl1pPr marL="0" indent="0" algn="l" defTabSz="609585" rtl="0" eaLnBrk="1" latinLnBrk="0" hangingPunct="1">
        <a:spcBef>
          <a:spcPct val="20000"/>
        </a:spcBef>
        <a:buClr>
          <a:srgbClr val="02502D"/>
        </a:buClr>
        <a:buFont typeface="Wingdings" charset="2"/>
        <a:buNone/>
        <a:defRPr sz="2133" kern="1200" spc="200">
          <a:solidFill>
            <a:srgbClr val="585D60"/>
          </a:solidFill>
          <a:latin typeface="GM Sans"/>
          <a:ea typeface="+mn-ea"/>
          <a:cs typeface="GM Sans Regular"/>
        </a:defRPr>
      </a:lvl1pPr>
      <a:lvl2pPr marL="387341" indent="-380990" algn="l" defTabSz="609585" rtl="0" eaLnBrk="1" latinLnBrk="0" hangingPunct="1">
        <a:spcBef>
          <a:spcPct val="20000"/>
        </a:spcBef>
        <a:buClr>
          <a:schemeClr val="tx2"/>
        </a:buClr>
        <a:buFont typeface="Wingdings" charset="2"/>
        <a:buChar char="§"/>
        <a:defRPr sz="2133" kern="1200" spc="200">
          <a:solidFill>
            <a:srgbClr val="585D60"/>
          </a:solidFill>
          <a:latin typeface="GM Sans"/>
          <a:ea typeface="+mn-ea"/>
          <a:cs typeface="GM Sans Regular"/>
        </a:defRPr>
      </a:lvl2pPr>
      <a:lvl3pPr marL="912261" indent="-311143" algn="l" defTabSz="912261" rtl="0" eaLnBrk="1" latinLnBrk="0" hangingPunct="1">
        <a:spcBef>
          <a:spcPct val="20000"/>
        </a:spcBef>
        <a:buClr>
          <a:schemeClr val="tx2"/>
        </a:buClr>
        <a:buFont typeface="Wingdings" charset="2"/>
        <a:buChar char="§"/>
        <a:defRPr sz="2133" kern="1200" spc="200">
          <a:solidFill>
            <a:srgbClr val="585D60"/>
          </a:solidFill>
          <a:latin typeface="GM Sans"/>
          <a:ea typeface="+mn-ea"/>
          <a:cs typeface="GM Sans Regular"/>
        </a:defRPr>
      </a:lvl3pPr>
      <a:lvl4pPr marL="1608626" indent="-304792" algn="l" defTabSz="609585" rtl="0" eaLnBrk="1" latinLnBrk="0" hangingPunct="1">
        <a:spcBef>
          <a:spcPct val="20000"/>
        </a:spcBef>
        <a:buClr>
          <a:schemeClr val="tx2"/>
        </a:buClr>
        <a:buFont typeface="Wingdings" charset="2"/>
        <a:buChar char="§"/>
        <a:defRPr sz="1867" kern="1200">
          <a:solidFill>
            <a:srgbClr val="585D60"/>
          </a:solidFill>
          <a:latin typeface="GM Sans Light"/>
          <a:ea typeface="+mn-ea"/>
          <a:cs typeface="GM Sans Light"/>
        </a:defRPr>
      </a:lvl4pPr>
      <a:lvl5pPr marL="1608626" indent="-304792" algn="l" defTabSz="609585" rtl="0" eaLnBrk="1" latinLnBrk="0" hangingPunct="1">
        <a:spcBef>
          <a:spcPct val="20000"/>
        </a:spcBef>
        <a:buClr>
          <a:schemeClr val="tx2"/>
        </a:buClr>
        <a:buFont typeface="Wingdings" charset="2"/>
        <a:buChar char="§"/>
        <a:defRPr sz="1867" kern="1200">
          <a:solidFill>
            <a:srgbClr val="585D60"/>
          </a:solidFill>
          <a:latin typeface="GM Sans Light"/>
          <a:ea typeface="+mn-ea"/>
          <a:cs typeface="GM Sans Light"/>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235382" y="6356350"/>
            <a:ext cx="1548465" cy="365125"/>
          </a:xfrm>
          <a:prstGeom prst="rect">
            <a:avLst/>
          </a:prstGeom>
        </p:spPr>
        <p:txBody>
          <a:bodyPr vert="horz" lIns="91440" tIns="45720" rIns="91440" bIns="45720" rtlCol="0" anchor="ctr"/>
          <a:lstStyle>
            <a:lvl1pPr algn="r">
              <a:defRPr sz="1200" b="1">
                <a:solidFill>
                  <a:schemeClr val="tx1"/>
                </a:solidFill>
              </a:defRPr>
            </a:lvl1pPr>
          </a:lstStyle>
          <a:p>
            <a:fld id="{8E565A5E-131F-486C-BEC3-CA739A37F925}" type="slidenum">
              <a:rPr lang="en-US" smtClean="0"/>
              <a:pPr/>
              <a:t>‹#›</a:t>
            </a:fld>
            <a:endParaRPr lang="en-US" dirty="0"/>
          </a:p>
        </p:txBody>
      </p:sp>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1228604" y="728095"/>
            <a:ext cx="878712" cy="400966"/>
          </a:xfrm>
          <a:prstGeom prst="rect">
            <a:avLst/>
          </a:prstGeom>
        </p:spPr>
      </p:pic>
      <p:pic>
        <p:nvPicPr>
          <p:cNvPr id="7" name="Picture 6"/>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1311243" y="118184"/>
            <a:ext cx="609912" cy="609912"/>
          </a:xfrm>
          <a:prstGeom prst="rect">
            <a:avLst/>
          </a:prstGeom>
        </p:spPr>
      </p:pic>
      <p:sp>
        <p:nvSpPr>
          <p:cNvPr id="9" name="Title 1"/>
          <p:cNvSpPr txBox="1">
            <a:spLocks/>
          </p:cNvSpPr>
          <p:nvPr userDrawn="1"/>
        </p:nvSpPr>
        <p:spPr>
          <a:xfrm>
            <a:off x="7510412" y="531897"/>
            <a:ext cx="3370777" cy="392777"/>
          </a:xfrm>
          <a:prstGeom prst="rect">
            <a:avLst/>
          </a:prstGeom>
        </p:spPr>
        <p:txBody>
          <a:bodyPr>
            <a:normAutofit/>
          </a:bodyPr>
          <a:lstStyle>
            <a:lvl1pPr algn="l" defTabSz="914400" rtl="0" eaLnBrk="1" latinLnBrk="0" hangingPunct="1">
              <a:lnSpc>
                <a:spcPct val="90000"/>
              </a:lnSpc>
              <a:spcBef>
                <a:spcPct val="0"/>
              </a:spcBef>
              <a:buNone/>
              <a:defRPr sz="3200" b="1" kern="1200">
                <a:solidFill>
                  <a:schemeClr val="tx1"/>
                </a:solidFill>
                <a:latin typeface="+mn-lt"/>
                <a:ea typeface="+mj-ea"/>
                <a:cs typeface="+mj-cs"/>
              </a:defRPr>
            </a:lvl1pPr>
          </a:lstStyle>
          <a:p>
            <a:pPr algn="ctr"/>
            <a:r>
              <a:rPr lang="en-US" sz="1800" dirty="0"/>
              <a:t>DEFINE</a:t>
            </a:r>
          </a:p>
        </p:txBody>
      </p:sp>
      <p:sp>
        <p:nvSpPr>
          <p:cNvPr id="10" name="Rectangle 9"/>
          <p:cNvSpPr/>
          <p:nvPr userDrawn="1"/>
        </p:nvSpPr>
        <p:spPr>
          <a:xfrm>
            <a:off x="7510412" y="97010"/>
            <a:ext cx="3352800" cy="609600"/>
          </a:xfrm>
          <a:prstGeom prst="rect">
            <a:avLst/>
          </a:prstGeom>
          <a:noFill/>
        </p:spPr>
        <p:txBody>
          <a:bodyPr/>
          <a:lstStyle/>
          <a:p>
            <a:endParaRPr lang="en-US"/>
          </a:p>
        </p:txBody>
      </p:sp>
      <p:sp>
        <p:nvSpPr>
          <p:cNvPr id="11" name="Freeform 10"/>
          <p:cNvSpPr/>
          <p:nvPr userDrawn="1"/>
        </p:nvSpPr>
        <p:spPr>
          <a:xfrm>
            <a:off x="7510821" y="242191"/>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0 w 798090"/>
              <a:gd name="connsiteY5"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8090" h="319236">
                <a:moveTo>
                  <a:pt x="0" y="0"/>
                </a:moveTo>
                <a:lnTo>
                  <a:pt x="638472" y="0"/>
                </a:lnTo>
                <a:lnTo>
                  <a:pt x="798090" y="159618"/>
                </a:lnTo>
                <a:lnTo>
                  <a:pt x="638472" y="319236"/>
                </a:lnTo>
                <a:lnTo>
                  <a:pt x="0" y="319236"/>
                </a:lnTo>
                <a:lnTo>
                  <a:pt x="0" y="0"/>
                </a:lnTo>
                <a:close/>
              </a:path>
            </a:pathLst>
          </a:custGeom>
          <a:solidFill>
            <a:srgbClr val="7030A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algn="ctr" defTabSz="622300">
              <a:lnSpc>
                <a:spcPct val="90000"/>
              </a:lnSpc>
              <a:spcBef>
                <a:spcPct val="0"/>
              </a:spcBef>
              <a:spcAft>
                <a:spcPct val="35000"/>
              </a:spcAft>
            </a:pPr>
            <a:r>
              <a:rPr lang="en-US" sz="1400" dirty="0"/>
              <a:t>D</a:t>
            </a:r>
          </a:p>
        </p:txBody>
      </p:sp>
      <p:sp>
        <p:nvSpPr>
          <p:cNvPr id="12" name="Freeform 11"/>
          <p:cNvSpPr/>
          <p:nvPr userDrawn="1"/>
        </p:nvSpPr>
        <p:spPr>
          <a:xfrm>
            <a:off x="8149293" y="242191"/>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chemeClr val="bg1">
              <a:lumMod val="6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algn="ctr" defTabSz="622300">
              <a:lnSpc>
                <a:spcPct val="90000"/>
              </a:lnSpc>
              <a:spcBef>
                <a:spcPct val="0"/>
              </a:spcBef>
              <a:spcAft>
                <a:spcPct val="35000"/>
              </a:spcAft>
            </a:pPr>
            <a:r>
              <a:rPr lang="en-US" sz="1400" dirty="0"/>
              <a:t>M</a:t>
            </a:r>
          </a:p>
        </p:txBody>
      </p:sp>
      <p:sp>
        <p:nvSpPr>
          <p:cNvPr id="13" name="Freeform 12"/>
          <p:cNvSpPr/>
          <p:nvPr userDrawn="1"/>
        </p:nvSpPr>
        <p:spPr>
          <a:xfrm>
            <a:off x="8787766" y="242191"/>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chemeClr val="bg1">
              <a:lumMod val="6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lvl="0" algn="ctr" defTabSz="622300">
              <a:lnSpc>
                <a:spcPct val="90000"/>
              </a:lnSpc>
              <a:spcBef>
                <a:spcPct val="0"/>
              </a:spcBef>
              <a:spcAft>
                <a:spcPct val="35000"/>
              </a:spcAft>
            </a:pPr>
            <a:r>
              <a:rPr lang="en-US" sz="1400" kern="1200" dirty="0"/>
              <a:t>A</a:t>
            </a:r>
          </a:p>
        </p:txBody>
      </p:sp>
      <p:sp>
        <p:nvSpPr>
          <p:cNvPr id="14" name="Freeform 13"/>
          <p:cNvSpPr/>
          <p:nvPr userDrawn="1"/>
        </p:nvSpPr>
        <p:spPr>
          <a:xfrm>
            <a:off x="9426239" y="242191"/>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chemeClr val="bg1">
              <a:lumMod val="6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lvl="0" algn="ctr" defTabSz="622300">
              <a:lnSpc>
                <a:spcPct val="90000"/>
              </a:lnSpc>
              <a:spcBef>
                <a:spcPct val="0"/>
              </a:spcBef>
              <a:spcAft>
                <a:spcPct val="35000"/>
              </a:spcAft>
            </a:pPr>
            <a:r>
              <a:rPr lang="en-US" sz="1400" kern="1200" dirty="0"/>
              <a:t>I</a:t>
            </a:r>
          </a:p>
        </p:txBody>
      </p:sp>
      <p:sp>
        <p:nvSpPr>
          <p:cNvPr id="15" name="Freeform 14"/>
          <p:cNvSpPr/>
          <p:nvPr userDrawn="1"/>
        </p:nvSpPr>
        <p:spPr>
          <a:xfrm>
            <a:off x="10064711" y="242191"/>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chemeClr val="bg1">
              <a:lumMod val="6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74676" tIns="37338" rIns="98478" bIns="37338" numCol="1" spcCol="1270" anchor="ctr" anchorCtr="0">
            <a:noAutofit/>
          </a:bodyPr>
          <a:lstStyle/>
          <a:p>
            <a:pPr algn="ctr" defTabSz="622300">
              <a:lnSpc>
                <a:spcPct val="90000"/>
              </a:lnSpc>
              <a:spcBef>
                <a:spcPct val="0"/>
              </a:spcBef>
              <a:spcAft>
                <a:spcPct val="35000"/>
              </a:spcAft>
            </a:pPr>
            <a:r>
              <a:rPr lang="en-US" sz="1400" dirty="0"/>
              <a:t>C</a:t>
            </a:r>
          </a:p>
        </p:txBody>
      </p:sp>
      <p:sp>
        <p:nvSpPr>
          <p:cNvPr id="17" name="Rounded Rectangle 16"/>
          <p:cNvSpPr/>
          <p:nvPr userDrawn="1"/>
        </p:nvSpPr>
        <p:spPr>
          <a:xfrm>
            <a:off x="910447" y="5838938"/>
            <a:ext cx="10212729" cy="8037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spTree>
    <p:extLst>
      <p:ext uri="{BB962C8B-B14F-4D97-AF65-F5344CB8AC3E}">
        <p14:creationId xmlns:p14="http://schemas.microsoft.com/office/powerpoint/2010/main" val="1187720371"/>
      </p:ext>
    </p:extLst>
  </p:cSld>
  <p:clrMap bg1="lt1" tx1="dk1" bg2="lt2" tx2="dk2" accent1="accent1" accent2="accent2" accent3="accent3" accent4="accent4" accent5="accent5" accent6="accent6" hlink="hlink" folHlink="folHlink"/>
  <p:sldLayoutIdLst>
    <p:sldLayoutId id="2147483946" r:id="rId1"/>
    <p:sldLayoutId id="2147483947" r:id="rId2"/>
  </p:sldLayoutIdLst>
  <p:hf hdr="0" ftr="0" dt="0"/>
  <p:txStyles>
    <p:titleStyle>
      <a:lvl1pPr algn="l" defTabSz="914400" rtl="0" eaLnBrk="1" latinLnBrk="0" hangingPunct="1">
        <a:lnSpc>
          <a:spcPct val="90000"/>
        </a:lnSpc>
        <a:spcBef>
          <a:spcPct val="0"/>
        </a:spcBef>
        <a:buNone/>
        <a:defRPr sz="3200" b="1"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Picture 8" descr="Icon&#10;&#10;Description automatically generated">
            <a:extLst>
              <a:ext uri="{FF2B5EF4-FFF2-40B4-BE49-F238E27FC236}">
                <a16:creationId xmlns:a16="http://schemas.microsoft.com/office/drawing/2014/main" id="{3BB3D839-9C53-4DD1-8F61-0D240EED80FD}"/>
              </a:ext>
            </a:extLst>
          </p:cNvPr>
          <p:cNvPicPr>
            <a:picLocks noChangeAspect="1"/>
          </p:cNvPicPr>
          <p:nvPr userDrawn="1"/>
        </p:nvPicPr>
        <p:blipFill>
          <a:blip r:embed="rId11"/>
          <a:stretch>
            <a:fillRect/>
          </a:stretch>
        </p:blipFill>
        <p:spPr>
          <a:xfrm>
            <a:off x="11339974" y="82139"/>
            <a:ext cx="643901" cy="644115"/>
          </a:xfrm>
          <a:prstGeom prst="rect">
            <a:avLst/>
          </a:prstGeom>
        </p:spPr>
      </p:pic>
      <p:sp>
        <p:nvSpPr>
          <p:cNvPr id="2" name="Title Placeholder 1"/>
          <p:cNvSpPr>
            <a:spLocks noGrp="1"/>
          </p:cNvSpPr>
          <p:nvPr>
            <p:ph type="title"/>
          </p:nvPr>
        </p:nvSpPr>
        <p:spPr>
          <a:xfrm>
            <a:off x="365591" y="201183"/>
            <a:ext cx="10515600" cy="99591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75865" y="1825625"/>
            <a:ext cx="11407983"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a:xfrm>
            <a:off x="10235384" y="6356352"/>
            <a:ext cx="1548465" cy="365125"/>
          </a:xfrm>
          <a:prstGeom prst="rect">
            <a:avLst/>
          </a:prstGeom>
        </p:spPr>
        <p:txBody>
          <a:bodyPr vert="horz" lIns="91440" tIns="45720" rIns="91440" bIns="45720" rtlCol="0" anchor="ctr"/>
          <a:lstStyle>
            <a:lvl1pPr algn="r">
              <a:defRPr sz="1200" b="1">
                <a:solidFill>
                  <a:schemeClr val="tx1"/>
                </a:solidFill>
              </a:defRPr>
            </a:lvl1pPr>
          </a:lstStyle>
          <a:p>
            <a:fld id="{8E565A5E-131F-486C-BEC3-CA739A37F925}" type="slidenum">
              <a:rPr lang="en-US" smtClean="0">
                <a:solidFill>
                  <a:prstClr val="black"/>
                </a:solidFill>
              </a:rPr>
              <a:pPr/>
              <a:t>‹#›</a:t>
            </a:fld>
            <a:endParaRPr lang="en-US" dirty="0">
              <a:solidFill>
                <a:prstClr val="black"/>
              </a:solidFill>
            </a:endParaRPr>
          </a:p>
        </p:txBody>
      </p:sp>
      <p:pic>
        <p:nvPicPr>
          <p:cNvPr id="8" name="Picture 7"/>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11228604" y="728095"/>
            <a:ext cx="878712" cy="400966"/>
          </a:xfrm>
          <a:prstGeom prst="rect">
            <a:avLst/>
          </a:prstGeom>
        </p:spPr>
      </p:pic>
    </p:spTree>
    <p:extLst>
      <p:ext uri="{BB962C8B-B14F-4D97-AF65-F5344CB8AC3E}">
        <p14:creationId xmlns:p14="http://schemas.microsoft.com/office/powerpoint/2010/main" val="903450051"/>
      </p:ext>
    </p:extLst>
  </p:cSld>
  <p:clrMap bg1="lt1" tx1="dk1" bg2="lt2" tx2="dk2" accent1="accent1" accent2="accent2" accent3="accent3" accent4="accent4" accent5="accent5" accent6="accent6" hlink="hlink" folHlink="folHlink"/>
  <p:sldLayoutIdLst>
    <p:sldLayoutId id="2147483950" r:id="rId1"/>
    <p:sldLayoutId id="2147483951" r:id="rId2"/>
    <p:sldLayoutId id="2147483952" r:id="rId3"/>
    <p:sldLayoutId id="2147483953" r:id="rId4"/>
    <p:sldLayoutId id="2147483954" r:id="rId5"/>
    <p:sldLayoutId id="2147483955" r:id="rId6"/>
    <p:sldLayoutId id="2147483956" r:id="rId7"/>
    <p:sldLayoutId id="2147483957" r:id="rId8"/>
    <p:sldLayoutId id="2147483958" r:id="rId9"/>
  </p:sldLayoutIdLst>
  <p:hf hdr="0" ftr="0" dt="0"/>
  <p:txStyles>
    <p:titleStyle>
      <a:lvl1pPr algn="l" defTabSz="914400" rtl="0" eaLnBrk="1" latinLnBrk="0" hangingPunct="1">
        <a:lnSpc>
          <a:spcPct val="90000"/>
        </a:lnSpc>
        <a:spcBef>
          <a:spcPct val="0"/>
        </a:spcBef>
        <a:buNone/>
        <a:defRPr sz="3200" b="1"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6" name="Picture 15" descr="Icon&#10;&#10;Description automatically generated">
            <a:extLst>
              <a:ext uri="{FF2B5EF4-FFF2-40B4-BE49-F238E27FC236}">
                <a16:creationId xmlns:a16="http://schemas.microsoft.com/office/drawing/2014/main" id="{6DA68842-5DB9-4C37-A644-8BF238BD5D3E}"/>
              </a:ext>
            </a:extLst>
          </p:cNvPr>
          <p:cNvPicPr>
            <a:picLocks noChangeAspect="1"/>
          </p:cNvPicPr>
          <p:nvPr userDrawn="1"/>
        </p:nvPicPr>
        <p:blipFill>
          <a:blip r:embed="rId6"/>
          <a:stretch>
            <a:fillRect/>
          </a:stretch>
        </p:blipFill>
        <p:spPr>
          <a:xfrm>
            <a:off x="11339975" y="82140"/>
            <a:ext cx="643901" cy="644115"/>
          </a:xfrm>
          <a:prstGeom prst="rect">
            <a:avLst/>
          </a:prstGeom>
        </p:spPr>
      </p:pic>
      <p:sp>
        <p:nvSpPr>
          <p:cNvPr id="6" name="Slide Number Placeholder 5"/>
          <p:cNvSpPr>
            <a:spLocks noGrp="1"/>
          </p:cNvSpPr>
          <p:nvPr>
            <p:ph type="sldNum" sz="quarter" idx="4"/>
          </p:nvPr>
        </p:nvSpPr>
        <p:spPr>
          <a:xfrm>
            <a:off x="10235384" y="6356351"/>
            <a:ext cx="1548465" cy="365125"/>
          </a:xfrm>
          <a:prstGeom prst="rect">
            <a:avLst/>
          </a:prstGeom>
        </p:spPr>
        <p:txBody>
          <a:bodyPr vert="horz" lIns="91440" tIns="45720" rIns="91440" bIns="45720" rtlCol="0" anchor="ctr"/>
          <a:lstStyle>
            <a:lvl1pPr algn="r">
              <a:defRPr sz="1200" b="1">
                <a:solidFill>
                  <a:schemeClr val="tx1"/>
                </a:solidFill>
              </a:defRPr>
            </a:lvl1pPr>
          </a:lstStyle>
          <a:p>
            <a:fld id="{8E565A5E-131F-486C-BEC3-CA739A37F925}" type="slidenum">
              <a:rPr lang="en-US" smtClean="0"/>
              <a:pPr/>
              <a:t>‹#›</a:t>
            </a:fld>
            <a:endParaRPr lang="en-US" dirty="0"/>
          </a:p>
        </p:txBody>
      </p:sp>
      <p:pic>
        <p:nvPicPr>
          <p:cNvPr id="8" name="Picture 7"/>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1228604" y="728095"/>
            <a:ext cx="878712" cy="400967"/>
          </a:xfrm>
          <a:prstGeom prst="rect">
            <a:avLst/>
          </a:prstGeom>
        </p:spPr>
      </p:pic>
      <p:sp>
        <p:nvSpPr>
          <p:cNvPr id="9" name="Title 1"/>
          <p:cNvSpPr txBox="1">
            <a:spLocks/>
          </p:cNvSpPr>
          <p:nvPr userDrawn="1"/>
        </p:nvSpPr>
        <p:spPr>
          <a:xfrm>
            <a:off x="7510413" y="531898"/>
            <a:ext cx="3370777" cy="392777"/>
          </a:xfrm>
          <a:prstGeom prst="rect">
            <a:avLst/>
          </a:prstGeom>
        </p:spPr>
        <p:txBody>
          <a:bodyPr>
            <a:normAutofit/>
          </a:bodyPr>
          <a:lstStyle>
            <a:lvl1pPr algn="l" defTabSz="914400" rtl="0" eaLnBrk="1" latinLnBrk="0" hangingPunct="1">
              <a:lnSpc>
                <a:spcPct val="90000"/>
              </a:lnSpc>
              <a:spcBef>
                <a:spcPct val="0"/>
              </a:spcBef>
              <a:buNone/>
              <a:defRPr sz="3200" b="1" kern="1200">
                <a:solidFill>
                  <a:schemeClr val="tx1"/>
                </a:solidFill>
                <a:latin typeface="+mn-lt"/>
                <a:ea typeface="+mj-ea"/>
                <a:cs typeface="+mj-cs"/>
              </a:defRPr>
            </a:lvl1pPr>
          </a:lstStyle>
          <a:p>
            <a:pPr algn="ctr"/>
            <a:r>
              <a:rPr lang="en-US" sz="1800" dirty="0"/>
              <a:t>CONTROL</a:t>
            </a:r>
          </a:p>
        </p:txBody>
      </p:sp>
      <p:sp>
        <p:nvSpPr>
          <p:cNvPr id="10" name="Rectangle 9"/>
          <p:cNvSpPr/>
          <p:nvPr userDrawn="1"/>
        </p:nvSpPr>
        <p:spPr>
          <a:xfrm>
            <a:off x="7510412" y="97011"/>
            <a:ext cx="3352800" cy="609600"/>
          </a:xfrm>
          <a:prstGeom prst="rect">
            <a:avLst/>
          </a:prstGeom>
          <a:noFill/>
        </p:spPr>
        <p:txBody>
          <a:bodyPr/>
          <a:lstStyle/>
          <a:p>
            <a:endParaRPr lang="en-US"/>
          </a:p>
        </p:txBody>
      </p:sp>
      <p:sp>
        <p:nvSpPr>
          <p:cNvPr id="11" name="Freeform 10"/>
          <p:cNvSpPr/>
          <p:nvPr userDrawn="1"/>
        </p:nvSpPr>
        <p:spPr>
          <a:xfrm>
            <a:off x="7510821" y="242191"/>
            <a:ext cx="798091"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0 w 798090"/>
              <a:gd name="connsiteY5"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8090" h="319236">
                <a:moveTo>
                  <a:pt x="0" y="0"/>
                </a:moveTo>
                <a:lnTo>
                  <a:pt x="638472" y="0"/>
                </a:lnTo>
                <a:lnTo>
                  <a:pt x="798090" y="159618"/>
                </a:lnTo>
                <a:lnTo>
                  <a:pt x="638472" y="319236"/>
                </a:lnTo>
                <a:lnTo>
                  <a:pt x="0" y="319236"/>
                </a:lnTo>
                <a:lnTo>
                  <a:pt x="0" y="0"/>
                </a:lnTo>
                <a:close/>
              </a:path>
            </a:pathLst>
          </a:custGeom>
          <a:solidFill>
            <a:schemeClr val="bg1">
              <a:lumMod val="6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9" rIns="178287" bIns="37339" numCol="1" spcCol="1270" anchor="ctr" anchorCtr="0">
            <a:noAutofit/>
          </a:bodyPr>
          <a:lstStyle/>
          <a:p>
            <a:pPr algn="ctr" defTabSz="622284">
              <a:lnSpc>
                <a:spcPct val="90000"/>
              </a:lnSpc>
              <a:spcBef>
                <a:spcPct val="0"/>
              </a:spcBef>
              <a:spcAft>
                <a:spcPct val="35000"/>
              </a:spcAft>
            </a:pPr>
            <a:r>
              <a:rPr lang="en-US" sz="1400" dirty="0"/>
              <a:t>D</a:t>
            </a:r>
          </a:p>
        </p:txBody>
      </p:sp>
      <p:sp>
        <p:nvSpPr>
          <p:cNvPr id="12" name="Freeform 11"/>
          <p:cNvSpPr/>
          <p:nvPr userDrawn="1"/>
        </p:nvSpPr>
        <p:spPr>
          <a:xfrm>
            <a:off x="8149293" y="242191"/>
            <a:ext cx="798091"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chemeClr val="bg1">
              <a:lumMod val="6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9" rIns="178287" bIns="37339" numCol="1" spcCol="1270" anchor="ctr" anchorCtr="0">
            <a:noAutofit/>
          </a:bodyPr>
          <a:lstStyle/>
          <a:p>
            <a:pPr algn="ctr" defTabSz="622284">
              <a:lnSpc>
                <a:spcPct val="90000"/>
              </a:lnSpc>
              <a:spcBef>
                <a:spcPct val="0"/>
              </a:spcBef>
              <a:spcAft>
                <a:spcPct val="35000"/>
              </a:spcAft>
            </a:pPr>
            <a:r>
              <a:rPr lang="en-US" sz="1400" dirty="0"/>
              <a:t>M</a:t>
            </a:r>
          </a:p>
        </p:txBody>
      </p:sp>
      <p:sp>
        <p:nvSpPr>
          <p:cNvPr id="13" name="Freeform 12"/>
          <p:cNvSpPr/>
          <p:nvPr userDrawn="1"/>
        </p:nvSpPr>
        <p:spPr>
          <a:xfrm>
            <a:off x="8787765" y="242191"/>
            <a:ext cx="798091"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chemeClr val="bg1">
              <a:lumMod val="6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9" rIns="178287" bIns="37339" numCol="1" spcCol="1270" anchor="ctr" anchorCtr="0">
            <a:noAutofit/>
          </a:bodyPr>
          <a:lstStyle/>
          <a:p>
            <a:pPr lvl="0" algn="ctr" defTabSz="622284">
              <a:lnSpc>
                <a:spcPct val="90000"/>
              </a:lnSpc>
              <a:spcBef>
                <a:spcPct val="0"/>
              </a:spcBef>
              <a:spcAft>
                <a:spcPct val="35000"/>
              </a:spcAft>
            </a:pPr>
            <a:r>
              <a:rPr lang="en-US" sz="1400" kern="1200" dirty="0"/>
              <a:t>A</a:t>
            </a:r>
          </a:p>
        </p:txBody>
      </p:sp>
      <p:sp>
        <p:nvSpPr>
          <p:cNvPr id="14" name="Freeform 13"/>
          <p:cNvSpPr/>
          <p:nvPr userDrawn="1"/>
        </p:nvSpPr>
        <p:spPr>
          <a:xfrm>
            <a:off x="9426239" y="242191"/>
            <a:ext cx="798091"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chemeClr val="bg1">
              <a:lumMod val="6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9" rIns="178287" bIns="37339" numCol="1" spcCol="1270" anchor="ctr" anchorCtr="0">
            <a:noAutofit/>
          </a:bodyPr>
          <a:lstStyle/>
          <a:p>
            <a:pPr lvl="0" algn="ctr" defTabSz="622284">
              <a:lnSpc>
                <a:spcPct val="90000"/>
              </a:lnSpc>
              <a:spcBef>
                <a:spcPct val="0"/>
              </a:spcBef>
              <a:spcAft>
                <a:spcPct val="35000"/>
              </a:spcAft>
            </a:pPr>
            <a:r>
              <a:rPr lang="en-US" sz="1400" kern="1200" dirty="0"/>
              <a:t>I</a:t>
            </a:r>
          </a:p>
        </p:txBody>
      </p:sp>
      <p:sp>
        <p:nvSpPr>
          <p:cNvPr id="15" name="Freeform 14"/>
          <p:cNvSpPr/>
          <p:nvPr userDrawn="1"/>
        </p:nvSpPr>
        <p:spPr>
          <a:xfrm>
            <a:off x="10064711" y="242191"/>
            <a:ext cx="798091"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rgbClr val="1C3F95"/>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74676" tIns="37339" rIns="98479" bIns="37339" numCol="1" spcCol="1270" anchor="ctr" anchorCtr="0">
            <a:noAutofit/>
          </a:bodyPr>
          <a:lstStyle/>
          <a:p>
            <a:pPr algn="ctr" defTabSz="622284">
              <a:lnSpc>
                <a:spcPct val="90000"/>
              </a:lnSpc>
              <a:spcBef>
                <a:spcPct val="0"/>
              </a:spcBef>
              <a:spcAft>
                <a:spcPct val="35000"/>
              </a:spcAft>
            </a:pPr>
            <a:r>
              <a:rPr lang="en-US" sz="1400" dirty="0"/>
              <a:t>C</a:t>
            </a:r>
          </a:p>
        </p:txBody>
      </p:sp>
      <p:sp>
        <p:nvSpPr>
          <p:cNvPr id="17" name="Rounded Rectangle 16"/>
          <p:cNvSpPr/>
          <p:nvPr userDrawn="1"/>
        </p:nvSpPr>
        <p:spPr>
          <a:xfrm>
            <a:off x="910449" y="5838939"/>
            <a:ext cx="10212729" cy="8037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spTree>
    <p:extLst>
      <p:ext uri="{BB962C8B-B14F-4D97-AF65-F5344CB8AC3E}">
        <p14:creationId xmlns:p14="http://schemas.microsoft.com/office/powerpoint/2010/main" val="2977484877"/>
      </p:ext>
    </p:extLst>
  </p:cSld>
  <p:clrMap bg1="lt1" tx1="dk1" bg2="lt2" tx2="dk2" accent1="accent1" accent2="accent2" accent3="accent3" accent4="accent4" accent5="accent5" accent6="accent6" hlink="hlink" folHlink="folHlink"/>
  <p:sldLayoutIdLst>
    <p:sldLayoutId id="2147484003" r:id="rId1"/>
    <p:sldLayoutId id="2147484004" r:id="rId2"/>
    <p:sldLayoutId id="2147484005" r:id="rId3"/>
    <p:sldLayoutId id="2147484006" r:id="rId4"/>
  </p:sldLayoutIdLst>
  <p:hf hdr="0" ftr="0" dt="0"/>
  <p:txStyles>
    <p:titleStyle>
      <a:lvl1pPr algn="l" defTabSz="914377" rtl="0" eaLnBrk="1" latinLnBrk="0" hangingPunct="1">
        <a:lnSpc>
          <a:spcPct val="90000"/>
        </a:lnSpc>
        <a:spcBef>
          <a:spcPct val="0"/>
        </a:spcBef>
        <a:buNone/>
        <a:defRPr sz="3200" b="1" kern="1200">
          <a:solidFill>
            <a:schemeClr val="tx1"/>
          </a:solidFill>
          <a:latin typeface="+mn-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6" name="Picture 15" descr="Icon&#10;&#10;Description automatically generated">
            <a:extLst>
              <a:ext uri="{FF2B5EF4-FFF2-40B4-BE49-F238E27FC236}">
                <a16:creationId xmlns:a16="http://schemas.microsoft.com/office/drawing/2014/main" id="{4E0ACA14-1481-48B2-A6A0-2F8E2A1835EB}"/>
              </a:ext>
            </a:extLst>
          </p:cNvPr>
          <p:cNvPicPr>
            <a:picLocks noChangeAspect="1"/>
          </p:cNvPicPr>
          <p:nvPr userDrawn="1"/>
        </p:nvPicPr>
        <p:blipFill>
          <a:blip r:embed="rId3"/>
          <a:stretch>
            <a:fillRect/>
          </a:stretch>
        </p:blipFill>
        <p:spPr>
          <a:xfrm>
            <a:off x="11339974" y="82139"/>
            <a:ext cx="643901" cy="644115"/>
          </a:xfrm>
          <a:prstGeom prst="rect">
            <a:avLst/>
          </a:prstGeom>
        </p:spPr>
      </p:pic>
      <p:sp>
        <p:nvSpPr>
          <p:cNvPr id="6" name="Slide Number Placeholder 5"/>
          <p:cNvSpPr>
            <a:spLocks noGrp="1"/>
          </p:cNvSpPr>
          <p:nvPr>
            <p:ph type="sldNum" sz="quarter" idx="4"/>
          </p:nvPr>
        </p:nvSpPr>
        <p:spPr>
          <a:xfrm>
            <a:off x="10235382" y="6356350"/>
            <a:ext cx="1548465" cy="365125"/>
          </a:xfrm>
          <a:prstGeom prst="rect">
            <a:avLst/>
          </a:prstGeom>
        </p:spPr>
        <p:txBody>
          <a:bodyPr vert="horz" lIns="91440" tIns="45720" rIns="91440" bIns="45720" rtlCol="0" anchor="ctr"/>
          <a:lstStyle>
            <a:lvl1pPr algn="r">
              <a:defRPr sz="1200" b="1">
                <a:solidFill>
                  <a:schemeClr val="tx1"/>
                </a:solidFill>
              </a:defRPr>
            </a:lvl1pPr>
          </a:lstStyle>
          <a:p>
            <a:fld id="{8E565A5E-131F-486C-BEC3-CA739A37F925}" type="slidenum">
              <a:rPr lang="en-US" smtClean="0"/>
              <a:pPr/>
              <a:t>‹#›</a:t>
            </a:fld>
            <a:endParaRPr lang="en-US" dirty="0"/>
          </a:p>
        </p:txBody>
      </p:sp>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1228604" y="728095"/>
            <a:ext cx="878712" cy="400966"/>
          </a:xfrm>
          <a:prstGeom prst="rect">
            <a:avLst/>
          </a:prstGeom>
        </p:spPr>
      </p:pic>
      <p:sp>
        <p:nvSpPr>
          <p:cNvPr id="9" name="Title 1"/>
          <p:cNvSpPr txBox="1">
            <a:spLocks/>
          </p:cNvSpPr>
          <p:nvPr userDrawn="1"/>
        </p:nvSpPr>
        <p:spPr>
          <a:xfrm>
            <a:off x="7510412" y="531897"/>
            <a:ext cx="3370777" cy="392777"/>
          </a:xfrm>
          <a:prstGeom prst="rect">
            <a:avLst/>
          </a:prstGeom>
        </p:spPr>
        <p:txBody>
          <a:bodyPr>
            <a:normAutofit/>
          </a:bodyPr>
          <a:lstStyle>
            <a:lvl1pPr algn="l" defTabSz="914400" rtl="0" eaLnBrk="1" latinLnBrk="0" hangingPunct="1">
              <a:lnSpc>
                <a:spcPct val="90000"/>
              </a:lnSpc>
              <a:spcBef>
                <a:spcPct val="0"/>
              </a:spcBef>
              <a:buNone/>
              <a:defRPr sz="3200" b="1" kern="1200">
                <a:solidFill>
                  <a:schemeClr val="tx1"/>
                </a:solidFill>
                <a:latin typeface="+mn-lt"/>
                <a:ea typeface="+mj-ea"/>
                <a:cs typeface="+mj-cs"/>
              </a:defRPr>
            </a:lvl1pPr>
          </a:lstStyle>
          <a:p>
            <a:pPr algn="ctr"/>
            <a:r>
              <a:rPr lang="en-US" sz="1800" dirty="0"/>
              <a:t>IMPROVE</a:t>
            </a:r>
          </a:p>
        </p:txBody>
      </p:sp>
      <p:sp>
        <p:nvSpPr>
          <p:cNvPr id="10" name="Rectangle 9"/>
          <p:cNvSpPr/>
          <p:nvPr userDrawn="1"/>
        </p:nvSpPr>
        <p:spPr>
          <a:xfrm>
            <a:off x="7510412" y="97010"/>
            <a:ext cx="3352800" cy="609600"/>
          </a:xfrm>
          <a:prstGeom prst="rect">
            <a:avLst/>
          </a:prstGeom>
          <a:noFill/>
        </p:spPr>
        <p:txBody>
          <a:bodyPr/>
          <a:lstStyle/>
          <a:p>
            <a:endParaRPr lang="en-US"/>
          </a:p>
        </p:txBody>
      </p:sp>
      <p:sp>
        <p:nvSpPr>
          <p:cNvPr id="11" name="Freeform 10"/>
          <p:cNvSpPr/>
          <p:nvPr userDrawn="1"/>
        </p:nvSpPr>
        <p:spPr>
          <a:xfrm>
            <a:off x="7510821" y="242191"/>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0 w 798090"/>
              <a:gd name="connsiteY5"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8090" h="319236">
                <a:moveTo>
                  <a:pt x="0" y="0"/>
                </a:moveTo>
                <a:lnTo>
                  <a:pt x="638472" y="0"/>
                </a:lnTo>
                <a:lnTo>
                  <a:pt x="798090" y="159618"/>
                </a:lnTo>
                <a:lnTo>
                  <a:pt x="638472" y="319236"/>
                </a:lnTo>
                <a:lnTo>
                  <a:pt x="0" y="319236"/>
                </a:lnTo>
                <a:lnTo>
                  <a:pt x="0" y="0"/>
                </a:lnTo>
                <a:close/>
              </a:path>
            </a:pathLst>
          </a:custGeom>
          <a:solidFill>
            <a:schemeClr val="bg1">
              <a:lumMod val="6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algn="ctr" defTabSz="622300">
              <a:lnSpc>
                <a:spcPct val="90000"/>
              </a:lnSpc>
              <a:spcBef>
                <a:spcPct val="0"/>
              </a:spcBef>
              <a:spcAft>
                <a:spcPct val="35000"/>
              </a:spcAft>
            </a:pPr>
            <a:r>
              <a:rPr lang="en-US" sz="1400" dirty="0"/>
              <a:t>D</a:t>
            </a:r>
          </a:p>
        </p:txBody>
      </p:sp>
      <p:sp>
        <p:nvSpPr>
          <p:cNvPr id="12" name="Freeform 11"/>
          <p:cNvSpPr/>
          <p:nvPr userDrawn="1"/>
        </p:nvSpPr>
        <p:spPr>
          <a:xfrm>
            <a:off x="8149293" y="242191"/>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chemeClr val="bg1">
              <a:lumMod val="6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algn="ctr" defTabSz="622300">
              <a:lnSpc>
                <a:spcPct val="90000"/>
              </a:lnSpc>
              <a:spcBef>
                <a:spcPct val="0"/>
              </a:spcBef>
              <a:spcAft>
                <a:spcPct val="35000"/>
              </a:spcAft>
            </a:pPr>
            <a:r>
              <a:rPr lang="en-US" sz="1400" dirty="0"/>
              <a:t>M</a:t>
            </a:r>
          </a:p>
        </p:txBody>
      </p:sp>
      <p:sp>
        <p:nvSpPr>
          <p:cNvPr id="13" name="Freeform 12"/>
          <p:cNvSpPr/>
          <p:nvPr userDrawn="1"/>
        </p:nvSpPr>
        <p:spPr>
          <a:xfrm>
            <a:off x="8787766" y="242191"/>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chemeClr val="bg1">
              <a:lumMod val="6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lvl="0" algn="ctr" defTabSz="622300">
              <a:lnSpc>
                <a:spcPct val="90000"/>
              </a:lnSpc>
              <a:spcBef>
                <a:spcPct val="0"/>
              </a:spcBef>
              <a:spcAft>
                <a:spcPct val="35000"/>
              </a:spcAft>
            </a:pPr>
            <a:r>
              <a:rPr lang="en-US" sz="1400" kern="1200" dirty="0"/>
              <a:t>A</a:t>
            </a:r>
          </a:p>
        </p:txBody>
      </p:sp>
      <p:sp>
        <p:nvSpPr>
          <p:cNvPr id="14" name="Freeform 13"/>
          <p:cNvSpPr/>
          <p:nvPr userDrawn="1"/>
        </p:nvSpPr>
        <p:spPr>
          <a:xfrm>
            <a:off x="9426239" y="242191"/>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rgbClr val="7030A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lvl="0" algn="ctr" defTabSz="622300">
              <a:lnSpc>
                <a:spcPct val="90000"/>
              </a:lnSpc>
              <a:spcBef>
                <a:spcPct val="0"/>
              </a:spcBef>
              <a:spcAft>
                <a:spcPct val="35000"/>
              </a:spcAft>
            </a:pPr>
            <a:r>
              <a:rPr lang="en-US" sz="1400" kern="1200" dirty="0"/>
              <a:t>I</a:t>
            </a:r>
          </a:p>
        </p:txBody>
      </p:sp>
      <p:sp>
        <p:nvSpPr>
          <p:cNvPr id="15" name="Freeform 14"/>
          <p:cNvSpPr/>
          <p:nvPr userDrawn="1"/>
        </p:nvSpPr>
        <p:spPr>
          <a:xfrm>
            <a:off x="10064711" y="242191"/>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chemeClr val="bg1">
              <a:lumMod val="6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74676" tIns="37338" rIns="98478" bIns="37338" numCol="1" spcCol="1270" anchor="ctr" anchorCtr="0">
            <a:noAutofit/>
          </a:bodyPr>
          <a:lstStyle/>
          <a:p>
            <a:pPr algn="ctr" defTabSz="622300">
              <a:lnSpc>
                <a:spcPct val="90000"/>
              </a:lnSpc>
              <a:spcBef>
                <a:spcPct val="0"/>
              </a:spcBef>
              <a:spcAft>
                <a:spcPct val="35000"/>
              </a:spcAft>
            </a:pPr>
            <a:r>
              <a:rPr lang="en-US" sz="1400" dirty="0"/>
              <a:t>C</a:t>
            </a:r>
          </a:p>
        </p:txBody>
      </p:sp>
      <p:sp>
        <p:nvSpPr>
          <p:cNvPr id="17" name="Rounded Rectangle 16"/>
          <p:cNvSpPr/>
          <p:nvPr userDrawn="1"/>
        </p:nvSpPr>
        <p:spPr>
          <a:xfrm>
            <a:off x="910447" y="5838938"/>
            <a:ext cx="10212729" cy="8037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spTree>
    <p:extLst>
      <p:ext uri="{BB962C8B-B14F-4D97-AF65-F5344CB8AC3E}">
        <p14:creationId xmlns:p14="http://schemas.microsoft.com/office/powerpoint/2010/main" val="1213230782"/>
      </p:ext>
    </p:extLst>
  </p:cSld>
  <p:clrMap bg1="lt1" tx1="dk1" bg2="lt2" tx2="dk2" accent1="accent1" accent2="accent2" accent3="accent3" accent4="accent4" accent5="accent5" accent6="accent6" hlink="hlink" folHlink="folHlink"/>
  <p:sldLayoutIdLst>
    <p:sldLayoutId id="2147484008" r:id="rId1"/>
  </p:sldLayoutIdLst>
  <p:hf hdr="0" ftr="0" dt="0"/>
  <p:txStyles>
    <p:titleStyle>
      <a:lvl1pPr algn="l" defTabSz="914400" rtl="0" eaLnBrk="1" latinLnBrk="0" hangingPunct="1">
        <a:lnSpc>
          <a:spcPct val="90000"/>
        </a:lnSpc>
        <a:spcBef>
          <a:spcPct val="0"/>
        </a:spcBef>
        <a:buNone/>
        <a:defRPr sz="3200" b="1"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235382" y="6356350"/>
            <a:ext cx="1548465" cy="365125"/>
          </a:xfrm>
          <a:prstGeom prst="rect">
            <a:avLst/>
          </a:prstGeom>
        </p:spPr>
        <p:txBody>
          <a:bodyPr vert="horz" lIns="91440" tIns="45720" rIns="91440" bIns="45720" rtlCol="0" anchor="ctr"/>
          <a:lstStyle>
            <a:lvl1pPr algn="r">
              <a:defRPr sz="1200" b="1">
                <a:solidFill>
                  <a:schemeClr val="tx1"/>
                </a:solidFill>
              </a:defRPr>
            </a:lvl1pPr>
          </a:lstStyle>
          <a:p>
            <a:fld id="{8E565A5E-131F-486C-BEC3-CA739A37F925}" type="slidenum">
              <a:rPr lang="en-US" smtClean="0"/>
              <a:pPr/>
              <a:t>‹#›</a:t>
            </a:fld>
            <a:endParaRPr lang="en-US" dirty="0"/>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228604" y="728095"/>
            <a:ext cx="878712" cy="400966"/>
          </a:xfrm>
          <a:prstGeom prst="rect">
            <a:avLst/>
          </a:prstGeom>
        </p:spPr>
      </p:pic>
      <p:sp>
        <p:nvSpPr>
          <p:cNvPr id="9" name="Title 1"/>
          <p:cNvSpPr txBox="1">
            <a:spLocks/>
          </p:cNvSpPr>
          <p:nvPr userDrawn="1"/>
        </p:nvSpPr>
        <p:spPr>
          <a:xfrm>
            <a:off x="7510412" y="531897"/>
            <a:ext cx="3370777" cy="392777"/>
          </a:xfrm>
          <a:prstGeom prst="rect">
            <a:avLst/>
          </a:prstGeom>
        </p:spPr>
        <p:txBody>
          <a:bodyPr>
            <a:normAutofit/>
          </a:bodyPr>
          <a:lstStyle>
            <a:lvl1pPr algn="l" defTabSz="914400" rtl="0" eaLnBrk="1" latinLnBrk="0" hangingPunct="1">
              <a:lnSpc>
                <a:spcPct val="90000"/>
              </a:lnSpc>
              <a:spcBef>
                <a:spcPct val="0"/>
              </a:spcBef>
              <a:buNone/>
              <a:defRPr sz="3200" b="1" kern="1200">
                <a:solidFill>
                  <a:schemeClr val="tx1"/>
                </a:solidFill>
                <a:latin typeface="+mn-lt"/>
                <a:ea typeface="+mj-ea"/>
                <a:cs typeface="+mj-cs"/>
              </a:defRPr>
            </a:lvl1pPr>
          </a:lstStyle>
          <a:p>
            <a:pPr algn="ctr"/>
            <a:r>
              <a:rPr lang="en-US" sz="1800" dirty="0"/>
              <a:t>DEFINE</a:t>
            </a:r>
          </a:p>
        </p:txBody>
      </p:sp>
      <p:sp>
        <p:nvSpPr>
          <p:cNvPr id="10" name="Rectangle 9"/>
          <p:cNvSpPr/>
          <p:nvPr userDrawn="1"/>
        </p:nvSpPr>
        <p:spPr>
          <a:xfrm>
            <a:off x="7510412" y="97010"/>
            <a:ext cx="3352800" cy="609600"/>
          </a:xfrm>
          <a:prstGeom prst="rect">
            <a:avLst/>
          </a:prstGeom>
          <a:noFill/>
        </p:spPr>
        <p:txBody>
          <a:bodyPr/>
          <a:lstStyle/>
          <a:p>
            <a:endParaRPr lang="en-US"/>
          </a:p>
        </p:txBody>
      </p:sp>
      <p:sp>
        <p:nvSpPr>
          <p:cNvPr id="11" name="Freeform 10"/>
          <p:cNvSpPr/>
          <p:nvPr userDrawn="1"/>
        </p:nvSpPr>
        <p:spPr>
          <a:xfrm>
            <a:off x="7510821" y="242191"/>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0 w 798090"/>
              <a:gd name="connsiteY5"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8090" h="319236">
                <a:moveTo>
                  <a:pt x="0" y="0"/>
                </a:moveTo>
                <a:lnTo>
                  <a:pt x="638472" y="0"/>
                </a:lnTo>
                <a:lnTo>
                  <a:pt x="798090" y="159618"/>
                </a:lnTo>
                <a:lnTo>
                  <a:pt x="638472" y="319236"/>
                </a:lnTo>
                <a:lnTo>
                  <a:pt x="0" y="319236"/>
                </a:lnTo>
                <a:lnTo>
                  <a:pt x="0" y="0"/>
                </a:lnTo>
                <a:close/>
              </a:path>
            </a:pathLst>
          </a:custGeom>
          <a:solidFill>
            <a:srgbClr val="7030A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algn="ctr" defTabSz="622300">
              <a:lnSpc>
                <a:spcPct val="90000"/>
              </a:lnSpc>
              <a:spcBef>
                <a:spcPct val="0"/>
              </a:spcBef>
              <a:spcAft>
                <a:spcPct val="35000"/>
              </a:spcAft>
            </a:pPr>
            <a:r>
              <a:rPr lang="en-US" sz="1400" dirty="0"/>
              <a:t>D</a:t>
            </a:r>
          </a:p>
        </p:txBody>
      </p:sp>
      <p:sp>
        <p:nvSpPr>
          <p:cNvPr id="12" name="Freeform 11"/>
          <p:cNvSpPr/>
          <p:nvPr userDrawn="1"/>
        </p:nvSpPr>
        <p:spPr>
          <a:xfrm>
            <a:off x="8149293" y="242191"/>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chemeClr val="bg1">
              <a:lumMod val="6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algn="ctr" defTabSz="622300">
              <a:lnSpc>
                <a:spcPct val="90000"/>
              </a:lnSpc>
              <a:spcBef>
                <a:spcPct val="0"/>
              </a:spcBef>
              <a:spcAft>
                <a:spcPct val="35000"/>
              </a:spcAft>
            </a:pPr>
            <a:r>
              <a:rPr lang="en-US" sz="1400" dirty="0"/>
              <a:t>M</a:t>
            </a:r>
          </a:p>
        </p:txBody>
      </p:sp>
      <p:sp>
        <p:nvSpPr>
          <p:cNvPr id="13" name="Freeform 12"/>
          <p:cNvSpPr/>
          <p:nvPr userDrawn="1"/>
        </p:nvSpPr>
        <p:spPr>
          <a:xfrm>
            <a:off x="8787766" y="242191"/>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chemeClr val="bg1">
              <a:lumMod val="6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lvl="0" algn="ctr" defTabSz="622300">
              <a:lnSpc>
                <a:spcPct val="90000"/>
              </a:lnSpc>
              <a:spcBef>
                <a:spcPct val="0"/>
              </a:spcBef>
              <a:spcAft>
                <a:spcPct val="35000"/>
              </a:spcAft>
            </a:pPr>
            <a:r>
              <a:rPr lang="en-US" sz="1400" kern="1200" dirty="0"/>
              <a:t>A</a:t>
            </a:r>
          </a:p>
        </p:txBody>
      </p:sp>
      <p:sp>
        <p:nvSpPr>
          <p:cNvPr id="14" name="Freeform 13"/>
          <p:cNvSpPr/>
          <p:nvPr userDrawn="1"/>
        </p:nvSpPr>
        <p:spPr>
          <a:xfrm>
            <a:off x="9426239" y="242191"/>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chemeClr val="bg1">
              <a:lumMod val="6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lvl="0" algn="ctr" defTabSz="622300">
              <a:lnSpc>
                <a:spcPct val="90000"/>
              </a:lnSpc>
              <a:spcBef>
                <a:spcPct val="0"/>
              </a:spcBef>
              <a:spcAft>
                <a:spcPct val="35000"/>
              </a:spcAft>
            </a:pPr>
            <a:r>
              <a:rPr lang="en-US" sz="1400" kern="1200" dirty="0"/>
              <a:t>I</a:t>
            </a:r>
          </a:p>
        </p:txBody>
      </p:sp>
      <p:sp>
        <p:nvSpPr>
          <p:cNvPr id="15" name="Freeform 14"/>
          <p:cNvSpPr/>
          <p:nvPr userDrawn="1"/>
        </p:nvSpPr>
        <p:spPr>
          <a:xfrm>
            <a:off x="10064711" y="242191"/>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chemeClr val="bg1">
              <a:lumMod val="6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74676" tIns="37338" rIns="98478" bIns="37338" numCol="1" spcCol="1270" anchor="ctr" anchorCtr="0">
            <a:noAutofit/>
          </a:bodyPr>
          <a:lstStyle/>
          <a:p>
            <a:pPr algn="ctr" defTabSz="622300">
              <a:lnSpc>
                <a:spcPct val="90000"/>
              </a:lnSpc>
              <a:spcBef>
                <a:spcPct val="0"/>
              </a:spcBef>
              <a:spcAft>
                <a:spcPct val="35000"/>
              </a:spcAft>
            </a:pPr>
            <a:r>
              <a:rPr lang="en-US" sz="1400" dirty="0"/>
              <a:t>C</a:t>
            </a:r>
          </a:p>
        </p:txBody>
      </p:sp>
      <p:sp>
        <p:nvSpPr>
          <p:cNvPr id="17" name="Rounded Rectangle 16"/>
          <p:cNvSpPr/>
          <p:nvPr userDrawn="1"/>
        </p:nvSpPr>
        <p:spPr>
          <a:xfrm>
            <a:off x="910447" y="5838938"/>
            <a:ext cx="10212729" cy="88253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pic>
        <p:nvPicPr>
          <p:cNvPr id="16" name="Picture 15" descr="Icon&#10;&#10;Description automatically generated">
            <a:extLst>
              <a:ext uri="{FF2B5EF4-FFF2-40B4-BE49-F238E27FC236}">
                <a16:creationId xmlns:a16="http://schemas.microsoft.com/office/drawing/2014/main" id="{3C3941C8-BC70-43A5-9411-8002B0F0F650}"/>
              </a:ext>
            </a:extLst>
          </p:cNvPr>
          <p:cNvPicPr>
            <a:picLocks noChangeAspect="1"/>
          </p:cNvPicPr>
          <p:nvPr userDrawn="1"/>
        </p:nvPicPr>
        <p:blipFill>
          <a:blip r:embed="rId4"/>
          <a:stretch>
            <a:fillRect/>
          </a:stretch>
        </p:blipFill>
        <p:spPr>
          <a:xfrm>
            <a:off x="11305468" y="90764"/>
            <a:ext cx="643901" cy="644115"/>
          </a:xfrm>
          <a:prstGeom prst="rect">
            <a:avLst/>
          </a:prstGeom>
        </p:spPr>
      </p:pic>
    </p:spTree>
    <p:extLst>
      <p:ext uri="{BB962C8B-B14F-4D97-AF65-F5344CB8AC3E}">
        <p14:creationId xmlns:p14="http://schemas.microsoft.com/office/powerpoint/2010/main" val="4069492250"/>
      </p:ext>
    </p:extLst>
  </p:cSld>
  <p:clrMap bg1="lt1" tx1="dk1" bg2="lt2" tx2="dk2" accent1="accent1" accent2="accent2" accent3="accent3" accent4="accent4" accent5="accent5" accent6="accent6" hlink="hlink" folHlink="folHlink"/>
  <p:sldLayoutIdLst>
    <p:sldLayoutId id="2147484011" r:id="rId1"/>
  </p:sldLayoutIdLst>
  <p:hf hdr="0" ftr="0" dt="0"/>
  <p:txStyles>
    <p:titleStyle>
      <a:lvl1pPr algn="l" defTabSz="914400" rtl="0" eaLnBrk="1" latinLnBrk="0" hangingPunct="1">
        <a:lnSpc>
          <a:spcPct val="90000"/>
        </a:lnSpc>
        <a:spcBef>
          <a:spcPct val="0"/>
        </a:spcBef>
        <a:buNone/>
        <a:defRPr sz="3200" b="1"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5591" y="201183"/>
            <a:ext cx="10515600" cy="99591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75865" y="1825625"/>
            <a:ext cx="11407983"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a:xfrm>
            <a:off x="10235384" y="6356352"/>
            <a:ext cx="1548465" cy="365125"/>
          </a:xfrm>
          <a:prstGeom prst="rect">
            <a:avLst/>
          </a:prstGeom>
        </p:spPr>
        <p:txBody>
          <a:bodyPr vert="horz" lIns="91440" tIns="45720" rIns="91440" bIns="45720" rtlCol="0" anchor="ctr"/>
          <a:lstStyle>
            <a:lvl1pPr algn="r">
              <a:defRPr sz="1200" b="1">
                <a:solidFill>
                  <a:schemeClr val="tx1"/>
                </a:solidFill>
              </a:defRPr>
            </a:lvl1pPr>
          </a:lstStyle>
          <a:p>
            <a:fld id="{8E565A5E-131F-486C-BEC3-CA739A37F925}" type="slidenum">
              <a:rPr lang="en-US" smtClean="0">
                <a:solidFill>
                  <a:prstClr val="black"/>
                </a:solidFill>
              </a:rPr>
              <a:pPr/>
              <a:t>‹#›</a:t>
            </a:fld>
            <a:endParaRPr lang="en-US" dirty="0">
              <a:solidFill>
                <a:prstClr val="black"/>
              </a:solidFill>
            </a:endParaRPr>
          </a:p>
        </p:txBody>
      </p:sp>
      <p:pic>
        <p:nvPicPr>
          <p:cNvPr id="9" name="Picture 1">
            <a:extLst>
              <a:ext uri="{FF2B5EF4-FFF2-40B4-BE49-F238E27FC236}">
                <a16:creationId xmlns:a16="http://schemas.microsoft.com/office/drawing/2014/main" id="{0D64DB50-5ED3-44D0-82AF-F1B18B8EDD37}"/>
              </a:ext>
            </a:extLst>
          </p:cNvPr>
          <p:cNvPicPr>
            <a:picLocks noChangeAspect="1"/>
          </p:cNvPicPr>
          <p:nvPr userDrawn="1"/>
        </p:nvPicPr>
        <p:blipFill>
          <a:blip r:embed="rId12"/>
          <a:stretch>
            <a:fillRect/>
          </a:stretch>
        </p:blipFill>
        <p:spPr>
          <a:xfrm>
            <a:off x="11250433" y="201183"/>
            <a:ext cx="814561" cy="869919"/>
          </a:xfrm>
          <a:prstGeom prst="rect">
            <a:avLst/>
          </a:prstGeom>
        </p:spPr>
      </p:pic>
    </p:spTree>
    <p:extLst>
      <p:ext uri="{BB962C8B-B14F-4D97-AF65-F5344CB8AC3E}">
        <p14:creationId xmlns:p14="http://schemas.microsoft.com/office/powerpoint/2010/main" val="994127268"/>
      </p:ext>
    </p:extLst>
  </p:cSld>
  <p:clrMap bg1="lt1" tx1="dk1" bg2="lt2" tx2="dk2" accent1="accent1" accent2="accent2" accent3="accent3" accent4="accent4" accent5="accent5" accent6="accent6" hlink="hlink" folHlink="folHlink"/>
  <p:sldLayoutIdLst>
    <p:sldLayoutId id="2147484013" r:id="rId1"/>
    <p:sldLayoutId id="2147484014" r:id="rId2"/>
    <p:sldLayoutId id="2147484015" r:id="rId3"/>
    <p:sldLayoutId id="2147484016" r:id="rId4"/>
    <p:sldLayoutId id="2147484017" r:id="rId5"/>
    <p:sldLayoutId id="2147484018" r:id="rId6"/>
    <p:sldLayoutId id="2147484019" r:id="rId7"/>
    <p:sldLayoutId id="2147484020" r:id="rId8"/>
    <p:sldLayoutId id="2147484021" r:id="rId9"/>
    <p:sldLayoutId id="2147484022" r:id="rId10"/>
  </p:sldLayoutIdLst>
  <p:hf hdr="0" ftr="0" dt="0"/>
  <p:txStyles>
    <p:titleStyle>
      <a:lvl1pPr algn="l" defTabSz="914400" rtl="0" eaLnBrk="1" latinLnBrk="0" hangingPunct="1">
        <a:lnSpc>
          <a:spcPct val="90000"/>
        </a:lnSpc>
        <a:spcBef>
          <a:spcPct val="0"/>
        </a:spcBef>
        <a:buNone/>
        <a:defRPr sz="3200" b="1"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D6C3D189-C7A7-E35E-E17A-A655AB5B1C15}"/>
              </a:ext>
            </a:extLst>
          </p:cNvPr>
          <p:cNvGraphicFramePr>
            <a:graphicFrameLocks noChangeAspect="1"/>
          </p:cNvGraphicFramePr>
          <p:nvPr>
            <p:custDataLst>
              <p:tags r:id="rId157"/>
            </p:custData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158" imgW="7772400" imgH="10058400" progId="TCLayout.ActiveDocument.1">
                  <p:embed/>
                </p:oleObj>
              </mc:Choice>
              <mc:Fallback>
                <p:oleObj name="think-cell Slide" r:id="rId158" imgW="7772400" imgH="10058400" progId="TCLayout.ActiveDocument.1">
                  <p:embed/>
                  <p:pic>
                    <p:nvPicPr>
                      <p:cNvPr id="8" name="think-cell data - do not delete" hidden="1">
                        <a:extLst>
                          <a:ext uri="{FF2B5EF4-FFF2-40B4-BE49-F238E27FC236}">
                            <a16:creationId xmlns:a16="http://schemas.microsoft.com/office/drawing/2014/main" id="{D6C3D189-C7A7-E35E-E17A-A655AB5B1C15}"/>
                          </a:ext>
                        </a:extLst>
                      </p:cNvPr>
                      <p:cNvPicPr/>
                      <p:nvPr/>
                    </p:nvPicPr>
                    <p:blipFill>
                      <a:blip r:embed="rId159"/>
                      <a:stretch>
                        <a:fillRect/>
                      </a:stretch>
                    </p:blipFill>
                    <p:spPr>
                      <a:xfrm>
                        <a:off x="1588" y="1589"/>
                        <a:ext cx="1227" cy="1588"/>
                      </a:xfrm>
                      <a:prstGeom prst="rect">
                        <a:avLst/>
                      </a:prstGeom>
                    </p:spPr>
                  </p:pic>
                </p:oleObj>
              </mc:Fallback>
            </mc:AlternateContent>
          </a:graphicData>
        </a:graphic>
      </p:graphicFrame>
      <p:sp>
        <p:nvSpPr>
          <p:cNvPr id="31" name="Slide Number Placeholder 30">
            <a:extLst>
              <a:ext uri="{FF2B5EF4-FFF2-40B4-BE49-F238E27FC236}">
                <a16:creationId xmlns:a16="http://schemas.microsoft.com/office/drawing/2014/main" id="{EB97DE57-06C4-D73F-54A6-8C09036086D8}"/>
              </a:ext>
            </a:extLst>
          </p:cNvPr>
          <p:cNvSpPr>
            <a:spLocks noGrp="1"/>
          </p:cNvSpPr>
          <p:nvPr>
            <p:ph type="sldNum" sz="quarter" idx="4"/>
          </p:nvPr>
        </p:nvSpPr>
        <p:spPr>
          <a:xfrm>
            <a:off x="11201400" y="6370320"/>
            <a:ext cx="685800" cy="182880"/>
          </a:xfrm>
          <a:prstGeom prst="rect">
            <a:avLst/>
          </a:prstGeom>
        </p:spPr>
        <p:txBody>
          <a:bodyPr vert="horz" lIns="0" tIns="0" rIns="0" bIns="0" rtlCol="0" anchor="b"/>
          <a:lstStyle>
            <a:lvl1pPr algn="r">
              <a:defRPr sz="720">
                <a:solidFill>
                  <a:schemeClr val="tx1"/>
                </a:solidFill>
              </a:defRPr>
            </a:lvl1pPr>
          </a:lstStyle>
          <a:p>
            <a:fld id="{48F63A3B-78C7-47BE-AE5E-E10140E04643}" type="slidenum">
              <a:rPr lang="en-US" smtClean="0"/>
              <a:t>‹#›</a:t>
            </a:fld>
            <a:endParaRPr lang="en-US"/>
          </a:p>
        </p:txBody>
      </p:sp>
      <p:sp>
        <p:nvSpPr>
          <p:cNvPr id="29" name="Slide Number Static">
            <a:extLst>
              <a:ext uri="{FF2B5EF4-FFF2-40B4-BE49-F238E27FC236}">
                <a16:creationId xmlns:a16="http://schemas.microsoft.com/office/drawing/2014/main" id="{62C22CC1-492F-9541-3C3E-7ECF47288B71}"/>
              </a:ext>
            </a:extLst>
          </p:cNvPr>
          <p:cNvSpPr txBox="1"/>
          <p:nvPr/>
        </p:nvSpPr>
        <p:spPr>
          <a:xfrm>
            <a:off x="11201400" y="6371575"/>
            <a:ext cx="685800" cy="181627"/>
          </a:xfrm>
          <a:prstGeom prst="rect">
            <a:avLst/>
          </a:prstGeom>
          <a:noFill/>
        </p:spPr>
        <p:txBody>
          <a:bodyPr wrap="none" lIns="0" tIns="0" rIns="0" bIns="0" rtlCol="0" anchor="b">
            <a:noAutofit/>
          </a:bodyPr>
          <a:lstStyle/>
          <a:p>
            <a:pPr algn="r"/>
            <a:fld id="{35169EF1-59B5-4F40-86A9-E6A26EFD36C0}" type="slidenum">
              <a:rPr lang="en-US" sz="720" smtClean="0"/>
              <a:pPr algn="r"/>
              <a:t>‹#›</a:t>
            </a:fld>
            <a:endParaRPr lang="en-US" sz="720"/>
          </a:p>
        </p:txBody>
      </p:sp>
      <p:sp>
        <p:nvSpPr>
          <p:cNvPr id="2" name="Title Placeholder 1"/>
          <p:cNvSpPr>
            <a:spLocks noGrp="1"/>
          </p:cNvSpPr>
          <p:nvPr>
            <p:ph type="title"/>
          </p:nvPr>
        </p:nvSpPr>
        <p:spPr>
          <a:xfrm>
            <a:off x="304800" y="304802"/>
            <a:ext cx="7620000" cy="1003299"/>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04800" y="1612902"/>
            <a:ext cx="5638800" cy="2619374"/>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26" hidden="1">
            <a:extLst>
              <a:ext uri="{FF2B5EF4-FFF2-40B4-BE49-F238E27FC236}">
                <a16:creationId xmlns:a16="http://schemas.microsoft.com/office/drawing/2014/main" id="{A6955066-F837-DF02-C4C1-B0D889AFD2EA}"/>
              </a:ext>
            </a:extLst>
          </p:cNvPr>
          <p:cNvSpPr>
            <a:spLocks noGrp="1"/>
          </p:cNvSpPr>
          <p:nvPr>
            <p:ph type="ftr" sz="quarter" idx="3"/>
          </p:nvPr>
        </p:nvSpPr>
        <p:spPr>
          <a:xfrm>
            <a:off x="304800" y="6370321"/>
            <a:ext cx="822960" cy="182880"/>
          </a:xfrm>
          <a:prstGeom prst="rect">
            <a:avLst/>
          </a:prstGeom>
        </p:spPr>
        <p:txBody>
          <a:bodyPr vert="horz" lIns="0" tIns="0" rIns="0" bIns="0" rtlCol="0" anchor="b" anchorCtr="0"/>
          <a:lstStyle>
            <a:lvl1pPr algn="l">
              <a:defRPr sz="720">
                <a:solidFill>
                  <a:schemeClr val="tx1"/>
                </a:solidFill>
              </a:defRPr>
            </a:lvl1pPr>
          </a:lstStyle>
          <a:p>
            <a:r>
              <a:rPr lang="en-US"/>
              <a:t>General Motors</a:t>
            </a:r>
          </a:p>
        </p:txBody>
      </p:sp>
      <p:sp>
        <p:nvSpPr>
          <p:cNvPr id="7" name="Footer Static">
            <a:extLst>
              <a:ext uri="{FF2B5EF4-FFF2-40B4-BE49-F238E27FC236}">
                <a16:creationId xmlns:a16="http://schemas.microsoft.com/office/drawing/2014/main" id="{4469BD00-3B46-8CA7-8EA2-598997C5D30B}"/>
              </a:ext>
            </a:extLst>
          </p:cNvPr>
          <p:cNvSpPr txBox="1"/>
          <p:nvPr userDrawn="1"/>
        </p:nvSpPr>
        <p:spPr>
          <a:xfrm>
            <a:off x="304800" y="6370320"/>
            <a:ext cx="990600" cy="182880"/>
          </a:xfrm>
          <a:prstGeom prst="rect">
            <a:avLst/>
          </a:prstGeom>
          <a:noFill/>
        </p:spPr>
        <p:txBody>
          <a:bodyPr wrap="none" lIns="0" tIns="0" rIns="0" bIns="0" rtlCol="0" anchor="b">
            <a:noAutofit/>
          </a:bodyPr>
          <a:lstStyle/>
          <a:p>
            <a:pPr algn="l"/>
            <a:r>
              <a:rPr lang="en-US" sz="720"/>
              <a:t>General Motors</a:t>
            </a:r>
          </a:p>
        </p:txBody>
      </p:sp>
      <p:sp>
        <p:nvSpPr>
          <p:cNvPr id="4" name="Confidential">
            <a:extLst>
              <a:ext uri="{FF2B5EF4-FFF2-40B4-BE49-F238E27FC236}">
                <a16:creationId xmlns:a16="http://schemas.microsoft.com/office/drawing/2014/main" id="{3A31C65D-A27B-5D1C-7AA8-FD977B36C0D7}"/>
              </a:ext>
            </a:extLst>
          </p:cNvPr>
          <p:cNvSpPr txBox="1"/>
          <p:nvPr userDrawn="1"/>
        </p:nvSpPr>
        <p:spPr>
          <a:xfrm>
            <a:off x="3276600" y="6370321"/>
            <a:ext cx="990600" cy="182879"/>
          </a:xfrm>
          <a:prstGeom prst="rect">
            <a:avLst/>
          </a:prstGeom>
          <a:noFill/>
        </p:spPr>
        <p:txBody>
          <a:bodyPr wrap="none" lIns="0" tIns="0" rIns="0" bIns="0" rtlCol="0" anchor="b">
            <a:noAutofit/>
          </a:bodyPr>
          <a:lstStyle/>
          <a:p>
            <a:pPr marL="0" algn="l" defTabSz="411480" rtl="0" eaLnBrk="1" latinLnBrk="0" hangingPunct="1"/>
            <a:r>
              <a:rPr lang="en-US" sz="720" kern="1200">
                <a:solidFill>
                  <a:schemeClr val="tx1"/>
                </a:solidFill>
                <a:latin typeface="+mn-lt"/>
                <a:ea typeface="+mn-ea"/>
                <a:cs typeface="+mn-cs"/>
              </a:rPr>
              <a:t>Confidential</a:t>
            </a:r>
          </a:p>
        </p:txBody>
      </p:sp>
    </p:spTree>
    <p:extLst>
      <p:ext uri="{BB962C8B-B14F-4D97-AF65-F5344CB8AC3E}">
        <p14:creationId xmlns:p14="http://schemas.microsoft.com/office/powerpoint/2010/main" val="2795033376"/>
      </p:ext>
    </p:extLst>
  </p:cSld>
  <p:clrMap bg1="lt1" tx1="dk1" bg2="lt2" tx2="dk2" accent1="accent1" accent2="accent2" accent3="accent3" accent4="accent4" accent5="accent5" accent6="accent6" hlink="hlink" folHlink="folHlink"/>
  <p:sldLayoutIdLst>
    <p:sldLayoutId id="2147484024" r:id="rId1"/>
    <p:sldLayoutId id="2147484025" r:id="rId2"/>
    <p:sldLayoutId id="2147484026" r:id="rId3"/>
    <p:sldLayoutId id="2147484027" r:id="rId4"/>
    <p:sldLayoutId id="2147484028" r:id="rId5"/>
    <p:sldLayoutId id="2147484029" r:id="rId6"/>
    <p:sldLayoutId id="2147484030" r:id="rId7"/>
    <p:sldLayoutId id="2147484031" r:id="rId8"/>
    <p:sldLayoutId id="2147484032" r:id="rId9"/>
    <p:sldLayoutId id="2147484033" r:id="rId10"/>
    <p:sldLayoutId id="2147484034" r:id="rId11"/>
    <p:sldLayoutId id="2147484035" r:id="rId12"/>
    <p:sldLayoutId id="2147484036" r:id="rId13"/>
    <p:sldLayoutId id="2147484037" r:id="rId14"/>
    <p:sldLayoutId id="2147484038" r:id="rId15"/>
    <p:sldLayoutId id="2147484039" r:id="rId16"/>
    <p:sldLayoutId id="2147484040" r:id="rId17"/>
    <p:sldLayoutId id="2147484041" r:id="rId18"/>
    <p:sldLayoutId id="2147484042" r:id="rId19"/>
    <p:sldLayoutId id="2147484043" r:id="rId20"/>
    <p:sldLayoutId id="2147484044" r:id="rId21"/>
    <p:sldLayoutId id="2147484045" r:id="rId22"/>
    <p:sldLayoutId id="2147484046" r:id="rId23"/>
    <p:sldLayoutId id="2147484047" r:id="rId24"/>
    <p:sldLayoutId id="2147484048" r:id="rId25"/>
    <p:sldLayoutId id="2147484049" r:id="rId26"/>
    <p:sldLayoutId id="2147484050" r:id="rId27"/>
    <p:sldLayoutId id="2147484051" r:id="rId28"/>
    <p:sldLayoutId id="2147484052" r:id="rId29"/>
    <p:sldLayoutId id="2147484053" r:id="rId30"/>
    <p:sldLayoutId id="2147484054" r:id="rId31"/>
    <p:sldLayoutId id="2147484055" r:id="rId32"/>
    <p:sldLayoutId id="2147484056" r:id="rId33"/>
    <p:sldLayoutId id="2147484057" r:id="rId34"/>
    <p:sldLayoutId id="2147484058" r:id="rId35"/>
    <p:sldLayoutId id="2147484059" r:id="rId36"/>
    <p:sldLayoutId id="2147484060" r:id="rId37"/>
    <p:sldLayoutId id="2147484061" r:id="rId38"/>
    <p:sldLayoutId id="2147484062" r:id="rId39"/>
    <p:sldLayoutId id="2147484063" r:id="rId40"/>
    <p:sldLayoutId id="2147484064" r:id="rId41"/>
    <p:sldLayoutId id="2147484065" r:id="rId42"/>
    <p:sldLayoutId id="2147484066" r:id="rId43"/>
    <p:sldLayoutId id="2147484067" r:id="rId44"/>
    <p:sldLayoutId id="2147484068" r:id="rId45"/>
    <p:sldLayoutId id="2147484069" r:id="rId46"/>
    <p:sldLayoutId id="2147484070" r:id="rId47"/>
    <p:sldLayoutId id="2147484071" r:id="rId48"/>
    <p:sldLayoutId id="2147484072" r:id="rId49"/>
    <p:sldLayoutId id="2147484073" r:id="rId50"/>
    <p:sldLayoutId id="2147484074" r:id="rId51"/>
    <p:sldLayoutId id="2147484075" r:id="rId52"/>
    <p:sldLayoutId id="2147484076" r:id="rId53"/>
    <p:sldLayoutId id="2147484077" r:id="rId54"/>
    <p:sldLayoutId id="2147484078" r:id="rId55"/>
    <p:sldLayoutId id="2147484079" r:id="rId56"/>
    <p:sldLayoutId id="2147484080" r:id="rId57"/>
    <p:sldLayoutId id="2147484081" r:id="rId58"/>
    <p:sldLayoutId id="2147484082" r:id="rId59"/>
    <p:sldLayoutId id="2147484083" r:id="rId60"/>
    <p:sldLayoutId id="2147484084" r:id="rId61"/>
    <p:sldLayoutId id="2147484085" r:id="rId62"/>
    <p:sldLayoutId id="2147484086" r:id="rId63"/>
    <p:sldLayoutId id="2147484087" r:id="rId64"/>
    <p:sldLayoutId id="2147484088" r:id="rId65"/>
    <p:sldLayoutId id="2147484089" r:id="rId66"/>
    <p:sldLayoutId id="2147484090" r:id="rId67"/>
    <p:sldLayoutId id="2147484091" r:id="rId68"/>
    <p:sldLayoutId id="2147484092" r:id="rId69"/>
    <p:sldLayoutId id="2147484093" r:id="rId70"/>
    <p:sldLayoutId id="2147484094" r:id="rId71"/>
    <p:sldLayoutId id="2147484095" r:id="rId72"/>
    <p:sldLayoutId id="2147484096" r:id="rId73"/>
    <p:sldLayoutId id="2147484097" r:id="rId74"/>
    <p:sldLayoutId id="2147484098" r:id="rId75"/>
    <p:sldLayoutId id="2147484099" r:id="rId76"/>
    <p:sldLayoutId id="2147484100" r:id="rId77"/>
    <p:sldLayoutId id="2147484101" r:id="rId78"/>
    <p:sldLayoutId id="2147484102" r:id="rId79"/>
    <p:sldLayoutId id="2147484103" r:id="rId80"/>
    <p:sldLayoutId id="2147484104" r:id="rId81"/>
    <p:sldLayoutId id="2147484105" r:id="rId82"/>
    <p:sldLayoutId id="2147484106" r:id="rId83"/>
    <p:sldLayoutId id="2147484107" r:id="rId84"/>
    <p:sldLayoutId id="2147484108" r:id="rId85"/>
    <p:sldLayoutId id="2147484109" r:id="rId86"/>
    <p:sldLayoutId id="2147484110" r:id="rId87"/>
    <p:sldLayoutId id="2147484111" r:id="rId88"/>
    <p:sldLayoutId id="2147484112" r:id="rId89"/>
    <p:sldLayoutId id="2147484113" r:id="rId90"/>
    <p:sldLayoutId id="2147484114" r:id="rId91"/>
    <p:sldLayoutId id="2147484115" r:id="rId92"/>
    <p:sldLayoutId id="2147484116" r:id="rId93"/>
    <p:sldLayoutId id="2147484117" r:id="rId94"/>
    <p:sldLayoutId id="2147484118" r:id="rId95"/>
    <p:sldLayoutId id="2147484119" r:id="rId96"/>
    <p:sldLayoutId id="2147484120" r:id="rId97"/>
    <p:sldLayoutId id="2147484121" r:id="rId98"/>
    <p:sldLayoutId id="2147484122" r:id="rId99"/>
    <p:sldLayoutId id="2147484123" r:id="rId100"/>
    <p:sldLayoutId id="2147484124" r:id="rId101"/>
    <p:sldLayoutId id="2147484125" r:id="rId102"/>
    <p:sldLayoutId id="2147484126" r:id="rId103"/>
    <p:sldLayoutId id="2147484127" r:id="rId104"/>
    <p:sldLayoutId id="2147484128" r:id="rId105"/>
    <p:sldLayoutId id="2147484129" r:id="rId106"/>
    <p:sldLayoutId id="2147484130" r:id="rId107"/>
    <p:sldLayoutId id="2147484131" r:id="rId108"/>
    <p:sldLayoutId id="2147484132" r:id="rId109"/>
    <p:sldLayoutId id="2147484133" r:id="rId110"/>
    <p:sldLayoutId id="2147484134" r:id="rId111"/>
    <p:sldLayoutId id="2147484135" r:id="rId112"/>
    <p:sldLayoutId id="2147484136" r:id="rId113"/>
    <p:sldLayoutId id="2147484137" r:id="rId114"/>
    <p:sldLayoutId id="2147484138" r:id="rId115"/>
    <p:sldLayoutId id="2147484139" r:id="rId116"/>
    <p:sldLayoutId id="2147484140" r:id="rId117"/>
    <p:sldLayoutId id="2147484141" r:id="rId118"/>
    <p:sldLayoutId id="2147484142" r:id="rId119"/>
    <p:sldLayoutId id="2147484143" r:id="rId120"/>
    <p:sldLayoutId id="2147484144" r:id="rId121"/>
    <p:sldLayoutId id="2147484145" r:id="rId122"/>
    <p:sldLayoutId id="2147484146" r:id="rId123"/>
    <p:sldLayoutId id="2147484147" r:id="rId124"/>
    <p:sldLayoutId id="2147484148" r:id="rId125"/>
    <p:sldLayoutId id="2147484149" r:id="rId126"/>
    <p:sldLayoutId id="2147484150" r:id="rId127"/>
    <p:sldLayoutId id="2147484151" r:id="rId128"/>
    <p:sldLayoutId id="2147484152" r:id="rId129"/>
    <p:sldLayoutId id="2147484153" r:id="rId130"/>
    <p:sldLayoutId id="2147484154" r:id="rId131"/>
    <p:sldLayoutId id="2147484155" r:id="rId132"/>
    <p:sldLayoutId id="2147484156" r:id="rId133"/>
    <p:sldLayoutId id="2147484157" r:id="rId134"/>
    <p:sldLayoutId id="2147484158" r:id="rId135"/>
    <p:sldLayoutId id="2147484159" r:id="rId136"/>
    <p:sldLayoutId id="2147484160" r:id="rId137"/>
    <p:sldLayoutId id="2147484161" r:id="rId138"/>
    <p:sldLayoutId id="2147484162" r:id="rId139"/>
    <p:sldLayoutId id="2147484163" r:id="rId140"/>
    <p:sldLayoutId id="2147484164" r:id="rId141"/>
    <p:sldLayoutId id="2147484165" r:id="rId142"/>
    <p:sldLayoutId id="2147484166" r:id="rId143"/>
    <p:sldLayoutId id="2147484167" r:id="rId144"/>
    <p:sldLayoutId id="2147484168" r:id="rId145"/>
    <p:sldLayoutId id="2147484169" r:id="rId146"/>
    <p:sldLayoutId id="2147484170" r:id="rId147"/>
    <p:sldLayoutId id="2147484171" r:id="rId148"/>
    <p:sldLayoutId id="2147484172" r:id="rId149"/>
    <p:sldLayoutId id="2147484173" r:id="rId150"/>
    <p:sldLayoutId id="2147484174" r:id="rId151"/>
    <p:sldLayoutId id="2147484175" r:id="rId152"/>
    <p:sldLayoutId id="2147484176" r:id="rId153"/>
    <p:sldLayoutId id="2147484177" r:id="rId154"/>
    <p:sldLayoutId id="2147484178" r:id="rId155"/>
  </p:sldLayoutIdLst>
  <p:hf hdr="0" dt="0"/>
  <p:txStyles>
    <p:titleStyle>
      <a:lvl1pPr algn="l" defTabSz="685800" rtl="0" eaLnBrk="1" latinLnBrk="0" hangingPunct="1">
        <a:lnSpc>
          <a:spcPct val="100000"/>
        </a:lnSpc>
        <a:spcBef>
          <a:spcPct val="0"/>
        </a:spcBef>
        <a:buNone/>
        <a:defRPr sz="1800" kern="1200" spc="-15" baseline="0">
          <a:solidFill>
            <a:schemeClr val="tx1"/>
          </a:solidFill>
          <a:latin typeface="+mj-lt"/>
          <a:ea typeface="+mj-ea"/>
          <a:cs typeface="+mj-cs"/>
        </a:defRPr>
      </a:lvl1pPr>
    </p:titleStyle>
    <p:bodyStyle>
      <a:lvl1pPr marL="0" indent="0" algn="l" defTabSz="685800" rtl="0" eaLnBrk="1" latinLnBrk="0" hangingPunct="1">
        <a:lnSpc>
          <a:spcPct val="100000"/>
        </a:lnSpc>
        <a:spcBef>
          <a:spcPts val="0"/>
        </a:spcBef>
        <a:buFont typeface="Arial" panose="020B0604020202020204" pitchFamily="34" charset="0"/>
        <a:buNone/>
        <a:defRPr sz="900" kern="1200" spc="-8" baseline="0">
          <a:solidFill>
            <a:schemeClr val="tx1"/>
          </a:solidFill>
          <a:latin typeface="+mn-lt"/>
          <a:ea typeface="+mn-ea"/>
          <a:cs typeface="+mn-cs"/>
        </a:defRPr>
      </a:lvl1pPr>
      <a:lvl2pPr marL="172641" indent="-169069" algn="l" defTabSz="685800" rtl="0" eaLnBrk="1" latinLnBrk="0" hangingPunct="1">
        <a:lnSpc>
          <a:spcPct val="100000"/>
        </a:lnSpc>
        <a:spcBef>
          <a:spcPts val="0"/>
        </a:spcBef>
        <a:buFont typeface="Arial" panose="020B0604020202020204" pitchFamily="34" charset="0"/>
        <a:buChar char="•"/>
        <a:tabLst/>
        <a:defRPr sz="900" kern="1200" spc="-8" baseline="0">
          <a:solidFill>
            <a:schemeClr val="tx1"/>
          </a:solidFill>
          <a:latin typeface="+mn-lt"/>
          <a:ea typeface="+mn-ea"/>
          <a:cs typeface="+mn-cs"/>
        </a:defRPr>
      </a:lvl2pPr>
      <a:lvl3pPr marL="345281" indent="-172641" algn="l" defTabSz="685800" rtl="0" eaLnBrk="1" latinLnBrk="0" hangingPunct="1">
        <a:lnSpc>
          <a:spcPct val="100000"/>
        </a:lnSpc>
        <a:spcBef>
          <a:spcPts val="0"/>
        </a:spcBef>
        <a:buFont typeface="Arial" panose="020B0604020202020204" pitchFamily="34" charset="0"/>
        <a:buChar char="•"/>
        <a:tabLst/>
        <a:defRPr sz="900" kern="1200" spc="-8" baseline="0">
          <a:solidFill>
            <a:schemeClr val="tx1"/>
          </a:solidFill>
          <a:latin typeface="+mn-lt"/>
          <a:ea typeface="+mn-ea"/>
          <a:cs typeface="+mn-cs"/>
        </a:defRPr>
      </a:lvl3pPr>
      <a:lvl4pPr marL="517922" indent="-172641" algn="l" defTabSz="685800" rtl="0" eaLnBrk="1" latinLnBrk="0" hangingPunct="1">
        <a:lnSpc>
          <a:spcPct val="100000"/>
        </a:lnSpc>
        <a:spcBef>
          <a:spcPts val="0"/>
        </a:spcBef>
        <a:buFont typeface="Arial" panose="020B0604020202020204" pitchFamily="34" charset="0"/>
        <a:buChar char="•"/>
        <a:tabLst/>
        <a:defRPr sz="900" kern="1200" spc="-8" baseline="0">
          <a:solidFill>
            <a:schemeClr val="tx1"/>
          </a:solidFill>
          <a:latin typeface="+mn-lt"/>
          <a:ea typeface="+mn-ea"/>
          <a:cs typeface="+mn-cs"/>
        </a:defRPr>
      </a:lvl4pPr>
      <a:lvl5pPr marL="685800" indent="-167879" algn="l" defTabSz="685800" rtl="0" eaLnBrk="1" latinLnBrk="0" hangingPunct="1">
        <a:lnSpc>
          <a:spcPct val="100000"/>
        </a:lnSpc>
        <a:spcBef>
          <a:spcPts val="0"/>
        </a:spcBef>
        <a:buFont typeface="Arial" panose="020B0604020202020204" pitchFamily="34" charset="0"/>
        <a:buChar char="•"/>
        <a:tabLst/>
        <a:defRPr sz="900" kern="1200" spc="-8" baseline="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608">
          <p15:clr>
            <a:srgbClr val="A4A3A4"/>
          </p15:clr>
        </p15:guide>
        <p15:guide id="2" pos="9101">
          <p15:clr>
            <a:srgbClr val="F26B43"/>
          </p15:clr>
        </p15:guide>
        <p15:guide id="3" pos="115">
          <p15:clr>
            <a:srgbClr val="A4A3A4"/>
          </p15:clr>
        </p15:guide>
        <p15:guide id="4" pos="864">
          <p15:clr>
            <a:srgbClr val="A4A3A4"/>
          </p15:clr>
        </p15:guide>
        <p15:guide id="5" pos="1613">
          <p15:clr>
            <a:srgbClr val="A4A3A4"/>
          </p15:clr>
        </p15:guide>
        <p15:guide id="6" pos="2362">
          <p15:clr>
            <a:srgbClr val="A4A3A4"/>
          </p15:clr>
        </p15:guide>
        <p15:guide id="7" pos="3110">
          <p15:clr>
            <a:srgbClr val="A4A3A4"/>
          </p15:clr>
        </p15:guide>
        <p15:guide id="8" pos="3859">
          <p15:clr>
            <a:srgbClr val="A4A3A4"/>
          </p15:clr>
        </p15:guide>
        <p15:guide id="9" pos="5357">
          <p15:clr>
            <a:srgbClr val="A4A3A4"/>
          </p15:clr>
        </p15:guide>
        <p15:guide id="10" pos="6106">
          <p15:clr>
            <a:srgbClr val="A4A3A4"/>
          </p15:clr>
        </p15:guide>
        <p15:guide id="11" pos="6854">
          <p15:clr>
            <a:srgbClr val="A4A3A4"/>
          </p15:clr>
        </p15:guide>
        <p15:guide id="12" pos="7603">
          <p15:clr>
            <a:srgbClr val="A4A3A4"/>
          </p15:clr>
        </p15:guide>
        <p15:guide id="13" pos="8352">
          <p15:clr>
            <a:srgbClr val="A4A3A4"/>
          </p15:clr>
        </p15:guide>
        <p15:guide id="14" orient="horz" pos="128">
          <p15:clr>
            <a:srgbClr val="A4A3A4"/>
          </p15:clr>
        </p15:guide>
        <p15:guide id="15" orient="horz" pos="5632">
          <p15:clr>
            <a:srgbClr val="A4A3A4"/>
          </p15:clr>
        </p15:guide>
        <p15:guide id="16" orient="horz" pos="4533">
          <p15:clr>
            <a:srgbClr val="A4A3A4"/>
          </p15:clr>
        </p15:guide>
        <p15:guide id="17" orient="horz" pos="3435">
          <p15:clr>
            <a:srgbClr val="A4A3A4"/>
          </p15:clr>
        </p15:guide>
        <p15:guide id="18" orient="horz" pos="2880">
          <p15:clr>
            <a:srgbClr val="A4A3A4"/>
          </p15:clr>
        </p15:guide>
        <p15:guide id="19" orient="horz" pos="2325">
          <p15:clr>
            <a:srgbClr val="A4A3A4"/>
          </p15:clr>
        </p15:guide>
        <p15:guide id="20" orient="horz" pos="1237">
          <p15:clr>
            <a:srgbClr val="A4A3A4"/>
          </p15:clr>
        </p15:guide>
        <p15:guide id="21" orient="horz" pos="4661">
          <p15:clr>
            <a:srgbClr val="F26B43"/>
          </p15:clr>
        </p15:guide>
        <p15:guide id="22" orient="horz" pos="4405">
          <p15:clr>
            <a:srgbClr val="F26B43"/>
          </p15:clr>
        </p15:guide>
        <p15:guide id="23" orient="horz" pos="3555">
          <p15:clr>
            <a:srgbClr val="F26B43"/>
          </p15:clr>
        </p15:guide>
        <p15:guide id="24" orient="horz" pos="3307">
          <p15:clr>
            <a:srgbClr val="F26B43"/>
          </p15:clr>
        </p15:guide>
        <p15:guide id="25" orient="horz" pos="3008">
          <p15:clr>
            <a:srgbClr val="F26B43"/>
          </p15:clr>
        </p15:guide>
        <p15:guide id="26" orient="horz" pos="2752">
          <p15:clr>
            <a:srgbClr val="F26B43"/>
          </p15:clr>
        </p15:guide>
        <p15:guide id="27" orient="horz" pos="2453">
          <p15:clr>
            <a:srgbClr val="F26B43"/>
          </p15:clr>
        </p15:guide>
        <p15:guide id="28" orient="horz" pos="2197">
          <p15:clr>
            <a:srgbClr val="F26B43"/>
          </p15:clr>
        </p15:guide>
        <p15:guide id="29" orient="horz" pos="1355">
          <p15:clr>
            <a:srgbClr val="F26B43"/>
          </p15:clr>
        </p15:guide>
        <p15:guide id="30" orient="horz" pos="1099">
          <p15:clr>
            <a:srgbClr val="F26B43"/>
          </p15:clr>
        </p15:guide>
        <p15:guide id="31" orient="horz" pos="5504">
          <p15:clr>
            <a:srgbClr val="F26B43"/>
          </p15:clr>
        </p15:guide>
        <p15:guide id="32" orient="horz" pos="256">
          <p15:clr>
            <a:srgbClr val="F26B43"/>
          </p15:clr>
        </p15:guide>
        <p15:guide id="33" pos="8986">
          <p15:clr>
            <a:srgbClr val="F26B43"/>
          </p15:clr>
        </p15:guide>
        <p15:guide id="34" pos="8237">
          <p15:clr>
            <a:srgbClr val="F26B43"/>
          </p15:clr>
        </p15:guide>
        <p15:guide id="35" pos="8467">
          <p15:clr>
            <a:srgbClr val="F26B43"/>
          </p15:clr>
        </p15:guide>
        <p15:guide id="36" pos="7488">
          <p15:clr>
            <a:srgbClr val="F26B43"/>
          </p15:clr>
        </p15:guide>
        <p15:guide id="37" pos="7718">
          <p15:clr>
            <a:srgbClr val="F26B43"/>
          </p15:clr>
        </p15:guide>
        <p15:guide id="38" pos="6739">
          <p15:clr>
            <a:srgbClr val="F26B43"/>
          </p15:clr>
        </p15:guide>
        <p15:guide id="39" pos="6970">
          <p15:clr>
            <a:srgbClr val="F26B43"/>
          </p15:clr>
        </p15:guide>
        <p15:guide id="40" pos="5990">
          <p15:clr>
            <a:srgbClr val="F26B43"/>
          </p15:clr>
        </p15:guide>
        <p15:guide id="41" pos="6221">
          <p15:clr>
            <a:srgbClr val="F26B43"/>
          </p15:clr>
        </p15:guide>
        <p15:guide id="42" pos="5242">
          <p15:clr>
            <a:srgbClr val="F26B43"/>
          </p15:clr>
        </p15:guide>
        <p15:guide id="43" pos="5472">
          <p15:clr>
            <a:srgbClr val="F26B43"/>
          </p15:clr>
        </p15:guide>
        <p15:guide id="44" pos="4493">
          <p15:clr>
            <a:srgbClr val="F26B43"/>
          </p15:clr>
        </p15:guide>
        <p15:guide id="45" pos="4723">
          <p15:clr>
            <a:srgbClr val="F26B43"/>
          </p15:clr>
        </p15:guide>
        <p15:guide id="46" pos="3744">
          <p15:clr>
            <a:srgbClr val="F26B43"/>
          </p15:clr>
        </p15:guide>
        <p15:guide id="47" pos="3974">
          <p15:clr>
            <a:srgbClr val="F26B43"/>
          </p15:clr>
        </p15:guide>
        <p15:guide id="48" pos="2995">
          <p15:clr>
            <a:srgbClr val="F26B43"/>
          </p15:clr>
        </p15:guide>
        <p15:guide id="49" pos="3226">
          <p15:clr>
            <a:srgbClr val="F26B43"/>
          </p15:clr>
        </p15:guide>
        <p15:guide id="50" pos="2246">
          <p15:clr>
            <a:srgbClr val="F26B43"/>
          </p15:clr>
        </p15:guide>
        <p15:guide id="51" pos="2477">
          <p15:clr>
            <a:srgbClr val="F26B43"/>
          </p15:clr>
        </p15:guide>
        <p15:guide id="52" pos="1498">
          <p15:clr>
            <a:srgbClr val="F26B43"/>
          </p15:clr>
        </p15:guide>
        <p15:guide id="53" pos="1728">
          <p15:clr>
            <a:srgbClr val="F26B43"/>
          </p15:clr>
        </p15:guide>
        <p15:guide id="54" pos="749">
          <p15:clr>
            <a:srgbClr val="F26B43"/>
          </p15:clr>
        </p15:guide>
        <p15:guide id="55" pos="979">
          <p15:clr>
            <a:srgbClr val="F26B43"/>
          </p15:clr>
        </p15:guide>
        <p15:guide id="56" pos="230">
          <p15:clr>
            <a:srgbClr val="F26B43"/>
          </p15:clr>
        </p15:guide>
        <p15:guide id="57">
          <p15:clr>
            <a:srgbClr val="F26B43"/>
          </p15:clr>
        </p15:guide>
        <p15:guide id="58" orient="horz">
          <p15:clr>
            <a:srgbClr val="F26B43"/>
          </p15:clr>
        </p15:guide>
        <p15:guide id="59" pos="9216">
          <p15:clr>
            <a:srgbClr val="F26B43"/>
          </p15:clr>
        </p15:guide>
        <p15:guide id="60" orient="horz" pos="5760">
          <p15:clr>
            <a:srgbClr val="F26B43"/>
          </p15:clr>
        </p15:guide>
      </p15:sldGuideLst>
    </p:ext>
  </p:extLst>
</p:sldMaster>
</file>

<file path=ppt/slideMasters/slideMaster2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6" name="Picture 15" descr="Icon&#10;&#10;Description automatically generated">
            <a:extLst>
              <a:ext uri="{FF2B5EF4-FFF2-40B4-BE49-F238E27FC236}">
                <a16:creationId xmlns:a16="http://schemas.microsoft.com/office/drawing/2014/main" id="{4E0ACA14-1481-48B2-A6A0-2F8E2A1835EB}"/>
              </a:ext>
            </a:extLst>
          </p:cNvPr>
          <p:cNvPicPr>
            <a:picLocks noChangeAspect="1"/>
          </p:cNvPicPr>
          <p:nvPr userDrawn="1"/>
        </p:nvPicPr>
        <p:blipFill>
          <a:blip r:embed="rId4"/>
          <a:stretch>
            <a:fillRect/>
          </a:stretch>
        </p:blipFill>
        <p:spPr>
          <a:xfrm>
            <a:off x="11339974" y="82139"/>
            <a:ext cx="643901" cy="644115"/>
          </a:xfrm>
          <a:prstGeom prst="rect">
            <a:avLst/>
          </a:prstGeom>
        </p:spPr>
      </p:pic>
      <p:sp>
        <p:nvSpPr>
          <p:cNvPr id="6" name="Slide Number Placeholder 5"/>
          <p:cNvSpPr>
            <a:spLocks noGrp="1"/>
          </p:cNvSpPr>
          <p:nvPr>
            <p:ph type="sldNum" sz="quarter" idx="4"/>
          </p:nvPr>
        </p:nvSpPr>
        <p:spPr>
          <a:xfrm>
            <a:off x="10235382" y="6356350"/>
            <a:ext cx="1548465" cy="365125"/>
          </a:xfrm>
          <a:prstGeom prst="rect">
            <a:avLst/>
          </a:prstGeom>
        </p:spPr>
        <p:txBody>
          <a:bodyPr vert="horz" lIns="91440" tIns="45720" rIns="91440" bIns="45720" rtlCol="0" anchor="ctr"/>
          <a:lstStyle>
            <a:lvl1pPr algn="r">
              <a:defRPr sz="1200" b="1">
                <a:solidFill>
                  <a:schemeClr val="tx1"/>
                </a:solidFill>
              </a:defRPr>
            </a:lvl1pPr>
          </a:lstStyle>
          <a:p>
            <a:fld id="{8E565A5E-131F-486C-BEC3-CA739A37F925}" type="slidenum">
              <a:rPr lang="en-US" smtClean="0"/>
              <a:pPr/>
              <a:t>‹#›</a:t>
            </a:fld>
            <a:endParaRPr lang="en-US" dirty="0"/>
          </a:p>
        </p:txBody>
      </p:sp>
      <p:pic>
        <p:nvPicPr>
          <p:cNvPr id="8" name="Picture 7"/>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1228604" y="728095"/>
            <a:ext cx="878712" cy="400966"/>
          </a:xfrm>
          <a:prstGeom prst="rect">
            <a:avLst/>
          </a:prstGeom>
        </p:spPr>
      </p:pic>
      <p:sp>
        <p:nvSpPr>
          <p:cNvPr id="9" name="Title 1"/>
          <p:cNvSpPr txBox="1">
            <a:spLocks/>
          </p:cNvSpPr>
          <p:nvPr userDrawn="1"/>
        </p:nvSpPr>
        <p:spPr>
          <a:xfrm>
            <a:off x="7510412" y="531897"/>
            <a:ext cx="3370777" cy="392777"/>
          </a:xfrm>
          <a:prstGeom prst="rect">
            <a:avLst/>
          </a:prstGeom>
        </p:spPr>
        <p:txBody>
          <a:bodyPr>
            <a:normAutofit/>
          </a:bodyPr>
          <a:lstStyle>
            <a:lvl1pPr algn="l" defTabSz="914400" rtl="0" eaLnBrk="1" latinLnBrk="0" hangingPunct="1">
              <a:lnSpc>
                <a:spcPct val="90000"/>
              </a:lnSpc>
              <a:spcBef>
                <a:spcPct val="0"/>
              </a:spcBef>
              <a:buNone/>
              <a:defRPr sz="3200" b="1" kern="1200">
                <a:solidFill>
                  <a:schemeClr val="tx1"/>
                </a:solidFill>
                <a:latin typeface="+mn-lt"/>
                <a:ea typeface="+mj-ea"/>
                <a:cs typeface="+mj-cs"/>
              </a:defRPr>
            </a:lvl1pPr>
          </a:lstStyle>
          <a:p>
            <a:pPr algn="ctr"/>
            <a:r>
              <a:rPr lang="en-US" sz="1800" dirty="0"/>
              <a:t>IMPROVE</a:t>
            </a:r>
          </a:p>
        </p:txBody>
      </p:sp>
      <p:sp>
        <p:nvSpPr>
          <p:cNvPr id="10" name="Rectangle 9"/>
          <p:cNvSpPr/>
          <p:nvPr userDrawn="1"/>
        </p:nvSpPr>
        <p:spPr>
          <a:xfrm>
            <a:off x="7510412" y="97010"/>
            <a:ext cx="3352800" cy="609600"/>
          </a:xfrm>
          <a:prstGeom prst="rect">
            <a:avLst/>
          </a:prstGeom>
          <a:noFill/>
        </p:spPr>
        <p:txBody>
          <a:bodyPr/>
          <a:lstStyle/>
          <a:p>
            <a:endParaRPr lang="en-US"/>
          </a:p>
        </p:txBody>
      </p:sp>
      <p:sp>
        <p:nvSpPr>
          <p:cNvPr id="11" name="Freeform 10"/>
          <p:cNvSpPr/>
          <p:nvPr userDrawn="1"/>
        </p:nvSpPr>
        <p:spPr>
          <a:xfrm>
            <a:off x="7510821" y="242191"/>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0 w 798090"/>
              <a:gd name="connsiteY5"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8090" h="319236">
                <a:moveTo>
                  <a:pt x="0" y="0"/>
                </a:moveTo>
                <a:lnTo>
                  <a:pt x="638472" y="0"/>
                </a:lnTo>
                <a:lnTo>
                  <a:pt x="798090" y="159618"/>
                </a:lnTo>
                <a:lnTo>
                  <a:pt x="638472" y="319236"/>
                </a:lnTo>
                <a:lnTo>
                  <a:pt x="0" y="319236"/>
                </a:lnTo>
                <a:lnTo>
                  <a:pt x="0" y="0"/>
                </a:lnTo>
                <a:close/>
              </a:path>
            </a:pathLst>
          </a:custGeom>
          <a:solidFill>
            <a:schemeClr val="bg1">
              <a:lumMod val="6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algn="ctr" defTabSz="622300">
              <a:lnSpc>
                <a:spcPct val="90000"/>
              </a:lnSpc>
              <a:spcBef>
                <a:spcPct val="0"/>
              </a:spcBef>
              <a:spcAft>
                <a:spcPct val="35000"/>
              </a:spcAft>
            </a:pPr>
            <a:r>
              <a:rPr lang="en-US" sz="1400" dirty="0"/>
              <a:t>D</a:t>
            </a:r>
          </a:p>
        </p:txBody>
      </p:sp>
      <p:sp>
        <p:nvSpPr>
          <p:cNvPr id="12" name="Freeform 11"/>
          <p:cNvSpPr/>
          <p:nvPr userDrawn="1"/>
        </p:nvSpPr>
        <p:spPr>
          <a:xfrm>
            <a:off x="8149293" y="242191"/>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chemeClr val="bg1">
              <a:lumMod val="6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algn="ctr" defTabSz="622300">
              <a:lnSpc>
                <a:spcPct val="90000"/>
              </a:lnSpc>
              <a:spcBef>
                <a:spcPct val="0"/>
              </a:spcBef>
              <a:spcAft>
                <a:spcPct val="35000"/>
              </a:spcAft>
            </a:pPr>
            <a:r>
              <a:rPr lang="en-US" sz="1400" dirty="0"/>
              <a:t>M</a:t>
            </a:r>
          </a:p>
        </p:txBody>
      </p:sp>
      <p:sp>
        <p:nvSpPr>
          <p:cNvPr id="13" name="Freeform 12"/>
          <p:cNvSpPr/>
          <p:nvPr userDrawn="1"/>
        </p:nvSpPr>
        <p:spPr>
          <a:xfrm>
            <a:off x="8787766" y="242191"/>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chemeClr val="bg1">
              <a:lumMod val="6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lvl="0" algn="ctr" defTabSz="622300">
              <a:lnSpc>
                <a:spcPct val="90000"/>
              </a:lnSpc>
              <a:spcBef>
                <a:spcPct val="0"/>
              </a:spcBef>
              <a:spcAft>
                <a:spcPct val="35000"/>
              </a:spcAft>
            </a:pPr>
            <a:r>
              <a:rPr lang="en-US" sz="1400" kern="1200" dirty="0"/>
              <a:t>A</a:t>
            </a:r>
          </a:p>
        </p:txBody>
      </p:sp>
      <p:sp>
        <p:nvSpPr>
          <p:cNvPr id="14" name="Freeform 13"/>
          <p:cNvSpPr/>
          <p:nvPr userDrawn="1"/>
        </p:nvSpPr>
        <p:spPr>
          <a:xfrm>
            <a:off x="9426239" y="242191"/>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rgbClr val="7030A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lvl="0" algn="ctr" defTabSz="622300">
              <a:lnSpc>
                <a:spcPct val="90000"/>
              </a:lnSpc>
              <a:spcBef>
                <a:spcPct val="0"/>
              </a:spcBef>
              <a:spcAft>
                <a:spcPct val="35000"/>
              </a:spcAft>
            </a:pPr>
            <a:r>
              <a:rPr lang="en-US" sz="1400" kern="1200" dirty="0"/>
              <a:t>I</a:t>
            </a:r>
          </a:p>
        </p:txBody>
      </p:sp>
      <p:sp>
        <p:nvSpPr>
          <p:cNvPr id="15" name="Freeform 14"/>
          <p:cNvSpPr/>
          <p:nvPr userDrawn="1"/>
        </p:nvSpPr>
        <p:spPr>
          <a:xfrm>
            <a:off x="10064711" y="242191"/>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chemeClr val="bg1">
              <a:lumMod val="6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74676" tIns="37338" rIns="98478" bIns="37338" numCol="1" spcCol="1270" anchor="ctr" anchorCtr="0">
            <a:noAutofit/>
          </a:bodyPr>
          <a:lstStyle/>
          <a:p>
            <a:pPr algn="ctr" defTabSz="622300">
              <a:lnSpc>
                <a:spcPct val="90000"/>
              </a:lnSpc>
              <a:spcBef>
                <a:spcPct val="0"/>
              </a:spcBef>
              <a:spcAft>
                <a:spcPct val="35000"/>
              </a:spcAft>
            </a:pPr>
            <a:r>
              <a:rPr lang="en-US" sz="1400" dirty="0"/>
              <a:t>C</a:t>
            </a:r>
          </a:p>
        </p:txBody>
      </p:sp>
      <p:sp>
        <p:nvSpPr>
          <p:cNvPr id="17" name="Rounded Rectangle 16"/>
          <p:cNvSpPr/>
          <p:nvPr userDrawn="1"/>
        </p:nvSpPr>
        <p:spPr>
          <a:xfrm>
            <a:off x="910447" y="5838938"/>
            <a:ext cx="10212729" cy="8037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b="1" dirty="0"/>
          </a:p>
        </p:txBody>
      </p:sp>
    </p:spTree>
    <p:extLst>
      <p:ext uri="{BB962C8B-B14F-4D97-AF65-F5344CB8AC3E}">
        <p14:creationId xmlns:p14="http://schemas.microsoft.com/office/powerpoint/2010/main" val="3662590519"/>
      </p:ext>
    </p:extLst>
  </p:cSld>
  <p:clrMap bg1="lt1" tx1="dk1" bg2="lt2" tx2="dk2" accent1="accent1" accent2="accent2" accent3="accent3" accent4="accent4" accent5="accent5" accent6="accent6" hlink="hlink" folHlink="folHlink"/>
  <p:sldLayoutIdLst>
    <p:sldLayoutId id="2147484191" r:id="rId1"/>
    <p:sldLayoutId id="2147484192" r:id="rId2"/>
  </p:sldLayoutIdLst>
  <p:hf hdr="0" ftr="0" dt="0"/>
  <p:txStyles>
    <p:titleStyle>
      <a:lvl1pPr algn="l" defTabSz="914400" rtl="0" eaLnBrk="1" latinLnBrk="0" hangingPunct="1">
        <a:lnSpc>
          <a:spcPct val="90000"/>
        </a:lnSpc>
        <a:spcBef>
          <a:spcPct val="0"/>
        </a:spcBef>
        <a:buNone/>
        <a:defRPr sz="3200" b="1"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9.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D6C3D189-C7A7-E35E-E17A-A655AB5B1C15}"/>
              </a:ext>
            </a:extLst>
          </p:cNvPr>
          <p:cNvGraphicFramePr>
            <a:graphicFrameLocks noChangeAspect="1"/>
          </p:cNvGraphicFramePr>
          <p:nvPr>
            <p:custDataLst>
              <p:tags r:id="rId5"/>
            </p:custDataLst>
            <p:extLst>
              <p:ext uri="{D42A27DB-BD31-4B8C-83A1-F6EECF244321}">
                <p14:modId xmlns:p14="http://schemas.microsoft.com/office/powerpoint/2010/main" val="3473837609"/>
              </p:ext>
            </p:extLst>
          </p:nvPr>
        </p:nvGraphicFramePr>
        <p:xfrm>
          <a:off x="1588" y="1589"/>
          <a:ext cx="1227" cy="1588"/>
        </p:xfrm>
        <a:graphic>
          <a:graphicData uri="http://schemas.openxmlformats.org/presentationml/2006/ole">
            <mc:AlternateContent xmlns:mc="http://schemas.openxmlformats.org/markup-compatibility/2006">
              <mc:Choice xmlns:v="urn:schemas-microsoft-com:vml" Requires="v">
                <p:oleObj name="think-cell Slide" r:id="rId6" imgW="7772400" imgH="10058400" progId="TCLayout.ActiveDocument.1">
                  <p:embed/>
                </p:oleObj>
              </mc:Choice>
              <mc:Fallback>
                <p:oleObj name="think-cell Slide" r:id="rId6" imgW="7772400" imgH="10058400" progId="TCLayout.ActiveDocument.1">
                  <p:embed/>
                  <p:pic>
                    <p:nvPicPr>
                      <p:cNvPr id="8" name="think-cell data - do not delete" hidden="1">
                        <a:extLst>
                          <a:ext uri="{FF2B5EF4-FFF2-40B4-BE49-F238E27FC236}">
                            <a16:creationId xmlns:a16="http://schemas.microsoft.com/office/drawing/2014/main" id="{D6C3D189-C7A7-E35E-E17A-A655AB5B1C15}"/>
                          </a:ext>
                        </a:extLst>
                      </p:cNvPr>
                      <p:cNvPicPr/>
                      <p:nvPr/>
                    </p:nvPicPr>
                    <p:blipFill>
                      <a:blip r:embed="rId7"/>
                      <a:stretch>
                        <a:fillRect/>
                      </a:stretch>
                    </p:blipFill>
                    <p:spPr>
                      <a:xfrm>
                        <a:off x="1588" y="1589"/>
                        <a:ext cx="1227" cy="1588"/>
                      </a:xfrm>
                      <a:prstGeom prst="rect">
                        <a:avLst/>
                      </a:prstGeom>
                    </p:spPr>
                  </p:pic>
                </p:oleObj>
              </mc:Fallback>
            </mc:AlternateContent>
          </a:graphicData>
        </a:graphic>
      </p:graphicFrame>
      <p:sp>
        <p:nvSpPr>
          <p:cNvPr id="31" name="Slide Number Placeholder 30">
            <a:extLst>
              <a:ext uri="{FF2B5EF4-FFF2-40B4-BE49-F238E27FC236}">
                <a16:creationId xmlns:a16="http://schemas.microsoft.com/office/drawing/2014/main" id="{EB97DE57-06C4-D73F-54A6-8C09036086D8}"/>
              </a:ext>
            </a:extLst>
          </p:cNvPr>
          <p:cNvSpPr>
            <a:spLocks noGrp="1"/>
          </p:cNvSpPr>
          <p:nvPr>
            <p:ph type="sldNum" sz="quarter" idx="4"/>
          </p:nvPr>
        </p:nvSpPr>
        <p:spPr>
          <a:xfrm>
            <a:off x="11201400" y="6370320"/>
            <a:ext cx="685800" cy="182880"/>
          </a:xfrm>
          <a:prstGeom prst="rect">
            <a:avLst/>
          </a:prstGeom>
        </p:spPr>
        <p:txBody>
          <a:bodyPr vert="horz" lIns="0" tIns="0" rIns="0" bIns="0" rtlCol="0" anchor="b"/>
          <a:lstStyle>
            <a:lvl1pPr algn="r">
              <a:defRPr sz="720">
                <a:solidFill>
                  <a:schemeClr val="tx1"/>
                </a:solidFill>
              </a:defRPr>
            </a:lvl1pPr>
          </a:lstStyle>
          <a:p>
            <a:pPr defTabSz="411480"/>
            <a:fld id="{48F63A3B-78C7-47BE-AE5E-E10140E04643}" type="slidenum">
              <a:rPr lang="en-US" smtClean="0">
                <a:solidFill>
                  <a:srgbClr val="000000"/>
                </a:solidFill>
              </a:rPr>
              <a:pPr defTabSz="411480"/>
              <a:t>‹#›</a:t>
            </a:fld>
            <a:endParaRPr lang="en-US">
              <a:solidFill>
                <a:srgbClr val="000000"/>
              </a:solidFill>
            </a:endParaRPr>
          </a:p>
        </p:txBody>
      </p:sp>
      <p:sp>
        <p:nvSpPr>
          <p:cNvPr id="29" name="Slide Number Static">
            <a:extLst>
              <a:ext uri="{FF2B5EF4-FFF2-40B4-BE49-F238E27FC236}">
                <a16:creationId xmlns:a16="http://schemas.microsoft.com/office/drawing/2014/main" id="{62C22CC1-492F-9541-3C3E-7ECF47288B71}"/>
              </a:ext>
            </a:extLst>
          </p:cNvPr>
          <p:cNvSpPr txBox="1"/>
          <p:nvPr/>
        </p:nvSpPr>
        <p:spPr>
          <a:xfrm>
            <a:off x="11201400" y="6371575"/>
            <a:ext cx="685800" cy="181627"/>
          </a:xfrm>
          <a:prstGeom prst="rect">
            <a:avLst/>
          </a:prstGeom>
          <a:noFill/>
        </p:spPr>
        <p:txBody>
          <a:bodyPr wrap="none" lIns="0" tIns="0" rIns="0" bIns="0" rtlCol="0" anchor="b">
            <a:noAutofit/>
          </a:bodyPr>
          <a:lstStyle/>
          <a:p>
            <a:pPr marL="0" marR="0" lvl="0" indent="0" algn="r" defTabSz="411480" rtl="0" eaLnBrk="1" fontAlgn="auto" latinLnBrk="0" hangingPunct="1">
              <a:lnSpc>
                <a:spcPct val="100000"/>
              </a:lnSpc>
              <a:spcBef>
                <a:spcPts val="0"/>
              </a:spcBef>
              <a:spcAft>
                <a:spcPts val="0"/>
              </a:spcAft>
              <a:buClrTx/>
              <a:buSzTx/>
              <a:buFontTx/>
              <a:buNone/>
              <a:tabLst/>
              <a:defRPr/>
            </a:pPr>
            <a:fld id="{35169EF1-59B5-4F40-86A9-E6A26EFD36C0}" type="slidenum">
              <a:rPr kumimoji="0" lang="en-US" sz="720" b="0" i="0" u="none" strike="noStrike" kern="1200" cap="none" spc="0" normalizeH="0" baseline="0" noProof="0" smtClean="0">
                <a:ln>
                  <a:noFill/>
                </a:ln>
                <a:solidFill>
                  <a:srgbClr val="000000"/>
                </a:solidFill>
                <a:effectLst/>
                <a:uLnTx/>
                <a:uFillTx/>
                <a:latin typeface="Overpass"/>
                <a:ea typeface="+mn-ea"/>
                <a:cs typeface="+mn-cs"/>
              </a:rPr>
              <a:pPr marL="0" marR="0" lvl="0" indent="0" algn="r" defTabSz="411480" rtl="0" eaLnBrk="1" fontAlgn="auto" latinLnBrk="0" hangingPunct="1">
                <a:lnSpc>
                  <a:spcPct val="100000"/>
                </a:lnSpc>
                <a:spcBef>
                  <a:spcPts val="0"/>
                </a:spcBef>
                <a:spcAft>
                  <a:spcPts val="0"/>
                </a:spcAft>
                <a:buClrTx/>
                <a:buSzTx/>
                <a:buFontTx/>
                <a:buNone/>
                <a:tabLst/>
                <a:defRPr/>
              </a:pPr>
              <a:t>‹#›</a:t>
            </a:fld>
            <a:endParaRPr kumimoji="0" lang="en-US" sz="720" b="0" i="0" u="none" strike="noStrike" kern="1200" cap="none" spc="0" normalizeH="0" baseline="0" noProof="0">
              <a:ln>
                <a:noFill/>
              </a:ln>
              <a:solidFill>
                <a:srgbClr val="000000"/>
              </a:solidFill>
              <a:effectLst/>
              <a:uLnTx/>
              <a:uFillTx/>
              <a:latin typeface="Overpass"/>
              <a:ea typeface="+mn-ea"/>
              <a:cs typeface="+mn-cs"/>
            </a:endParaRPr>
          </a:p>
        </p:txBody>
      </p:sp>
      <p:sp>
        <p:nvSpPr>
          <p:cNvPr id="2" name="Title Placeholder 1"/>
          <p:cNvSpPr>
            <a:spLocks noGrp="1"/>
          </p:cNvSpPr>
          <p:nvPr>
            <p:ph type="title"/>
          </p:nvPr>
        </p:nvSpPr>
        <p:spPr>
          <a:xfrm>
            <a:off x="304800" y="304802"/>
            <a:ext cx="7620000" cy="1003299"/>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04800" y="1612902"/>
            <a:ext cx="5638800" cy="2619374"/>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26" hidden="1">
            <a:extLst>
              <a:ext uri="{FF2B5EF4-FFF2-40B4-BE49-F238E27FC236}">
                <a16:creationId xmlns:a16="http://schemas.microsoft.com/office/drawing/2014/main" id="{A6955066-F837-DF02-C4C1-B0D889AFD2EA}"/>
              </a:ext>
            </a:extLst>
          </p:cNvPr>
          <p:cNvSpPr>
            <a:spLocks noGrp="1"/>
          </p:cNvSpPr>
          <p:nvPr>
            <p:ph type="ftr" sz="quarter" idx="3"/>
          </p:nvPr>
        </p:nvSpPr>
        <p:spPr>
          <a:xfrm>
            <a:off x="304800" y="6370321"/>
            <a:ext cx="822960" cy="182880"/>
          </a:xfrm>
          <a:prstGeom prst="rect">
            <a:avLst/>
          </a:prstGeom>
        </p:spPr>
        <p:txBody>
          <a:bodyPr vert="horz" lIns="0" tIns="0" rIns="0" bIns="0" rtlCol="0" anchor="b" anchorCtr="0"/>
          <a:lstStyle>
            <a:lvl1pPr algn="l">
              <a:defRPr sz="720">
                <a:solidFill>
                  <a:schemeClr val="tx1"/>
                </a:solidFill>
              </a:defRPr>
            </a:lvl1pPr>
          </a:lstStyle>
          <a:p>
            <a:pPr defTabSz="411480"/>
            <a:r>
              <a:rPr lang="en-US">
                <a:solidFill>
                  <a:srgbClr val="000000"/>
                </a:solidFill>
              </a:rPr>
              <a:t>General Motors</a:t>
            </a:r>
          </a:p>
        </p:txBody>
      </p:sp>
      <p:sp>
        <p:nvSpPr>
          <p:cNvPr id="7" name="Footer Static">
            <a:extLst>
              <a:ext uri="{FF2B5EF4-FFF2-40B4-BE49-F238E27FC236}">
                <a16:creationId xmlns:a16="http://schemas.microsoft.com/office/drawing/2014/main" id="{4469BD00-3B46-8CA7-8EA2-598997C5D30B}"/>
              </a:ext>
            </a:extLst>
          </p:cNvPr>
          <p:cNvSpPr txBox="1"/>
          <p:nvPr userDrawn="1"/>
        </p:nvSpPr>
        <p:spPr>
          <a:xfrm>
            <a:off x="304800" y="6370320"/>
            <a:ext cx="990600" cy="182880"/>
          </a:xfrm>
          <a:prstGeom prst="rect">
            <a:avLst/>
          </a:prstGeom>
          <a:noFill/>
        </p:spPr>
        <p:txBody>
          <a:bodyPr wrap="none" lIns="0" tIns="0" rIns="0" bIns="0" rtlCol="0" anchor="b">
            <a:noAutofit/>
          </a:bodyPr>
          <a:lstStyle/>
          <a:p>
            <a:pPr marL="0" marR="0" lvl="0" indent="0" algn="l" defTabSz="411480" rtl="0" eaLnBrk="1" fontAlgn="auto" latinLnBrk="0" hangingPunct="1">
              <a:lnSpc>
                <a:spcPct val="100000"/>
              </a:lnSpc>
              <a:spcBef>
                <a:spcPts val="0"/>
              </a:spcBef>
              <a:spcAft>
                <a:spcPts val="0"/>
              </a:spcAft>
              <a:buClrTx/>
              <a:buSzTx/>
              <a:buFontTx/>
              <a:buNone/>
              <a:tabLst/>
              <a:defRPr/>
            </a:pPr>
            <a:r>
              <a:rPr kumimoji="0" lang="en-US" sz="720" b="0" i="0" u="none" strike="noStrike" kern="1200" cap="none" spc="0" normalizeH="0" baseline="0" noProof="0">
                <a:ln>
                  <a:noFill/>
                </a:ln>
                <a:solidFill>
                  <a:srgbClr val="000000"/>
                </a:solidFill>
                <a:effectLst/>
                <a:uLnTx/>
                <a:uFillTx/>
                <a:latin typeface="Overpass"/>
                <a:ea typeface="+mn-ea"/>
                <a:cs typeface="+mn-cs"/>
              </a:rPr>
              <a:t>General Motors</a:t>
            </a:r>
          </a:p>
        </p:txBody>
      </p:sp>
      <p:sp>
        <p:nvSpPr>
          <p:cNvPr id="4" name="Confidential">
            <a:extLst>
              <a:ext uri="{FF2B5EF4-FFF2-40B4-BE49-F238E27FC236}">
                <a16:creationId xmlns:a16="http://schemas.microsoft.com/office/drawing/2014/main" id="{3A31C65D-A27B-5D1C-7AA8-FD977B36C0D7}"/>
              </a:ext>
            </a:extLst>
          </p:cNvPr>
          <p:cNvSpPr txBox="1"/>
          <p:nvPr userDrawn="1"/>
        </p:nvSpPr>
        <p:spPr>
          <a:xfrm>
            <a:off x="3276600" y="6370321"/>
            <a:ext cx="990600" cy="182879"/>
          </a:xfrm>
          <a:prstGeom prst="rect">
            <a:avLst/>
          </a:prstGeom>
          <a:noFill/>
        </p:spPr>
        <p:txBody>
          <a:bodyPr wrap="none" lIns="0" tIns="0" rIns="0" bIns="0" rtlCol="0" anchor="b">
            <a:noAutofit/>
          </a:bodyPr>
          <a:lstStyle/>
          <a:p>
            <a:pPr marL="0" marR="0" lvl="0" indent="0" algn="l" defTabSz="411480" rtl="0" eaLnBrk="1" fontAlgn="auto" latinLnBrk="0" hangingPunct="1">
              <a:lnSpc>
                <a:spcPct val="100000"/>
              </a:lnSpc>
              <a:spcBef>
                <a:spcPts val="0"/>
              </a:spcBef>
              <a:spcAft>
                <a:spcPts val="0"/>
              </a:spcAft>
              <a:buClrTx/>
              <a:buSzTx/>
              <a:buFontTx/>
              <a:buNone/>
              <a:tabLst/>
              <a:defRPr/>
            </a:pPr>
            <a:r>
              <a:rPr kumimoji="0" lang="en-US" sz="720" b="0" i="0" u="none" strike="noStrike" kern="1200" cap="none" spc="0" normalizeH="0" baseline="0" noProof="0">
                <a:ln>
                  <a:noFill/>
                </a:ln>
                <a:solidFill>
                  <a:srgbClr val="000000"/>
                </a:solidFill>
                <a:effectLst/>
                <a:uLnTx/>
                <a:uFillTx/>
                <a:latin typeface="Overpass"/>
                <a:ea typeface="+mn-ea"/>
                <a:cs typeface="+mn-cs"/>
              </a:rPr>
              <a:t>Confidential</a:t>
            </a:r>
          </a:p>
        </p:txBody>
      </p:sp>
      <p:pic>
        <p:nvPicPr>
          <p:cNvPr id="9" name="Picture 8">
            <a:extLst>
              <a:ext uri="{FF2B5EF4-FFF2-40B4-BE49-F238E27FC236}">
                <a16:creationId xmlns:a16="http://schemas.microsoft.com/office/drawing/2014/main" id="{610538D0-D8FD-5C66-ACD6-2C91257E558E}"/>
              </a:ext>
            </a:extLst>
          </p:cNvPr>
          <p:cNvPicPr>
            <a:picLocks noChangeAspect="1"/>
          </p:cNvPicPr>
          <p:nvPr userDrawn="1"/>
        </p:nvPicPr>
        <p:blipFill>
          <a:blip r:embed="rId8"/>
          <a:stretch>
            <a:fillRect/>
          </a:stretch>
        </p:blipFill>
        <p:spPr>
          <a:xfrm>
            <a:off x="155276" y="5969585"/>
            <a:ext cx="1469366" cy="801472"/>
          </a:xfrm>
          <a:prstGeom prst="rect">
            <a:avLst/>
          </a:prstGeom>
        </p:spPr>
      </p:pic>
    </p:spTree>
    <p:extLst>
      <p:ext uri="{BB962C8B-B14F-4D97-AF65-F5344CB8AC3E}">
        <p14:creationId xmlns:p14="http://schemas.microsoft.com/office/powerpoint/2010/main" val="790799232"/>
      </p:ext>
    </p:extLst>
  </p:cSld>
  <p:clrMap bg1="lt1" tx1="dk1" bg2="lt2" tx2="dk2" accent1="accent1" accent2="accent2" accent3="accent3" accent4="accent4" accent5="accent5" accent6="accent6" hlink="hlink" folHlink="folHlink"/>
  <p:sldLayoutIdLst>
    <p:sldLayoutId id="2147484194" r:id="rId1"/>
    <p:sldLayoutId id="2147484195" r:id="rId2"/>
    <p:sldLayoutId id="2147484196" r:id="rId3"/>
  </p:sldLayoutIdLst>
  <p:hf hdr="0" dt="0"/>
  <p:txStyles>
    <p:titleStyle>
      <a:lvl1pPr algn="l" defTabSz="822960" rtl="0" eaLnBrk="1" latinLnBrk="0" hangingPunct="1">
        <a:lnSpc>
          <a:spcPct val="100000"/>
        </a:lnSpc>
        <a:spcBef>
          <a:spcPct val="0"/>
        </a:spcBef>
        <a:buNone/>
        <a:defRPr sz="2160" kern="1200" spc="-18" baseline="0">
          <a:solidFill>
            <a:schemeClr val="tx1"/>
          </a:solidFill>
          <a:latin typeface="+mj-lt"/>
          <a:ea typeface="+mj-ea"/>
          <a:cs typeface="+mj-cs"/>
        </a:defRPr>
      </a:lvl1pPr>
    </p:titleStyle>
    <p:bodyStyle>
      <a:lvl1pPr marL="0" indent="0" algn="l" defTabSz="822960" rtl="0" eaLnBrk="1" latinLnBrk="0" hangingPunct="1">
        <a:lnSpc>
          <a:spcPct val="100000"/>
        </a:lnSpc>
        <a:spcBef>
          <a:spcPts val="0"/>
        </a:spcBef>
        <a:buFont typeface="Arial" panose="020B0604020202020204" pitchFamily="34" charset="0"/>
        <a:buNone/>
        <a:defRPr sz="1080" kern="1200" spc="-9" baseline="0">
          <a:solidFill>
            <a:schemeClr val="tx1"/>
          </a:solidFill>
          <a:latin typeface="+mn-lt"/>
          <a:ea typeface="+mn-ea"/>
          <a:cs typeface="+mn-cs"/>
        </a:defRPr>
      </a:lvl1pPr>
      <a:lvl2pPr marL="207170" indent="-202883" algn="l" defTabSz="822960" rtl="0" eaLnBrk="1" latinLnBrk="0" hangingPunct="1">
        <a:lnSpc>
          <a:spcPct val="100000"/>
        </a:lnSpc>
        <a:spcBef>
          <a:spcPts val="0"/>
        </a:spcBef>
        <a:buFont typeface="Arial" panose="020B0604020202020204" pitchFamily="34" charset="0"/>
        <a:buChar char="•"/>
        <a:tabLst/>
        <a:defRPr sz="1080" kern="1200" spc="-9" baseline="0">
          <a:solidFill>
            <a:schemeClr val="tx1"/>
          </a:solidFill>
          <a:latin typeface="+mn-lt"/>
          <a:ea typeface="+mn-ea"/>
          <a:cs typeface="+mn-cs"/>
        </a:defRPr>
      </a:lvl2pPr>
      <a:lvl3pPr marL="414338" indent="-207170" algn="l" defTabSz="822960" rtl="0" eaLnBrk="1" latinLnBrk="0" hangingPunct="1">
        <a:lnSpc>
          <a:spcPct val="100000"/>
        </a:lnSpc>
        <a:spcBef>
          <a:spcPts val="0"/>
        </a:spcBef>
        <a:buFont typeface="Arial" panose="020B0604020202020204" pitchFamily="34" charset="0"/>
        <a:buChar char="•"/>
        <a:tabLst/>
        <a:defRPr sz="1080" kern="1200" spc="-9" baseline="0">
          <a:solidFill>
            <a:schemeClr val="tx1"/>
          </a:solidFill>
          <a:latin typeface="+mn-lt"/>
          <a:ea typeface="+mn-ea"/>
          <a:cs typeface="+mn-cs"/>
        </a:defRPr>
      </a:lvl3pPr>
      <a:lvl4pPr marL="621507" indent="-207170" algn="l" defTabSz="822960" rtl="0" eaLnBrk="1" latinLnBrk="0" hangingPunct="1">
        <a:lnSpc>
          <a:spcPct val="100000"/>
        </a:lnSpc>
        <a:spcBef>
          <a:spcPts val="0"/>
        </a:spcBef>
        <a:buFont typeface="Arial" panose="020B0604020202020204" pitchFamily="34" charset="0"/>
        <a:buChar char="•"/>
        <a:tabLst/>
        <a:defRPr sz="1080" kern="1200" spc="-9" baseline="0">
          <a:solidFill>
            <a:schemeClr val="tx1"/>
          </a:solidFill>
          <a:latin typeface="+mn-lt"/>
          <a:ea typeface="+mn-ea"/>
          <a:cs typeface="+mn-cs"/>
        </a:defRPr>
      </a:lvl4pPr>
      <a:lvl5pPr marL="822960" indent="-201455" algn="l" defTabSz="822960" rtl="0" eaLnBrk="1" latinLnBrk="0" hangingPunct="1">
        <a:lnSpc>
          <a:spcPct val="100000"/>
        </a:lnSpc>
        <a:spcBef>
          <a:spcPts val="0"/>
        </a:spcBef>
        <a:buFont typeface="Arial" panose="020B0604020202020204" pitchFamily="34" charset="0"/>
        <a:buChar char="•"/>
        <a:tabLst/>
        <a:defRPr sz="1080" kern="1200" spc="-9" baseline="0">
          <a:solidFill>
            <a:schemeClr val="tx1"/>
          </a:solidFill>
          <a:latin typeface="+mn-lt"/>
          <a:ea typeface="+mn-ea"/>
          <a:cs typeface="+mn-cs"/>
        </a:defRPr>
      </a:lvl5pPr>
      <a:lvl6pPr marL="226314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6pPr>
      <a:lvl7pPr marL="267462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7pPr>
      <a:lvl8pPr marL="308610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8pPr>
      <a:lvl9pPr marL="3497580" indent="-205740" algn="l" defTabSz="822960" rtl="0" eaLnBrk="1" latinLnBrk="0" hangingPunct="1">
        <a:lnSpc>
          <a:spcPct val="90000"/>
        </a:lnSpc>
        <a:spcBef>
          <a:spcPts val="450"/>
        </a:spcBef>
        <a:buFont typeface="Arial" panose="020B0604020202020204" pitchFamily="34" charset="0"/>
        <a:buChar char="•"/>
        <a:defRPr sz="1620" kern="1200">
          <a:solidFill>
            <a:schemeClr val="tx1"/>
          </a:solidFill>
          <a:latin typeface="+mn-lt"/>
          <a:ea typeface="+mn-ea"/>
          <a:cs typeface="+mn-cs"/>
        </a:defRPr>
      </a:lvl9pPr>
    </p:bodyStyle>
    <p:otherStyle>
      <a:defPPr>
        <a:defRPr lang="en-US"/>
      </a:defPPr>
      <a:lvl1pPr marL="0" algn="l" defTabSz="822960" rtl="0" eaLnBrk="1" latinLnBrk="0" hangingPunct="1">
        <a:defRPr sz="1620" kern="1200">
          <a:solidFill>
            <a:schemeClr val="tx1"/>
          </a:solidFill>
          <a:latin typeface="+mn-lt"/>
          <a:ea typeface="+mn-ea"/>
          <a:cs typeface="+mn-cs"/>
        </a:defRPr>
      </a:lvl1pPr>
      <a:lvl2pPr marL="411480" algn="l" defTabSz="822960" rtl="0" eaLnBrk="1" latinLnBrk="0" hangingPunct="1">
        <a:defRPr sz="1620" kern="1200">
          <a:solidFill>
            <a:schemeClr val="tx1"/>
          </a:solidFill>
          <a:latin typeface="+mn-lt"/>
          <a:ea typeface="+mn-ea"/>
          <a:cs typeface="+mn-cs"/>
        </a:defRPr>
      </a:lvl2pPr>
      <a:lvl3pPr marL="822960" algn="l" defTabSz="822960" rtl="0" eaLnBrk="1" latinLnBrk="0" hangingPunct="1">
        <a:defRPr sz="1620" kern="1200">
          <a:solidFill>
            <a:schemeClr val="tx1"/>
          </a:solidFill>
          <a:latin typeface="+mn-lt"/>
          <a:ea typeface="+mn-ea"/>
          <a:cs typeface="+mn-cs"/>
        </a:defRPr>
      </a:lvl3pPr>
      <a:lvl4pPr marL="1234440" algn="l" defTabSz="822960" rtl="0" eaLnBrk="1" latinLnBrk="0" hangingPunct="1">
        <a:defRPr sz="1620" kern="1200">
          <a:solidFill>
            <a:schemeClr val="tx1"/>
          </a:solidFill>
          <a:latin typeface="+mn-lt"/>
          <a:ea typeface="+mn-ea"/>
          <a:cs typeface="+mn-cs"/>
        </a:defRPr>
      </a:lvl4pPr>
      <a:lvl5pPr marL="1645920" algn="l" defTabSz="822960" rtl="0" eaLnBrk="1" latinLnBrk="0" hangingPunct="1">
        <a:defRPr sz="1620" kern="1200">
          <a:solidFill>
            <a:schemeClr val="tx1"/>
          </a:solidFill>
          <a:latin typeface="+mn-lt"/>
          <a:ea typeface="+mn-ea"/>
          <a:cs typeface="+mn-cs"/>
        </a:defRPr>
      </a:lvl5pPr>
      <a:lvl6pPr marL="2057400" algn="l" defTabSz="822960" rtl="0" eaLnBrk="1" latinLnBrk="0" hangingPunct="1">
        <a:defRPr sz="1620" kern="1200">
          <a:solidFill>
            <a:schemeClr val="tx1"/>
          </a:solidFill>
          <a:latin typeface="+mn-lt"/>
          <a:ea typeface="+mn-ea"/>
          <a:cs typeface="+mn-cs"/>
        </a:defRPr>
      </a:lvl6pPr>
      <a:lvl7pPr marL="2468880" algn="l" defTabSz="822960" rtl="0" eaLnBrk="1" latinLnBrk="0" hangingPunct="1">
        <a:defRPr sz="1620" kern="1200">
          <a:solidFill>
            <a:schemeClr val="tx1"/>
          </a:solidFill>
          <a:latin typeface="+mn-lt"/>
          <a:ea typeface="+mn-ea"/>
          <a:cs typeface="+mn-cs"/>
        </a:defRPr>
      </a:lvl7pPr>
      <a:lvl8pPr marL="2880360" algn="l" defTabSz="822960" rtl="0" eaLnBrk="1" latinLnBrk="0" hangingPunct="1">
        <a:defRPr sz="1620" kern="1200">
          <a:solidFill>
            <a:schemeClr val="tx1"/>
          </a:solidFill>
          <a:latin typeface="+mn-lt"/>
          <a:ea typeface="+mn-ea"/>
          <a:cs typeface="+mn-cs"/>
        </a:defRPr>
      </a:lvl8pPr>
      <a:lvl9pPr marL="3291840" algn="l" defTabSz="822960" rtl="0" eaLnBrk="1" latinLnBrk="0" hangingPunct="1">
        <a:defRPr sz="162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A4A3A4"/>
          </p15:clr>
        </p15:guide>
        <p15:guide id="2" pos="7584">
          <p15:clr>
            <a:srgbClr val="F26B43"/>
          </p15:clr>
        </p15:guide>
        <p15:guide id="3" pos="96">
          <p15:clr>
            <a:srgbClr val="A4A3A4"/>
          </p15:clr>
        </p15:guide>
        <p15:guide id="4" pos="720">
          <p15:clr>
            <a:srgbClr val="A4A3A4"/>
          </p15:clr>
        </p15:guide>
        <p15:guide id="5" pos="1344">
          <p15:clr>
            <a:srgbClr val="A4A3A4"/>
          </p15:clr>
        </p15:guide>
        <p15:guide id="6" pos="1968">
          <p15:clr>
            <a:srgbClr val="A4A3A4"/>
          </p15:clr>
        </p15:guide>
        <p15:guide id="7" pos="2592">
          <p15:clr>
            <a:srgbClr val="A4A3A4"/>
          </p15:clr>
        </p15:guide>
        <p15:guide id="8" pos="3216">
          <p15:clr>
            <a:srgbClr val="A4A3A4"/>
          </p15:clr>
        </p15:guide>
        <p15:guide id="9" pos="4464">
          <p15:clr>
            <a:srgbClr val="A4A3A4"/>
          </p15:clr>
        </p15:guide>
        <p15:guide id="10" pos="5088">
          <p15:clr>
            <a:srgbClr val="A4A3A4"/>
          </p15:clr>
        </p15:guide>
        <p15:guide id="11" pos="5712">
          <p15:clr>
            <a:srgbClr val="A4A3A4"/>
          </p15:clr>
        </p15:guide>
        <p15:guide id="12" pos="6336">
          <p15:clr>
            <a:srgbClr val="A4A3A4"/>
          </p15:clr>
        </p15:guide>
        <p15:guide id="13" pos="6960">
          <p15:clr>
            <a:srgbClr val="A4A3A4"/>
          </p15:clr>
        </p15:guide>
        <p15:guide id="14" orient="horz" pos="96">
          <p15:clr>
            <a:srgbClr val="A4A3A4"/>
          </p15:clr>
        </p15:guide>
        <p15:guide id="15" orient="horz" pos="4224">
          <p15:clr>
            <a:srgbClr val="A4A3A4"/>
          </p15:clr>
        </p15:guide>
        <p15:guide id="16" orient="horz" pos="3400">
          <p15:clr>
            <a:srgbClr val="A4A3A4"/>
          </p15:clr>
        </p15:guide>
        <p15:guide id="17" orient="horz" pos="2576">
          <p15:clr>
            <a:srgbClr val="A4A3A4"/>
          </p15:clr>
        </p15:guide>
        <p15:guide id="18" orient="horz" pos="2160">
          <p15:clr>
            <a:srgbClr val="A4A3A4"/>
          </p15:clr>
        </p15:guide>
        <p15:guide id="19" orient="horz" pos="1744">
          <p15:clr>
            <a:srgbClr val="A4A3A4"/>
          </p15:clr>
        </p15:guide>
        <p15:guide id="20" orient="horz" pos="928">
          <p15:clr>
            <a:srgbClr val="A4A3A4"/>
          </p15:clr>
        </p15:guide>
        <p15:guide id="21" orient="horz" pos="3496">
          <p15:clr>
            <a:srgbClr val="F26B43"/>
          </p15:clr>
        </p15:guide>
        <p15:guide id="22" orient="horz" pos="3304">
          <p15:clr>
            <a:srgbClr val="F26B43"/>
          </p15:clr>
        </p15:guide>
        <p15:guide id="23" orient="horz" pos="2666">
          <p15:clr>
            <a:srgbClr val="F26B43"/>
          </p15:clr>
        </p15:guide>
        <p15:guide id="24" orient="horz" pos="2480">
          <p15:clr>
            <a:srgbClr val="F26B43"/>
          </p15:clr>
        </p15:guide>
        <p15:guide id="25" orient="horz" pos="2256">
          <p15:clr>
            <a:srgbClr val="F26B43"/>
          </p15:clr>
        </p15:guide>
        <p15:guide id="26" orient="horz" pos="2064">
          <p15:clr>
            <a:srgbClr val="F26B43"/>
          </p15:clr>
        </p15:guide>
        <p15:guide id="27" orient="horz" pos="1840">
          <p15:clr>
            <a:srgbClr val="F26B43"/>
          </p15:clr>
        </p15:guide>
        <p15:guide id="28" orient="horz" pos="1648">
          <p15:clr>
            <a:srgbClr val="F26B43"/>
          </p15:clr>
        </p15:guide>
        <p15:guide id="29" orient="horz" pos="1016">
          <p15:clr>
            <a:srgbClr val="F26B43"/>
          </p15:clr>
        </p15:guide>
        <p15:guide id="30" orient="horz" pos="824">
          <p15:clr>
            <a:srgbClr val="F26B43"/>
          </p15:clr>
        </p15:guide>
        <p15:guide id="31" orient="horz" pos="4128">
          <p15:clr>
            <a:srgbClr val="F26B43"/>
          </p15:clr>
        </p15:guide>
        <p15:guide id="32" orient="horz" pos="192">
          <p15:clr>
            <a:srgbClr val="F26B43"/>
          </p15:clr>
        </p15:guide>
        <p15:guide id="33" pos="7488">
          <p15:clr>
            <a:srgbClr val="F26B43"/>
          </p15:clr>
        </p15:guide>
        <p15:guide id="34" pos="6864">
          <p15:clr>
            <a:srgbClr val="F26B43"/>
          </p15:clr>
        </p15:guide>
        <p15:guide id="35" pos="7056">
          <p15:clr>
            <a:srgbClr val="F26B43"/>
          </p15:clr>
        </p15:guide>
        <p15:guide id="36" pos="6240">
          <p15:clr>
            <a:srgbClr val="F26B43"/>
          </p15:clr>
        </p15:guide>
        <p15:guide id="37" pos="6432">
          <p15:clr>
            <a:srgbClr val="F26B43"/>
          </p15:clr>
        </p15:guide>
        <p15:guide id="38" pos="5616">
          <p15:clr>
            <a:srgbClr val="F26B43"/>
          </p15:clr>
        </p15:guide>
        <p15:guide id="39" pos="5808">
          <p15:clr>
            <a:srgbClr val="F26B43"/>
          </p15:clr>
        </p15:guide>
        <p15:guide id="40" pos="4992">
          <p15:clr>
            <a:srgbClr val="F26B43"/>
          </p15:clr>
        </p15:guide>
        <p15:guide id="41" pos="5184">
          <p15:clr>
            <a:srgbClr val="F26B43"/>
          </p15:clr>
        </p15:guide>
        <p15:guide id="42" pos="4368">
          <p15:clr>
            <a:srgbClr val="F26B43"/>
          </p15:clr>
        </p15:guide>
        <p15:guide id="43" pos="4560">
          <p15:clr>
            <a:srgbClr val="F26B43"/>
          </p15:clr>
        </p15:guide>
        <p15:guide id="44" pos="3744">
          <p15:clr>
            <a:srgbClr val="F26B43"/>
          </p15:clr>
        </p15:guide>
        <p15:guide id="45" pos="3936">
          <p15:clr>
            <a:srgbClr val="F26B43"/>
          </p15:clr>
        </p15:guide>
        <p15:guide id="46" pos="3120">
          <p15:clr>
            <a:srgbClr val="F26B43"/>
          </p15:clr>
        </p15:guide>
        <p15:guide id="47" pos="3312">
          <p15:clr>
            <a:srgbClr val="F26B43"/>
          </p15:clr>
        </p15:guide>
        <p15:guide id="48" pos="2496">
          <p15:clr>
            <a:srgbClr val="F26B43"/>
          </p15:clr>
        </p15:guide>
        <p15:guide id="49" pos="2688">
          <p15:clr>
            <a:srgbClr val="F26B43"/>
          </p15:clr>
        </p15:guide>
        <p15:guide id="50" pos="1872">
          <p15:clr>
            <a:srgbClr val="F26B43"/>
          </p15:clr>
        </p15:guide>
        <p15:guide id="51" pos="2064">
          <p15:clr>
            <a:srgbClr val="F26B43"/>
          </p15:clr>
        </p15:guide>
        <p15:guide id="52" pos="1248">
          <p15:clr>
            <a:srgbClr val="F26B43"/>
          </p15:clr>
        </p15:guide>
        <p15:guide id="53" pos="1440">
          <p15:clr>
            <a:srgbClr val="F26B43"/>
          </p15:clr>
        </p15:guide>
        <p15:guide id="54" pos="624">
          <p15:clr>
            <a:srgbClr val="F26B43"/>
          </p15:clr>
        </p15:guide>
        <p15:guide id="55" pos="816">
          <p15:clr>
            <a:srgbClr val="F26B43"/>
          </p15:clr>
        </p15:guide>
        <p15:guide id="56" pos="192">
          <p15:clr>
            <a:srgbClr val="F26B43"/>
          </p15:clr>
        </p15:guide>
        <p15:guide id="57">
          <p15:clr>
            <a:srgbClr val="F26B43"/>
          </p15:clr>
        </p15:guide>
        <p15:guide id="58" orient="horz">
          <p15:clr>
            <a:srgbClr val="F26B43"/>
          </p15:clr>
        </p15:guide>
        <p15:guide id="59" pos="7680">
          <p15:clr>
            <a:srgbClr val="F26B43"/>
          </p15:clr>
        </p15:guide>
        <p15:guide id="60" orient="horz" pos="432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package" Target="../embeddings/Microsoft_Excel_Macro-Enabled_Worksheet.xlsm"/><Relationship Id="rId7" Type="http://schemas.openxmlformats.org/officeDocument/2006/relationships/image" Target="../media/image46.png"/><Relationship Id="rId2" Type="http://schemas.openxmlformats.org/officeDocument/2006/relationships/notesSlide" Target="../notesSlides/notesSlide1.xml"/><Relationship Id="rId1" Type="http://schemas.openxmlformats.org/officeDocument/2006/relationships/slideLayout" Target="../slideLayouts/slideLayout131.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emf"/></Relationships>
</file>

<file path=ppt/slides/_rels/slide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6.png"/><Relationship Id="rId1" Type="http://schemas.openxmlformats.org/officeDocument/2006/relationships/slideLayout" Target="../slideLayouts/slideLayout258.xml"/><Relationship Id="rId4" Type="http://schemas.openxmlformats.org/officeDocument/2006/relationships/image" Target="../media/image51.png"/></Relationships>
</file>

<file path=ppt/slides/_rels/slide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68.xml"/></Relationships>
</file>

<file path=ppt/slides/_rels/slide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slideLayout" Target="../slideLayouts/slideLayout258.xml"/><Relationship Id="rId1" Type="http://schemas.openxmlformats.org/officeDocument/2006/relationships/themeOverride" Target="../theme/themeOverride1.xml"/></Relationships>
</file>

<file path=ppt/slides/_rels/slide5.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53.png"/><Relationship Id="rId7" Type="http://schemas.openxmlformats.org/officeDocument/2006/relationships/image" Target="../media/image57.png"/><Relationship Id="rId2" Type="http://schemas.openxmlformats.org/officeDocument/2006/relationships/image" Target="../media/image52.png"/><Relationship Id="rId1" Type="http://schemas.openxmlformats.org/officeDocument/2006/relationships/slideLayout" Target="../slideLayouts/slideLayout258.xml"/><Relationship Id="rId6" Type="http://schemas.openxmlformats.org/officeDocument/2006/relationships/image" Target="../media/image56.jpeg"/><Relationship Id="rId5" Type="http://schemas.openxmlformats.org/officeDocument/2006/relationships/image" Target="../media/image55.png"/><Relationship Id="rId4" Type="http://schemas.openxmlformats.org/officeDocument/2006/relationships/image" Target="../media/image54.png"/></Relationships>
</file>

<file path=ppt/slides/_rels/slide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46.png"/><Relationship Id="rId1" Type="http://schemas.openxmlformats.org/officeDocument/2006/relationships/slideLayout" Target="../slideLayouts/slideLayout258.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46.png"/><Relationship Id="rId1" Type="http://schemas.openxmlformats.org/officeDocument/2006/relationships/slideLayout" Target="../slideLayouts/slideLayout259.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s>
</file>

<file path=ppt/slides/_rels/slide8.xml.rels><?xml version="1.0" encoding="UTF-8" standalone="yes"?>
<Relationships xmlns="http://schemas.openxmlformats.org/package/2006/relationships"><Relationship Id="rId3" Type="http://schemas.openxmlformats.org/officeDocument/2006/relationships/hyperlink" Target="https://generalmotors.sharepoint.com/:f:/r/sites/msteams_52afbd/Shared%20Documents/General/Data%20Stage%20Power%20BI?csf=1&amp;web=1&amp;e=7i7OO5" TargetMode="External"/><Relationship Id="rId2" Type="http://schemas.openxmlformats.org/officeDocument/2006/relationships/slideLayout" Target="../slideLayouts/slideLayout93.xml"/><Relationship Id="rId1" Type="http://schemas.openxmlformats.org/officeDocument/2006/relationships/themeOverride" Target="../theme/themeOverride2.xml"/><Relationship Id="rId5" Type="http://schemas.openxmlformats.org/officeDocument/2006/relationships/image" Target="../media/image46.png"/><Relationship Id="rId4" Type="http://schemas.openxmlformats.org/officeDocument/2006/relationships/hyperlink" Target="https://generalmotors.sharepoint.com/sites/msteams_18bd49/Shared%20Documents/Forms/AllItems.aspx?csf=1&amp;web=1&amp;e=b3u6uU&amp;OR=Teams%2DHL&amp;CT=1695911336627&amp;clickparams=eyJBcHBOYW1lIjoiVGVhbXMtRGVza3RvcCIsIkFwcFZlcnNpb24iOiIyNy8yMzA5MDExMjIyOSIsIkhhc0ZlZGVyYXRlZFVzZXIiOmZhbHNlfQ%3D%3D&amp;cid=f56cc87e%2Da7f6%2D4b1d%2Da4c4%2Dc20e80b952a8&amp;FolderCTID=0x012000E8A15142AC2B82489A99CFD59E93722E&amp;id=%2Fsites%2Fmsteams%5F18bd49%2FShared%20Documents%2FGeneral%2FADM007%20Policies%20%26%20Procedures%2F1%2E%20MJE%C2%B4s%2FNew&amp;sortField=Modified&amp;isAscending=false&amp;viewid=8ffb8a4b%2D7b34%2D4fef%2D8991%2D201e9cf67e14"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46.png"/><Relationship Id="rId1" Type="http://schemas.openxmlformats.org/officeDocument/2006/relationships/slideLayout" Target="../slideLayouts/slideLayout100.xml"/></Relationships>
</file>

<file path=ppt/slides/_rels/slide1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0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lide Number Placeholder 5"/>
          <p:cNvSpPr txBox="1">
            <a:spLocks/>
          </p:cNvSpPr>
          <p:nvPr/>
        </p:nvSpPr>
        <p:spPr>
          <a:xfrm>
            <a:off x="11143450" y="6535584"/>
            <a:ext cx="251621" cy="255014"/>
          </a:xfrm>
          <a:prstGeom prst="rect">
            <a:avLst/>
          </a:prstGeom>
        </p:spPr>
        <p:txBody>
          <a:bodyPr vert="horz" lIns="0" tIns="0" rIns="0" bIns="0" rtlCol="0" anchor="ctr"/>
          <a:lstStyle>
            <a:defPPr>
              <a:defRPr lang="en-US"/>
            </a:defPPr>
            <a:lvl1pPr marL="0" algn="r" defTabSz="914400" rtl="0" eaLnBrk="1" latinLnBrk="0" hangingPunct="1">
              <a:defRPr sz="1050" kern="1200">
                <a:solidFill>
                  <a:schemeClr val="tx1">
                    <a:tint val="75000"/>
                  </a:schemeClr>
                </a:solidFill>
                <a:latin typeface="Arial"/>
                <a:ea typeface="+mn-ea"/>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90322"/>
            <a:endParaRPr lang="en-US" sz="788">
              <a:solidFill>
                <a:srgbClr val="393C40">
                  <a:tint val="75000"/>
                </a:srgbClr>
              </a:solidFill>
            </a:endParaRPr>
          </a:p>
        </p:txBody>
      </p:sp>
      <p:sp>
        <p:nvSpPr>
          <p:cNvPr id="21" name="Title Placeholder 1"/>
          <p:cNvSpPr txBox="1">
            <a:spLocks/>
          </p:cNvSpPr>
          <p:nvPr/>
        </p:nvSpPr>
        <p:spPr>
          <a:xfrm>
            <a:off x="116904" y="55182"/>
            <a:ext cx="11026546" cy="357357"/>
          </a:xfrm>
          <a:prstGeom prst="rect">
            <a:avLst/>
          </a:prstGeom>
        </p:spPr>
        <p:txBody>
          <a:bodyPr vert="horz" lIns="0" tIns="0" rIns="0" bIns="0" rtlCol="0" anchor="ctr">
            <a:noAutofit/>
          </a:bodyPr>
          <a:lstStyle>
            <a:lvl1pPr algn="l" defTabSz="1217889" rtl="0" eaLnBrk="1" latinLnBrk="0" hangingPunct="1">
              <a:lnSpc>
                <a:spcPct val="90000"/>
              </a:lnSpc>
              <a:spcBef>
                <a:spcPct val="0"/>
              </a:spcBef>
              <a:buNone/>
              <a:defRPr sz="5860" kern="1200">
                <a:solidFill>
                  <a:schemeClr val="tx1"/>
                </a:solidFill>
                <a:latin typeface="+mj-lt"/>
                <a:ea typeface="+mj-ea"/>
                <a:cs typeface="+mj-cs"/>
              </a:defRPr>
            </a:lvl1pPr>
          </a:lstStyle>
          <a:p>
            <a:pPr defTabSz="914330">
              <a:defRPr/>
            </a:pPr>
            <a:r>
              <a:rPr lang="en-US" sz="1800" b="1" spc="-105" dirty="0">
                <a:solidFill>
                  <a:srgbClr val="25479B"/>
                </a:solidFill>
                <a:latin typeface="Arial" panose="020B0604020202020204" pitchFamily="34" charset="0"/>
                <a:cs typeface="Arial" panose="020B0604020202020204" pitchFamily="34" charset="0"/>
              </a:rPr>
              <a:t>Project #14762: Power Bi - </a:t>
            </a:r>
            <a:r>
              <a:rPr lang="fr-FR" altLang="en-US" sz="1800" b="1" spc="-105" dirty="0">
                <a:solidFill>
                  <a:srgbClr val="25479B"/>
                </a:solidFill>
                <a:latin typeface="Arial" panose="020B0604020202020204" pitchFamily="34" charset="0"/>
                <a:cs typeface="Arial" panose="020B0604020202020204" pitchFamily="34" charset="0"/>
              </a:rPr>
              <a:t>GBS Q&amp;T Management Process Improvement</a:t>
            </a:r>
            <a:endParaRPr lang="en-US" sz="1800" b="1" spc="-105" dirty="0">
              <a:solidFill>
                <a:srgbClr val="25479B"/>
              </a:solidFill>
              <a:latin typeface="Arial" panose="020B0604020202020204" pitchFamily="34" charset="0"/>
              <a:cs typeface="Arial" panose="020B0604020202020204" pitchFamily="34" charset="0"/>
            </a:endParaRPr>
          </a:p>
        </p:txBody>
      </p:sp>
      <p:sp>
        <p:nvSpPr>
          <p:cNvPr id="107" name="TextBox 106"/>
          <p:cNvSpPr txBox="1"/>
          <p:nvPr/>
        </p:nvSpPr>
        <p:spPr>
          <a:xfrm>
            <a:off x="289249" y="755050"/>
            <a:ext cx="5812216" cy="3871444"/>
          </a:xfrm>
          <a:prstGeom prst="rect">
            <a:avLst/>
          </a:prstGeom>
          <a:noFill/>
          <a:ln>
            <a:solidFill>
              <a:srgbClr val="25479B"/>
            </a:solidFill>
          </a:ln>
        </p:spPr>
        <p:txBody>
          <a:bodyPr wrap="square" rtlCol="0">
            <a:spAutoFit/>
          </a:bodyPr>
          <a:lstStyle/>
          <a:p>
            <a:pPr algn="just" defTabSz="764942"/>
            <a:r>
              <a:rPr lang="en-US" sz="1100" b="1" spc="-38" dirty="0">
                <a:solidFill>
                  <a:srgbClr val="25479B"/>
                </a:solidFill>
                <a:latin typeface="Arial" panose="020B0604020202020204" pitchFamily="34" charset="0"/>
                <a:cs typeface="Arial" panose="020B0604020202020204" pitchFamily="34" charset="0"/>
              </a:rPr>
              <a:t>Problem / Opportunity Statement: </a:t>
            </a:r>
            <a:endParaRPr lang="en-US" sz="1100" spc="-38" dirty="0">
              <a:solidFill>
                <a:srgbClr val="25479B"/>
              </a:solidFill>
              <a:latin typeface="Arial" panose="020B0604020202020204" pitchFamily="34" charset="0"/>
              <a:cs typeface="Arial" panose="020B0604020202020204" pitchFamily="34" charset="0"/>
            </a:endParaRPr>
          </a:p>
          <a:p>
            <a:pPr algn="just" defTabSz="764942"/>
            <a:r>
              <a:rPr lang="en-US" sz="1100" dirty="0"/>
              <a:t>During 2025 at GBS Silao, the Quality and Transformation area required the management of information for each automated project using a lot of time, 60 hours per year. An area of opportunity was observed in the process for the consolidation of the information of the projects developed and the generation of statistical reports. Also, the team was investing in this process $100K USD annually due to projects loss of information.</a:t>
            </a:r>
          </a:p>
          <a:p>
            <a:pPr algn="just" defTabSz="764942"/>
            <a:endParaRPr lang="en-US" sz="1100" spc="-38" dirty="0">
              <a:solidFill>
                <a:srgbClr val="000000"/>
              </a:solidFill>
              <a:latin typeface="Arial" panose="020B0604020202020204" pitchFamily="34" charset="0"/>
              <a:cs typeface="Arial" panose="020B0604020202020204" pitchFamily="34" charset="0"/>
            </a:endParaRPr>
          </a:p>
          <a:p>
            <a:pPr algn="just"/>
            <a:r>
              <a:rPr lang="en-US" sz="1100" b="1" spc="-38" dirty="0">
                <a:solidFill>
                  <a:srgbClr val="25479B"/>
                </a:solidFill>
                <a:latin typeface="Arial" panose="020B0604020202020204" pitchFamily="34" charset="0"/>
                <a:cs typeface="Arial" panose="020B0604020202020204" pitchFamily="34" charset="0"/>
              </a:rPr>
              <a:t>Project Objective</a:t>
            </a:r>
            <a:r>
              <a:rPr lang="en-US" sz="1100" spc="-38" dirty="0">
                <a:solidFill>
                  <a:srgbClr val="25479B"/>
                </a:solidFill>
                <a:latin typeface="Arial" panose="020B0604020202020204" pitchFamily="34" charset="0"/>
                <a:cs typeface="Arial" panose="020B0604020202020204" pitchFamily="34" charset="0"/>
              </a:rPr>
              <a:t>:</a:t>
            </a:r>
          </a:p>
          <a:p>
            <a:pPr marL="171450" indent="-171450" algn="just">
              <a:buFont typeface="Arial" panose="020B0604020202020204" pitchFamily="34" charset="0"/>
              <a:buChar char="•"/>
            </a:pPr>
            <a:r>
              <a:rPr lang="en-US" sz="1100" dirty="0"/>
              <a:t>Establish a standard and optimized process for managing team projects and enable project benefits.</a:t>
            </a:r>
          </a:p>
          <a:p>
            <a:pPr marL="171450" indent="-171450" algn="just">
              <a:buFont typeface="Arial" panose="020B0604020202020204" pitchFamily="34" charset="0"/>
              <a:buChar char="•"/>
            </a:pPr>
            <a:r>
              <a:rPr lang="en-US" sz="1100" dirty="0"/>
              <a:t>Create an automated tool (Power Bi) that consolidates information and generate reports on automated projects.</a:t>
            </a:r>
          </a:p>
          <a:p>
            <a:pPr marL="171450" indent="-171450" algn="just">
              <a:buFont typeface="Arial" panose="020B0604020202020204" pitchFamily="34" charset="0"/>
              <a:buChar char="•"/>
            </a:pPr>
            <a:r>
              <a:rPr lang="en-US" sz="1100" dirty="0"/>
              <a:t>Time reductions of 80% (48 hours), associated with project upload and reporting.</a:t>
            </a:r>
          </a:p>
          <a:p>
            <a:pPr marL="171450" indent="-171450" algn="just">
              <a:buFont typeface="Arial" panose="020B0604020202020204" pitchFamily="34" charset="0"/>
              <a:buChar char="•"/>
            </a:pPr>
            <a:r>
              <a:rPr lang="en-US" sz="1100" dirty="0"/>
              <a:t>Enable Cost Avoidance of 100% ($100k USD annually)</a:t>
            </a:r>
            <a:endParaRPr lang="es-ES" sz="1100" dirty="0"/>
          </a:p>
          <a:p>
            <a:pPr algn="just"/>
            <a:endParaRPr lang="en-US" sz="1100" dirty="0"/>
          </a:p>
          <a:p>
            <a:r>
              <a:rPr lang="en-US" sz="1100" b="1" spc="-38" dirty="0">
                <a:solidFill>
                  <a:srgbClr val="25479B"/>
                </a:solidFill>
                <a:latin typeface="Arial" panose="020B0604020202020204" pitchFamily="34" charset="0"/>
                <a:cs typeface="Arial" panose="020B0604020202020204" pitchFamily="34" charset="0"/>
              </a:rPr>
              <a:t>Project Benefits: </a:t>
            </a:r>
          </a:p>
          <a:p>
            <a:pPr lvl="0" indent="-171450">
              <a:lnSpc>
                <a:spcPct val="90000"/>
              </a:lnSpc>
              <a:spcBef>
                <a:spcPct val="0"/>
              </a:spcBef>
              <a:buFont typeface="Wingdings" panose="05000000000000000000" pitchFamily="2" charset="2"/>
              <a:buChar char="ü"/>
              <a:defRPr/>
            </a:pPr>
            <a:r>
              <a:rPr lang="en-US" sz="1100" dirty="0"/>
              <a:t>Time optimization of 80% in this activity (48 annual hours).</a:t>
            </a:r>
          </a:p>
          <a:p>
            <a:pPr lvl="0" indent="-171450">
              <a:lnSpc>
                <a:spcPct val="90000"/>
              </a:lnSpc>
              <a:spcBef>
                <a:spcPct val="0"/>
              </a:spcBef>
              <a:buFont typeface="Wingdings" panose="05000000000000000000" pitchFamily="2" charset="2"/>
              <a:buChar char="ü"/>
              <a:defRPr/>
            </a:pPr>
            <a:r>
              <a:rPr lang="en-US" sz="1100" dirty="0"/>
              <a:t>Cost avoidance of 100% ($100k USD annually)</a:t>
            </a:r>
          </a:p>
          <a:p>
            <a:pPr lvl="0" indent="-171450">
              <a:lnSpc>
                <a:spcPct val="90000"/>
              </a:lnSpc>
              <a:spcBef>
                <a:spcPct val="0"/>
              </a:spcBef>
              <a:buFont typeface="Wingdings" panose="05000000000000000000" pitchFamily="2" charset="2"/>
              <a:buChar char="ü"/>
              <a:defRPr/>
            </a:pPr>
            <a:r>
              <a:rPr lang="en-US" sz="1100" dirty="0"/>
              <a:t>Decrease probability of errors</a:t>
            </a:r>
          </a:p>
          <a:p>
            <a:pPr lvl="0" indent="-171450">
              <a:lnSpc>
                <a:spcPct val="90000"/>
              </a:lnSpc>
              <a:spcBef>
                <a:spcPct val="0"/>
              </a:spcBef>
              <a:buFont typeface="Wingdings" panose="05000000000000000000" pitchFamily="2" charset="2"/>
              <a:buChar char="ü"/>
              <a:defRPr/>
            </a:pPr>
            <a:r>
              <a:rPr lang="en-US" sz="1100" dirty="0"/>
              <a:t>Just 1 Power BI file per report</a:t>
            </a:r>
          </a:p>
          <a:p>
            <a:pPr lvl="0" indent="-171450">
              <a:lnSpc>
                <a:spcPct val="90000"/>
              </a:lnSpc>
              <a:spcBef>
                <a:spcPct val="0"/>
              </a:spcBef>
              <a:buFont typeface="Wingdings" panose="05000000000000000000" pitchFamily="2" charset="2"/>
              <a:buChar char="ü"/>
              <a:defRPr/>
            </a:pPr>
            <a:r>
              <a:rPr lang="en-US" sz="1100" dirty="0"/>
              <a:t>Formal way of presenting</a:t>
            </a:r>
          </a:p>
          <a:p>
            <a:pPr lvl="0" indent="-171450">
              <a:lnSpc>
                <a:spcPct val="90000"/>
              </a:lnSpc>
              <a:spcBef>
                <a:spcPct val="0"/>
              </a:spcBef>
              <a:buFont typeface="Wingdings" panose="05000000000000000000" pitchFamily="2" charset="2"/>
              <a:buChar char="ü"/>
              <a:defRPr/>
            </a:pPr>
            <a:r>
              <a:rPr lang="en-US" sz="1100" dirty="0"/>
              <a:t>The Power BI is automatic</a:t>
            </a:r>
          </a:p>
          <a:p>
            <a:pPr lvl="0" indent="-171450">
              <a:lnSpc>
                <a:spcPct val="90000"/>
              </a:lnSpc>
              <a:spcBef>
                <a:spcPct val="0"/>
              </a:spcBef>
              <a:buFont typeface="Wingdings" panose="05000000000000000000" pitchFamily="2" charset="2"/>
              <a:buChar char="ü"/>
              <a:defRPr/>
            </a:pPr>
            <a:r>
              <a:rPr lang="en-US" sz="1100" dirty="0"/>
              <a:t>Just one revision with the team</a:t>
            </a:r>
          </a:p>
        </p:txBody>
      </p:sp>
      <p:grpSp>
        <p:nvGrpSpPr>
          <p:cNvPr id="12" name="Group 11">
            <a:extLst>
              <a:ext uri="{FF2B5EF4-FFF2-40B4-BE49-F238E27FC236}">
                <a16:creationId xmlns:a16="http://schemas.microsoft.com/office/drawing/2014/main" id="{DE40135E-D2C3-4BED-BC0A-0F2D8C1F491B}"/>
              </a:ext>
            </a:extLst>
          </p:cNvPr>
          <p:cNvGrpSpPr/>
          <p:nvPr/>
        </p:nvGrpSpPr>
        <p:grpSpPr>
          <a:xfrm>
            <a:off x="228064" y="4683337"/>
            <a:ext cx="6044198" cy="553999"/>
            <a:chOff x="125626" y="2478040"/>
            <a:chExt cx="6957242" cy="738665"/>
          </a:xfrm>
        </p:grpSpPr>
        <p:sp>
          <p:nvSpPr>
            <p:cNvPr id="108" name="TextBox 107"/>
            <p:cNvSpPr txBox="1"/>
            <p:nvPr/>
          </p:nvSpPr>
          <p:spPr>
            <a:xfrm>
              <a:off x="125626" y="2478040"/>
              <a:ext cx="2746767" cy="738665"/>
            </a:xfrm>
            <a:prstGeom prst="rect">
              <a:avLst/>
            </a:prstGeom>
            <a:noFill/>
          </p:spPr>
          <p:txBody>
            <a:bodyPr wrap="square" rtlCol="0">
              <a:spAutoFit/>
            </a:bodyPr>
            <a:lstStyle/>
            <a:p>
              <a:pPr defTabSz="764942"/>
              <a:r>
                <a:rPr lang="en-US" sz="1000" b="1" spc="-38" dirty="0">
                  <a:solidFill>
                    <a:srgbClr val="25479B"/>
                  </a:solidFill>
                  <a:latin typeface="Arial" panose="020B0604020202020204" pitchFamily="34" charset="0"/>
                  <a:cs typeface="Arial" panose="020B0604020202020204" pitchFamily="34" charset="0"/>
                </a:rPr>
                <a:t>Project Leader</a:t>
              </a:r>
              <a:r>
                <a:rPr lang="en-US" sz="1000" spc="-38" dirty="0">
                  <a:solidFill>
                    <a:srgbClr val="25479B"/>
                  </a:solidFill>
                  <a:latin typeface="Arial" panose="020B0604020202020204" pitchFamily="34" charset="0"/>
                  <a:cs typeface="Arial" panose="020B0604020202020204" pitchFamily="34" charset="0"/>
                </a:rPr>
                <a:t>: </a:t>
              </a:r>
              <a:r>
                <a:rPr lang="en-US" sz="1000" spc="-38" dirty="0">
                  <a:latin typeface="Arial" panose="020B0604020202020204" pitchFamily="34" charset="0"/>
                  <a:cs typeface="Arial" panose="020B0604020202020204" pitchFamily="34" charset="0"/>
                </a:rPr>
                <a:t>David Iturriaga</a:t>
              </a:r>
              <a:br>
                <a:rPr lang="en-US" sz="1000" spc="-38" dirty="0">
                  <a:solidFill>
                    <a:prstClr val="black"/>
                  </a:solidFill>
                  <a:latin typeface="Arial" panose="020B0604020202020204" pitchFamily="34" charset="0"/>
                  <a:cs typeface="Arial" panose="020B0604020202020204" pitchFamily="34" charset="0"/>
                </a:rPr>
              </a:br>
              <a:r>
                <a:rPr lang="en-US" sz="1000" b="1" spc="-38" dirty="0">
                  <a:solidFill>
                    <a:srgbClr val="25479B"/>
                  </a:solidFill>
                  <a:latin typeface="Arial" panose="020B0604020202020204" pitchFamily="34" charset="0"/>
                  <a:cs typeface="Arial" panose="020B0604020202020204" pitchFamily="34" charset="0"/>
                </a:rPr>
                <a:t>Sponsor: </a:t>
              </a:r>
              <a:r>
                <a:rPr lang="en-US" sz="1000" spc="-38" dirty="0">
                  <a:latin typeface="Arial" panose="020B0604020202020204" pitchFamily="34" charset="0"/>
                  <a:cs typeface="Arial" panose="020B0604020202020204" pitchFamily="34" charset="0"/>
                </a:rPr>
                <a:t>Nancy Dominguez</a:t>
              </a:r>
            </a:p>
            <a:p>
              <a:pPr defTabSz="764942"/>
              <a:r>
                <a:rPr lang="en-US" sz="1000" b="1" spc="-38" dirty="0">
                  <a:solidFill>
                    <a:srgbClr val="25479B"/>
                  </a:solidFill>
                  <a:latin typeface="Arial" panose="020B0604020202020204" pitchFamily="34" charset="0"/>
                  <a:cs typeface="Arial" panose="020B0604020202020204" pitchFamily="34" charset="0"/>
                </a:rPr>
                <a:t>Team Members: </a:t>
              </a:r>
              <a:r>
                <a:rPr lang="en-US" sz="1000" spc="-38" dirty="0">
                  <a:latin typeface="Arial" panose="020B0604020202020204" pitchFamily="34" charset="0"/>
                  <a:cs typeface="Arial" panose="020B0604020202020204" pitchFamily="34" charset="0"/>
                </a:rPr>
                <a:t>Oscar Marquez</a:t>
              </a:r>
            </a:p>
          </p:txBody>
        </p:sp>
        <p:sp>
          <p:nvSpPr>
            <p:cNvPr id="3" name="Rectangle 2"/>
            <p:cNvSpPr/>
            <p:nvPr/>
          </p:nvSpPr>
          <p:spPr>
            <a:xfrm>
              <a:off x="2644798" y="2478040"/>
              <a:ext cx="3036389" cy="533480"/>
            </a:xfrm>
            <a:prstGeom prst="rect">
              <a:avLst/>
            </a:prstGeom>
          </p:spPr>
          <p:txBody>
            <a:bodyPr wrap="square">
              <a:spAutoFit/>
            </a:bodyPr>
            <a:lstStyle/>
            <a:p>
              <a:pPr defTabSz="764942"/>
              <a:r>
                <a:rPr lang="en-US" sz="1000" b="1" spc="-38" dirty="0">
                  <a:solidFill>
                    <a:srgbClr val="25479B"/>
                  </a:solidFill>
                  <a:latin typeface="Arial" panose="020B0604020202020204" pitchFamily="34" charset="0"/>
                  <a:cs typeface="Arial" panose="020B0604020202020204" pitchFamily="34" charset="0"/>
                </a:rPr>
                <a:t>OpEx Master: </a:t>
              </a:r>
              <a:r>
                <a:rPr lang="en-US" sz="1000" spc="-38" dirty="0">
                  <a:latin typeface="Arial" panose="020B0604020202020204" pitchFamily="34" charset="0"/>
                  <a:cs typeface="Arial" panose="020B0604020202020204" pitchFamily="34" charset="0"/>
                </a:rPr>
                <a:t>Jennifer Chew / Oscar Tamariz</a:t>
              </a:r>
            </a:p>
            <a:p>
              <a:pPr defTabSz="764942"/>
              <a:r>
                <a:rPr lang="en-US" sz="1000" b="1" spc="-38" dirty="0">
                  <a:solidFill>
                    <a:srgbClr val="25479B"/>
                  </a:solidFill>
                  <a:latin typeface="Arial" panose="020B0604020202020204" pitchFamily="34" charset="0"/>
                  <a:cs typeface="Arial" panose="020B0604020202020204" pitchFamily="34" charset="0"/>
                </a:rPr>
                <a:t>Financial Approver: </a:t>
              </a:r>
              <a:r>
                <a:rPr lang="en-US" sz="1000" spc="-38" dirty="0">
                  <a:latin typeface="Arial" panose="020B0604020202020204" pitchFamily="34" charset="0"/>
                  <a:cs typeface="Arial" panose="020B0604020202020204" pitchFamily="34" charset="0"/>
                </a:rPr>
                <a:t>Catalina Castillo</a:t>
              </a:r>
            </a:p>
          </p:txBody>
        </p:sp>
        <p:sp>
          <p:nvSpPr>
            <p:cNvPr id="66" name="Rectangle 65">
              <a:extLst>
                <a:ext uri="{FF2B5EF4-FFF2-40B4-BE49-F238E27FC236}">
                  <a16:creationId xmlns:a16="http://schemas.microsoft.com/office/drawing/2014/main" id="{45A40373-3A20-4115-8B0C-2F27B931B35C}"/>
                </a:ext>
              </a:extLst>
            </p:cNvPr>
            <p:cNvSpPr/>
            <p:nvPr/>
          </p:nvSpPr>
          <p:spPr>
            <a:xfrm>
              <a:off x="5544480" y="2508925"/>
              <a:ext cx="1538388" cy="533480"/>
            </a:xfrm>
            <a:prstGeom prst="rect">
              <a:avLst/>
            </a:prstGeom>
          </p:spPr>
          <p:txBody>
            <a:bodyPr wrap="square">
              <a:spAutoFit/>
            </a:bodyPr>
            <a:lstStyle/>
            <a:p>
              <a:pPr defTabSz="764942"/>
              <a:r>
                <a:rPr lang="en-US" sz="1000" b="1" spc="-38" dirty="0">
                  <a:solidFill>
                    <a:srgbClr val="25479B"/>
                  </a:solidFill>
                  <a:latin typeface="Arial" panose="020B0604020202020204" pitchFamily="34" charset="0"/>
                  <a:cs typeface="Arial" panose="020B0604020202020204" pitchFamily="34" charset="0"/>
                </a:rPr>
                <a:t>Start Date: </a:t>
              </a:r>
              <a:r>
                <a:rPr lang="en-US" sz="1000" spc="-38" dirty="0">
                  <a:latin typeface="Arial" panose="020B0604020202020204" pitchFamily="34" charset="0"/>
                  <a:cs typeface="Arial" panose="020B0604020202020204" pitchFamily="34" charset="0"/>
                </a:rPr>
                <a:t>10-feb-25 </a:t>
              </a:r>
              <a:r>
                <a:rPr lang="en-US" sz="1000" b="1" spc="-38" dirty="0">
                  <a:solidFill>
                    <a:srgbClr val="25479B"/>
                  </a:solidFill>
                  <a:latin typeface="Arial" panose="020B0604020202020204" pitchFamily="34" charset="0"/>
                  <a:cs typeface="Arial" panose="020B0604020202020204" pitchFamily="34" charset="0"/>
                </a:rPr>
                <a:t> End Date: </a:t>
              </a:r>
              <a:r>
                <a:rPr lang="en-US" sz="1000" spc="-38" dirty="0">
                  <a:latin typeface="Arial" panose="020B0604020202020204" pitchFamily="34" charset="0"/>
                  <a:cs typeface="Arial" panose="020B0604020202020204" pitchFamily="34" charset="0"/>
                </a:rPr>
                <a:t>25-jul-25</a:t>
              </a:r>
            </a:p>
          </p:txBody>
        </p:sp>
      </p:grpSp>
      <p:sp>
        <p:nvSpPr>
          <p:cNvPr id="70" name="Chevron 98">
            <a:extLst>
              <a:ext uri="{FF2B5EF4-FFF2-40B4-BE49-F238E27FC236}">
                <a16:creationId xmlns:a16="http://schemas.microsoft.com/office/drawing/2014/main" id="{E515A87D-01CB-4181-844B-872CC7927AFD}"/>
              </a:ext>
            </a:extLst>
          </p:cNvPr>
          <p:cNvSpPr/>
          <p:nvPr/>
        </p:nvSpPr>
        <p:spPr>
          <a:xfrm>
            <a:off x="272064" y="513622"/>
            <a:ext cx="482618" cy="209859"/>
          </a:xfrm>
          <a:prstGeom prst="chevron">
            <a:avLst/>
          </a:prstGeom>
          <a:solidFill>
            <a:srgbClr val="7EC335"/>
          </a:solidFill>
          <a:ln w="9525" cap="flat" cmpd="sng" algn="ctr">
            <a:noFill/>
            <a:prstDash val="solid"/>
          </a:ln>
          <a:effectLst/>
        </p:spPr>
        <p:txBody>
          <a:bodyPr rot="0" spcFirstLastPara="0" vertOverflow="overflow" horzOverflow="overflow" vert="horz" wrap="square" lIns="0" tIns="0" rIns="0" bIns="27461" numCol="1" spcCol="0" rtlCol="0" fromWordArt="0" anchor="ctr" anchorCtr="0" forceAA="0" compatLnSpc="1">
            <a:prstTxWarp prst="textNoShape">
              <a:avLst/>
            </a:prstTxWarp>
            <a:noAutofit/>
          </a:bodyPr>
          <a:lstStyle/>
          <a:p>
            <a:pPr algn="ctr" defTabSz="490322">
              <a:defRPr/>
            </a:pPr>
            <a:r>
              <a:rPr lang="en-US" sz="1202" b="1" kern="0" dirty="0">
                <a:solidFill>
                  <a:srgbClr val="FFFFFF"/>
                </a:solidFill>
                <a:latin typeface="Arial"/>
                <a:cs typeface="Arial"/>
              </a:rPr>
              <a:t>D</a:t>
            </a:r>
          </a:p>
        </p:txBody>
      </p:sp>
      <p:sp>
        <p:nvSpPr>
          <p:cNvPr id="26" name="TextBox 25">
            <a:extLst>
              <a:ext uri="{FF2B5EF4-FFF2-40B4-BE49-F238E27FC236}">
                <a16:creationId xmlns:a16="http://schemas.microsoft.com/office/drawing/2014/main" id="{BEC994B5-83D2-E4B0-214C-01CD583F75FF}"/>
              </a:ext>
            </a:extLst>
          </p:cNvPr>
          <p:cNvSpPr txBox="1"/>
          <p:nvPr/>
        </p:nvSpPr>
        <p:spPr>
          <a:xfrm>
            <a:off x="3353900" y="5573450"/>
            <a:ext cx="1799631" cy="276999"/>
          </a:xfrm>
          <a:prstGeom prst="rect">
            <a:avLst/>
          </a:prstGeom>
          <a:noFill/>
        </p:spPr>
        <p:txBody>
          <a:bodyPr wrap="square" rtlCol="0">
            <a:spAutoFit/>
          </a:bodyPr>
          <a:lstStyle>
            <a:defPPr>
              <a:defRPr lang="en-US"/>
            </a:defPPr>
            <a:lvl1pPr marR="0" lvl="0" indent="0" fontAlgn="auto">
              <a:lnSpc>
                <a:spcPct val="100000"/>
              </a:lnSpc>
              <a:spcBef>
                <a:spcPts val="0"/>
              </a:spcBef>
              <a:spcAft>
                <a:spcPts val="0"/>
              </a:spcAft>
              <a:buClrTx/>
              <a:buSzTx/>
              <a:buFontTx/>
              <a:buNone/>
              <a:tabLst/>
              <a:defRPr kumimoji="0" sz="1200" b="1" i="0" u="sng" strike="noStrike" cap="none" spc="0" normalizeH="0" baseline="0">
                <a:ln>
                  <a:noFill/>
                </a:ln>
                <a:solidFill>
                  <a:srgbClr val="585D60"/>
                </a:solidFill>
                <a:effectLst/>
                <a:uLnTx/>
                <a:uFillTx/>
                <a:latin typeface="Arial"/>
              </a:defRPr>
            </a:lvl1pPr>
          </a:lstStyle>
          <a:p>
            <a:r>
              <a:rPr lang="en-US" dirty="0"/>
              <a:t>Executive Champion:</a:t>
            </a:r>
          </a:p>
        </p:txBody>
      </p:sp>
      <p:sp>
        <p:nvSpPr>
          <p:cNvPr id="27" name="TextBox 26">
            <a:extLst>
              <a:ext uri="{FF2B5EF4-FFF2-40B4-BE49-F238E27FC236}">
                <a16:creationId xmlns:a16="http://schemas.microsoft.com/office/drawing/2014/main" id="{A2D2B217-59D5-1CE2-0D8A-93A7C735BE01}"/>
              </a:ext>
            </a:extLst>
          </p:cNvPr>
          <p:cNvSpPr txBox="1"/>
          <p:nvPr/>
        </p:nvSpPr>
        <p:spPr>
          <a:xfrm>
            <a:off x="4975950" y="5563564"/>
            <a:ext cx="1296312" cy="276999"/>
          </a:xfrm>
          <a:prstGeom prst="rect">
            <a:avLst/>
          </a:prstGeom>
          <a:noFill/>
        </p:spPr>
        <p:txBody>
          <a:bodyPr wrap="square" rtlCol="0">
            <a:spAutoFit/>
          </a:bodyPr>
          <a:lstStyle>
            <a:defPPr>
              <a:defRPr lang="en-US"/>
            </a:defPPr>
            <a:lvl1pPr marR="0" lvl="0" indent="0" fontAlgn="auto">
              <a:lnSpc>
                <a:spcPct val="100000"/>
              </a:lnSpc>
              <a:spcBef>
                <a:spcPts val="0"/>
              </a:spcBef>
              <a:spcAft>
                <a:spcPts val="0"/>
              </a:spcAft>
              <a:buClrTx/>
              <a:buSzTx/>
              <a:buFontTx/>
              <a:buNone/>
              <a:tabLst/>
              <a:defRPr sz="1200" u="sng">
                <a:solidFill>
                  <a:srgbClr val="002060"/>
                </a:solidFill>
                <a:latin typeface="Arial"/>
              </a:defRPr>
            </a:lvl1pPr>
          </a:lstStyle>
          <a:p>
            <a:r>
              <a:rPr lang="en-US" b="1" dirty="0"/>
              <a:t>Lizbeth Pérez</a:t>
            </a:r>
          </a:p>
        </p:txBody>
      </p:sp>
      <p:sp>
        <p:nvSpPr>
          <p:cNvPr id="28" name="TextBox 27">
            <a:extLst>
              <a:ext uri="{FF2B5EF4-FFF2-40B4-BE49-F238E27FC236}">
                <a16:creationId xmlns:a16="http://schemas.microsoft.com/office/drawing/2014/main" id="{CB70B53A-B57D-6EAD-7D7E-8E49BEA0A72C}"/>
              </a:ext>
            </a:extLst>
          </p:cNvPr>
          <p:cNvSpPr txBox="1"/>
          <p:nvPr/>
        </p:nvSpPr>
        <p:spPr>
          <a:xfrm>
            <a:off x="272064" y="5587131"/>
            <a:ext cx="2075475"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sng" strike="noStrike" kern="1200" cap="none" spc="0" normalizeH="0" baseline="0" noProof="0" dirty="0">
                <a:ln>
                  <a:noFill/>
                </a:ln>
                <a:solidFill>
                  <a:srgbClr val="585D60"/>
                </a:solidFill>
                <a:effectLst/>
                <a:uLnTx/>
                <a:uFillTx/>
                <a:latin typeface="Arial"/>
                <a:ea typeface="+mn-ea"/>
                <a:cs typeface="+mn-cs"/>
              </a:rPr>
              <a:t>Business Unit Approver:</a:t>
            </a:r>
          </a:p>
        </p:txBody>
      </p:sp>
      <p:sp>
        <p:nvSpPr>
          <p:cNvPr id="29" name="TextBox 28">
            <a:extLst>
              <a:ext uri="{FF2B5EF4-FFF2-40B4-BE49-F238E27FC236}">
                <a16:creationId xmlns:a16="http://schemas.microsoft.com/office/drawing/2014/main" id="{AA344C8D-8A6E-3BAC-45B3-5B73FC676EE9}"/>
              </a:ext>
            </a:extLst>
          </p:cNvPr>
          <p:cNvSpPr txBox="1"/>
          <p:nvPr/>
        </p:nvSpPr>
        <p:spPr>
          <a:xfrm>
            <a:off x="2101544" y="5578573"/>
            <a:ext cx="1134193"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u="sng" dirty="0">
                <a:solidFill>
                  <a:srgbClr val="002060"/>
                </a:solidFill>
                <a:latin typeface="Arial"/>
              </a:rPr>
              <a:t>Jorge Plata</a:t>
            </a:r>
            <a:endParaRPr kumimoji="0" lang="en-US" sz="1200" b="1" i="0" u="sng" strike="noStrike" kern="1200" cap="none" spc="0" normalizeH="0" baseline="0" noProof="0" dirty="0">
              <a:ln>
                <a:noFill/>
              </a:ln>
              <a:solidFill>
                <a:srgbClr val="002060"/>
              </a:solidFill>
              <a:effectLst/>
              <a:uLnTx/>
              <a:uFillTx/>
              <a:latin typeface="Arial"/>
              <a:ea typeface="+mn-ea"/>
              <a:cs typeface="+mn-cs"/>
            </a:endParaRPr>
          </a:p>
        </p:txBody>
      </p:sp>
      <p:graphicFrame>
        <p:nvGraphicFramePr>
          <p:cNvPr id="2" name="Object 1">
            <a:extLst>
              <a:ext uri="{FF2B5EF4-FFF2-40B4-BE49-F238E27FC236}">
                <a16:creationId xmlns:a16="http://schemas.microsoft.com/office/drawing/2014/main" id="{32048E57-4509-212D-EDD8-2EB42B87688E}"/>
              </a:ext>
            </a:extLst>
          </p:cNvPr>
          <p:cNvGraphicFramePr>
            <a:graphicFrameLocks noChangeAspect="1"/>
          </p:cNvGraphicFramePr>
          <p:nvPr>
            <p:extLst>
              <p:ext uri="{D42A27DB-BD31-4B8C-83A1-F6EECF244321}">
                <p14:modId xmlns:p14="http://schemas.microsoft.com/office/powerpoint/2010/main" val="3962531928"/>
              </p:ext>
            </p:extLst>
          </p:nvPr>
        </p:nvGraphicFramePr>
        <p:xfrm>
          <a:off x="6370638" y="922338"/>
          <a:ext cx="5657850" cy="2039937"/>
        </p:xfrm>
        <a:graphic>
          <a:graphicData uri="http://schemas.openxmlformats.org/presentationml/2006/ole">
            <mc:AlternateContent xmlns:mc="http://schemas.openxmlformats.org/markup-compatibility/2006">
              <mc:Choice xmlns:v="urn:schemas-microsoft-com:vml" Requires="v">
                <p:oleObj name="Macro-Enabled Worksheet" r:id="rId3" imgW="7543889" imgH="2720498" progId="Excel.SheetMacroEnabled.12">
                  <p:embed/>
                </p:oleObj>
              </mc:Choice>
              <mc:Fallback>
                <p:oleObj name="Macro-Enabled Worksheet" r:id="rId3" imgW="7543889" imgH="2720498" progId="Excel.SheetMacroEnabled.12">
                  <p:embed/>
                  <p:pic>
                    <p:nvPicPr>
                      <p:cNvPr id="6" name="Object 5">
                        <a:extLst>
                          <a:ext uri="{FF2B5EF4-FFF2-40B4-BE49-F238E27FC236}">
                            <a16:creationId xmlns:a16="http://schemas.microsoft.com/office/drawing/2014/main" id="{32048E57-4509-212D-EDD8-2EB42B87688E}"/>
                          </a:ext>
                        </a:extLst>
                      </p:cNvPr>
                      <p:cNvPicPr/>
                      <p:nvPr/>
                    </p:nvPicPr>
                    <p:blipFill>
                      <a:blip r:embed="rId4"/>
                      <a:stretch>
                        <a:fillRect/>
                      </a:stretch>
                    </p:blipFill>
                    <p:spPr>
                      <a:xfrm>
                        <a:off x="6370638" y="922338"/>
                        <a:ext cx="5657850" cy="2039937"/>
                      </a:xfrm>
                      <a:prstGeom prst="rect">
                        <a:avLst/>
                      </a:prstGeom>
                    </p:spPr>
                  </p:pic>
                </p:oleObj>
              </mc:Fallback>
            </mc:AlternateContent>
          </a:graphicData>
        </a:graphic>
      </p:graphicFrame>
      <p:sp>
        <p:nvSpPr>
          <p:cNvPr id="7" name="Text Placeholder 1">
            <a:extLst>
              <a:ext uri="{FF2B5EF4-FFF2-40B4-BE49-F238E27FC236}">
                <a16:creationId xmlns:a16="http://schemas.microsoft.com/office/drawing/2014/main" id="{B4123E07-F400-AE6C-0086-CE54E748692E}"/>
              </a:ext>
            </a:extLst>
          </p:cNvPr>
          <p:cNvSpPr txBox="1">
            <a:spLocks/>
          </p:cNvSpPr>
          <p:nvPr/>
        </p:nvSpPr>
        <p:spPr>
          <a:xfrm>
            <a:off x="6371367" y="536389"/>
            <a:ext cx="3484575" cy="520721"/>
          </a:xfrm>
          <a:prstGeom prst="rect">
            <a:avLst/>
          </a:prstGeom>
        </p:spPr>
        <p:txBody>
          <a:bodyPr vert="horz" lIns="0" tIns="0" rIns="0" bIns="0" rtlCol="0" anchor="ctr">
            <a:noAutofit/>
          </a:bodyPr>
          <a:lstStyle>
            <a:defPPr>
              <a:defRPr lang="en-US"/>
            </a:defPPr>
            <a:lvl1pPr defTabSz="914330">
              <a:lnSpc>
                <a:spcPct val="90000"/>
              </a:lnSpc>
              <a:spcBef>
                <a:spcPct val="0"/>
              </a:spcBef>
              <a:buNone/>
              <a:defRPr b="1" spc="-105">
                <a:solidFill>
                  <a:srgbClr val="25479B"/>
                </a:solidFill>
                <a:latin typeface="Arial" panose="020B0604020202020204" pitchFamily="34" charset="0"/>
                <a:ea typeface="+mj-ea"/>
                <a:cs typeface="Arial" panose="020B0604020202020204" pitchFamily="34" charset="0"/>
              </a:defRPr>
            </a:lvl1pPr>
            <a:lvl2pPr marL="548640" indent="0" algn="l" defTabSz="1097280" rtl="0" eaLnBrk="1" latinLnBrk="0" hangingPunct="1">
              <a:lnSpc>
                <a:spcPct val="100000"/>
              </a:lnSpc>
              <a:spcBef>
                <a:spcPts val="0"/>
              </a:spcBef>
              <a:buFont typeface="Arial" panose="020B0604020202020204" pitchFamily="34" charset="0"/>
              <a:buNone/>
              <a:tabLst/>
              <a:defRPr sz="1680" kern="1200" spc="-12" baseline="0">
                <a:solidFill>
                  <a:schemeClr val="tx1"/>
                </a:solidFill>
                <a:latin typeface="+mn-lt"/>
                <a:ea typeface="+mn-ea"/>
                <a:cs typeface="+mn-cs"/>
              </a:defRPr>
            </a:lvl2pPr>
            <a:lvl3pPr marL="1097280" indent="0" algn="l" defTabSz="1097280" rtl="0" eaLnBrk="1" latinLnBrk="0" hangingPunct="1">
              <a:lnSpc>
                <a:spcPct val="100000"/>
              </a:lnSpc>
              <a:spcBef>
                <a:spcPts val="0"/>
              </a:spcBef>
              <a:buFont typeface="Arial" panose="020B0604020202020204" pitchFamily="34" charset="0"/>
              <a:buNone/>
              <a:tabLst/>
              <a:defRPr sz="1440" kern="1200" spc="-12" baseline="0">
                <a:solidFill>
                  <a:schemeClr val="tx1"/>
                </a:solidFill>
                <a:latin typeface="+mn-lt"/>
                <a:ea typeface="+mn-ea"/>
                <a:cs typeface="+mn-cs"/>
              </a:defRPr>
            </a:lvl3pPr>
            <a:lvl4pPr marL="1645920" indent="0" algn="l" defTabSz="1097280" rtl="0" eaLnBrk="1" latinLnBrk="0" hangingPunct="1">
              <a:lnSpc>
                <a:spcPct val="100000"/>
              </a:lnSpc>
              <a:spcBef>
                <a:spcPts val="0"/>
              </a:spcBef>
              <a:buFont typeface="Arial" panose="020B0604020202020204" pitchFamily="34" charset="0"/>
              <a:buNone/>
              <a:tabLst/>
              <a:defRPr sz="1200" kern="1200" spc="-12" baseline="0">
                <a:solidFill>
                  <a:schemeClr val="tx1"/>
                </a:solidFill>
                <a:latin typeface="+mn-lt"/>
                <a:ea typeface="+mn-ea"/>
                <a:cs typeface="+mn-cs"/>
              </a:defRPr>
            </a:lvl4pPr>
            <a:lvl5pPr marL="2194560" indent="0" algn="l" defTabSz="1097280" rtl="0" eaLnBrk="1" latinLnBrk="0" hangingPunct="1">
              <a:lnSpc>
                <a:spcPct val="100000"/>
              </a:lnSpc>
              <a:spcBef>
                <a:spcPts val="0"/>
              </a:spcBef>
              <a:buFont typeface="Arial" panose="020B0604020202020204" pitchFamily="34" charset="0"/>
              <a:buNone/>
              <a:tabLst/>
              <a:defRPr sz="1200" kern="1200" spc="-12" baseline="0">
                <a:solidFill>
                  <a:schemeClr val="tx1"/>
                </a:solidFill>
                <a:latin typeface="+mn-lt"/>
                <a:ea typeface="+mn-ea"/>
                <a:cs typeface="+mn-cs"/>
              </a:defRPr>
            </a:lvl5pPr>
            <a:lvl6pPr marL="2743200" indent="0" algn="l" defTabSz="1097280" rtl="0" eaLnBrk="1" latinLnBrk="0" hangingPunct="1">
              <a:lnSpc>
                <a:spcPct val="90000"/>
              </a:lnSpc>
              <a:spcBef>
                <a:spcPts val="600"/>
              </a:spcBef>
              <a:buFont typeface="Arial" panose="020B0604020202020204" pitchFamily="34" charset="0"/>
              <a:buNone/>
              <a:defRPr sz="1200" kern="1200">
                <a:solidFill>
                  <a:schemeClr val="tx1"/>
                </a:solidFill>
                <a:latin typeface="+mn-lt"/>
                <a:ea typeface="+mn-ea"/>
                <a:cs typeface="+mn-cs"/>
              </a:defRPr>
            </a:lvl6pPr>
            <a:lvl7pPr marL="3291840" indent="0" algn="l" defTabSz="1097280" rtl="0" eaLnBrk="1" latinLnBrk="0" hangingPunct="1">
              <a:lnSpc>
                <a:spcPct val="90000"/>
              </a:lnSpc>
              <a:spcBef>
                <a:spcPts val="600"/>
              </a:spcBef>
              <a:buFont typeface="Arial" panose="020B0604020202020204" pitchFamily="34" charset="0"/>
              <a:buNone/>
              <a:defRPr sz="1200" kern="1200">
                <a:solidFill>
                  <a:schemeClr val="tx1"/>
                </a:solidFill>
                <a:latin typeface="+mn-lt"/>
                <a:ea typeface="+mn-ea"/>
                <a:cs typeface="+mn-cs"/>
              </a:defRPr>
            </a:lvl7pPr>
            <a:lvl8pPr marL="3840480" indent="0" algn="l" defTabSz="1097280" rtl="0" eaLnBrk="1" latinLnBrk="0" hangingPunct="1">
              <a:lnSpc>
                <a:spcPct val="90000"/>
              </a:lnSpc>
              <a:spcBef>
                <a:spcPts val="600"/>
              </a:spcBef>
              <a:buFont typeface="Arial" panose="020B0604020202020204" pitchFamily="34" charset="0"/>
              <a:buNone/>
              <a:defRPr sz="1200" kern="1200">
                <a:solidFill>
                  <a:schemeClr val="tx1"/>
                </a:solidFill>
                <a:latin typeface="+mn-lt"/>
                <a:ea typeface="+mn-ea"/>
                <a:cs typeface="+mn-cs"/>
              </a:defRPr>
            </a:lvl8pPr>
            <a:lvl9pPr marL="4389120" indent="0" algn="l" defTabSz="1097280" rtl="0" eaLnBrk="1" latinLnBrk="0" hangingPunct="1">
              <a:lnSpc>
                <a:spcPct val="90000"/>
              </a:lnSpc>
              <a:spcBef>
                <a:spcPts val="600"/>
              </a:spcBef>
              <a:buFont typeface="Arial" panose="020B0604020202020204" pitchFamily="34" charset="0"/>
              <a:buNone/>
              <a:defRPr sz="1200" kern="1200">
                <a:solidFill>
                  <a:schemeClr val="tx1"/>
                </a:solidFill>
                <a:latin typeface="+mn-lt"/>
                <a:ea typeface="+mn-ea"/>
                <a:cs typeface="+mn-cs"/>
              </a:defRPr>
            </a:lvl9pPr>
          </a:lstStyle>
          <a:p>
            <a:r>
              <a:rPr lang="en-US" dirty="0"/>
              <a:t>Project Charter:</a:t>
            </a:r>
          </a:p>
        </p:txBody>
      </p:sp>
      <p:sp>
        <p:nvSpPr>
          <p:cNvPr id="22" name="Text Placeholder 1">
            <a:extLst>
              <a:ext uri="{FF2B5EF4-FFF2-40B4-BE49-F238E27FC236}">
                <a16:creationId xmlns:a16="http://schemas.microsoft.com/office/drawing/2014/main" id="{E3577AB3-0449-DBBF-4597-65164FA657A9}"/>
              </a:ext>
            </a:extLst>
          </p:cNvPr>
          <p:cNvSpPr txBox="1">
            <a:spLocks/>
          </p:cNvSpPr>
          <p:nvPr/>
        </p:nvSpPr>
        <p:spPr>
          <a:xfrm>
            <a:off x="6401751" y="3424154"/>
            <a:ext cx="2179097" cy="413264"/>
          </a:xfrm>
          <a:prstGeom prst="rect">
            <a:avLst/>
          </a:prstGeom>
        </p:spPr>
        <p:txBody>
          <a:bodyPr vert="horz" lIns="0" tIns="0" rIns="0" bIns="0" rtlCol="0" anchor="ctr">
            <a:noAutofit/>
          </a:bodyPr>
          <a:lstStyle>
            <a:defPPr>
              <a:defRPr lang="en-US"/>
            </a:defPPr>
            <a:lvl1pPr defTabSz="914330">
              <a:lnSpc>
                <a:spcPct val="90000"/>
              </a:lnSpc>
              <a:spcBef>
                <a:spcPct val="0"/>
              </a:spcBef>
              <a:buNone/>
              <a:defRPr b="1" spc="-105">
                <a:solidFill>
                  <a:srgbClr val="25479B"/>
                </a:solidFill>
                <a:latin typeface="Arial" panose="020B0604020202020204" pitchFamily="34" charset="0"/>
                <a:ea typeface="+mj-ea"/>
                <a:cs typeface="Arial" panose="020B0604020202020204" pitchFamily="34" charset="0"/>
              </a:defRPr>
            </a:lvl1pPr>
            <a:lvl2pPr marL="548640" indent="0" defTabSz="1097280">
              <a:lnSpc>
                <a:spcPct val="100000"/>
              </a:lnSpc>
              <a:spcBef>
                <a:spcPts val="0"/>
              </a:spcBef>
              <a:buFont typeface="Arial" panose="020B0604020202020204" pitchFamily="34" charset="0"/>
              <a:buNone/>
              <a:tabLst/>
              <a:defRPr sz="1680" spc="-12" baseline="0"/>
            </a:lvl2pPr>
            <a:lvl3pPr marL="1097280" indent="0" defTabSz="1097280">
              <a:lnSpc>
                <a:spcPct val="100000"/>
              </a:lnSpc>
              <a:spcBef>
                <a:spcPts val="0"/>
              </a:spcBef>
              <a:buFont typeface="Arial" panose="020B0604020202020204" pitchFamily="34" charset="0"/>
              <a:buNone/>
              <a:tabLst/>
              <a:defRPr sz="1440" spc="-12" baseline="0"/>
            </a:lvl3pPr>
            <a:lvl4pPr marL="1645920" indent="0" defTabSz="1097280">
              <a:lnSpc>
                <a:spcPct val="100000"/>
              </a:lnSpc>
              <a:spcBef>
                <a:spcPts val="0"/>
              </a:spcBef>
              <a:buFont typeface="Arial" panose="020B0604020202020204" pitchFamily="34" charset="0"/>
              <a:buNone/>
              <a:tabLst/>
              <a:defRPr sz="1200" spc="-12" baseline="0"/>
            </a:lvl4pPr>
            <a:lvl5pPr marL="2194560" indent="0" defTabSz="1097280">
              <a:lnSpc>
                <a:spcPct val="100000"/>
              </a:lnSpc>
              <a:spcBef>
                <a:spcPts val="0"/>
              </a:spcBef>
              <a:buFont typeface="Arial" panose="020B0604020202020204" pitchFamily="34" charset="0"/>
              <a:buNone/>
              <a:tabLst/>
              <a:defRPr sz="1200" spc="-12" baseline="0"/>
            </a:lvl5pPr>
            <a:lvl6pPr marL="2743200" indent="0" defTabSz="1097280">
              <a:lnSpc>
                <a:spcPct val="90000"/>
              </a:lnSpc>
              <a:spcBef>
                <a:spcPts val="600"/>
              </a:spcBef>
              <a:buFont typeface="Arial" panose="020B0604020202020204" pitchFamily="34" charset="0"/>
              <a:buNone/>
              <a:defRPr sz="1200"/>
            </a:lvl6pPr>
            <a:lvl7pPr marL="3291840" indent="0" defTabSz="1097280">
              <a:lnSpc>
                <a:spcPct val="90000"/>
              </a:lnSpc>
              <a:spcBef>
                <a:spcPts val="600"/>
              </a:spcBef>
              <a:buFont typeface="Arial" panose="020B0604020202020204" pitchFamily="34" charset="0"/>
              <a:buNone/>
              <a:defRPr sz="1200"/>
            </a:lvl7pPr>
            <a:lvl8pPr marL="3840480" indent="0" defTabSz="1097280">
              <a:lnSpc>
                <a:spcPct val="90000"/>
              </a:lnSpc>
              <a:spcBef>
                <a:spcPts val="600"/>
              </a:spcBef>
              <a:buFont typeface="Arial" panose="020B0604020202020204" pitchFamily="34" charset="0"/>
              <a:buNone/>
              <a:defRPr sz="1200"/>
            </a:lvl8pPr>
            <a:lvl9pPr marL="4389120" indent="0" defTabSz="1097280">
              <a:lnSpc>
                <a:spcPct val="90000"/>
              </a:lnSpc>
              <a:spcBef>
                <a:spcPts val="600"/>
              </a:spcBef>
              <a:buFont typeface="Arial" panose="020B0604020202020204" pitchFamily="34" charset="0"/>
              <a:buNone/>
              <a:defRPr sz="1200"/>
            </a:lvl9pPr>
          </a:lstStyle>
          <a:p>
            <a:r>
              <a:rPr lang="en-US" dirty="0"/>
              <a:t>Glossary:</a:t>
            </a:r>
          </a:p>
        </p:txBody>
      </p:sp>
      <p:sp>
        <p:nvSpPr>
          <p:cNvPr id="23" name="CuadroTexto 3">
            <a:extLst>
              <a:ext uri="{FF2B5EF4-FFF2-40B4-BE49-F238E27FC236}">
                <a16:creationId xmlns:a16="http://schemas.microsoft.com/office/drawing/2014/main" id="{45D80FED-F30E-BC38-15B6-4996045DE483}"/>
              </a:ext>
            </a:extLst>
          </p:cNvPr>
          <p:cNvSpPr txBox="1"/>
          <p:nvPr/>
        </p:nvSpPr>
        <p:spPr>
          <a:xfrm>
            <a:off x="6371367" y="3811018"/>
            <a:ext cx="5587106" cy="2800767"/>
          </a:xfrm>
          <a:prstGeom prst="rect">
            <a:avLst/>
          </a:prstGeom>
          <a:noFill/>
        </p:spPr>
        <p:txBody>
          <a:bodyPr wrap="square" rtlCol="0">
            <a:spAutoFit/>
          </a:bodyPr>
          <a:lstStyle/>
          <a:p>
            <a:pPr marR="0" lvl="0" indent="-214313" algn="just" defTabSz="764942" fontAlgn="auto">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dirty="0">
                <a:ln>
                  <a:noFill/>
                </a:ln>
                <a:solidFill>
                  <a:srgbClr val="E2E1E4">
                    <a:lumMod val="10000"/>
                  </a:srgbClr>
                </a:solidFill>
                <a:effectLst/>
                <a:uLnTx/>
                <a:uFillTx/>
                <a:latin typeface="Arial"/>
                <a:ea typeface="+mn-ea"/>
                <a:cs typeface="+mn-cs"/>
              </a:rPr>
              <a:t>JE: </a:t>
            </a:r>
            <a:r>
              <a:rPr lang="en-US" sz="1100" dirty="0"/>
              <a:t>Journal Entry, an accountable document posted in ledger. </a:t>
            </a:r>
          </a:p>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E2E1E4">
                  <a:lumMod val="10000"/>
                </a:srgbClr>
              </a:solidFill>
              <a:effectLst/>
              <a:uLnTx/>
              <a:uFillTx/>
              <a:latin typeface="Arial"/>
              <a:ea typeface="+mn-ea"/>
              <a:cs typeface="+mn-cs"/>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E2E1E4">
                  <a:lumMod val="10000"/>
                </a:srgbClr>
              </a:solidFill>
              <a:effectLst/>
              <a:uLnTx/>
              <a:uFillTx/>
              <a:latin typeface="Arial"/>
              <a:ea typeface="+mn-ea"/>
              <a:cs typeface="+mn-cs"/>
            </a:endParaRPr>
          </a:p>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E2E1E4">
                  <a:lumMod val="10000"/>
                </a:srgbClr>
              </a:solidFill>
              <a:effectLst/>
              <a:uLnTx/>
              <a:uFillTx/>
              <a:latin typeface="Arial"/>
              <a:ea typeface="+mn-ea"/>
              <a:cs typeface="+mn-cs"/>
            </a:endParaRPr>
          </a:p>
          <a:p>
            <a:pPr marR="0" lvl="0" indent="-214313" algn="just" defTabSz="764942" fontAlgn="auto">
              <a:lnSpc>
                <a:spcPct val="100000"/>
              </a:lnSpc>
              <a:spcBef>
                <a:spcPts val="0"/>
              </a:spcBef>
              <a:spcAft>
                <a:spcPts val="0"/>
              </a:spcAft>
              <a:buClrTx/>
              <a:buSzTx/>
              <a:buFont typeface="Arial" panose="020B0604020202020204" pitchFamily="34" charset="0"/>
              <a:buChar char="•"/>
              <a:tabLst/>
              <a:defRPr/>
            </a:pPr>
            <a:endParaRPr kumimoji="0" lang="en-US" sz="1100" b="1" i="0" u="none" strike="noStrike" kern="1200" cap="none" spc="0" normalizeH="0" baseline="0" noProof="0" dirty="0">
              <a:ln>
                <a:noFill/>
              </a:ln>
              <a:solidFill>
                <a:srgbClr val="E2E1E4">
                  <a:lumMod val="10000"/>
                </a:srgbClr>
              </a:solidFill>
              <a:effectLst/>
              <a:uLnTx/>
              <a:uFillTx/>
              <a:latin typeface="Arial"/>
              <a:ea typeface="+mn-ea"/>
              <a:cs typeface="+mn-cs"/>
            </a:endParaRPr>
          </a:p>
          <a:p>
            <a:pPr marR="0" lvl="0" indent="-214313" algn="just" defTabSz="764942" fontAlgn="auto">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dirty="0">
                <a:ln>
                  <a:noFill/>
                </a:ln>
                <a:solidFill>
                  <a:srgbClr val="E2E1E4">
                    <a:lumMod val="10000"/>
                  </a:srgbClr>
                </a:solidFill>
                <a:effectLst/>
                <a:uLnTx/>
                <a:uFillTx/>
                <a:latin typeface="Arial"/>
                <a:ea typeface="+mn-ea"/>
                <a:cs typeface="+mn-cs"/>
              </a:rPr>
              <a:t>Cost center:</a:t>
            </a:r>
            <a:r>
              <a:rPr lang="en-US" sz="1100" dirty="0"/>
              <a:t> Numerical distinction for a certain engineering group.</a:t>
            </a:r>
          </a:p>
          <a:p>
            <a:pPr marR="0" lvl="0" indent="-214313" algn="just" defTabSz="764942" fontAlgn="auto">
              <a:lnSpc>
                <a:spcPct val="100000"/>
              </a:lnSpc>
              <a:spcBef>
                <a:spcPts val="0"/>
              </a:spcBef>
              <a:spcAft>
                <a:spcPts val="0"/>
              </a:spcAft>
              <a:buClrTx/>
              <a:buSzTx/>
              <a:buFont typeface="Arial" panose="020B0604020202020204" pitchFamily="34" charset="0"/>
              <a:buChar char="•"/>
              <a:tabLst/>
              <a:defRPr/>
            </a:pPr>
            <a:r>
              <a:rPr kumimoji="0" lang="en-US" sz="1100" b="1" i="0" u="none" strike="noStrike" kern="1200" cap="none" spc="0" normalizeH="0" baseline="0" noProof="0" dirty="0">
                <a:ln>
                  <a:noFill/>
                </a:ln>
                <a:solidFill>
                  <a:srgbClr val="E2E1E4">
                    <a:lumMod val="10000"/>
                  </a:srgbClr>
                </a:solidFill>
                <a:effectLst/>
                <a:uLnTx/>
                <a:uFillTx/>
                <a:latin typeface="Arial"/>
                <a:ea typeface="+mn-ea"/>
                <a:cs typeface="+mn-cs"/>
              </a:rPr>
              <a:t>Entity: </a:t>
            </a:r>
            <a:r>
              <a:rPr lang="en-US" sz="1100" dirty="0"/>
              <a:t>GMM site. </a:t>
            </a:r>
          </a:p>
          <a:p>
            <a:pPr marL="214313" marR="0" lvl="0" indent="-214313"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00" b="0" i="0" u="none" strike="noStrike" kern="1200" cap="none" spc="0" normalizeH="0" baseline="0" noProof="0" dirty="0">
              <a:ln>
                <a:noFill/>
              </a:ln>
              <a:solidFill>
                <a:srgbClr val="E2E1E4">
                  <a:lumMod val="10000"/>
                </a:srgbClr>
              </a:solidFill>
              <a:effectLst/>
              <a:uLnTx/>
              <a:uFillTx/>
              <a:latin typeface="Arial"/>
              <a:ea typeface="+mn-ea"/>
              <a:cs typeface="+mn-cs"/>
            </a:endParaRPr>
          </a:p>
          <a:p>
            <a:pPr marL="214313" marR="0" lvl="0" indent="-214313"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100" b="0" i="0" u="none" strike="noStrike" kern="1200" cap="none" spc="0" normalizeH="0" baseline="0" noProof="0" dirty="0">
              <a:ln>
                <a:noFill/>
              </a:ln>
              <a:solidFill>
                <a:srgbClr val="E2E1E4">
                  <a:lumMod val="10000"/>
                </a:srgbClr>
              </a:solidFill>
              <a:effectLst/>
              <a:uLnTx/>
              <a:uFillTx/>
              <a:latin typeface="Arial"/>
              <a:ea typeface="+mn-ea"/>
              <a:cs typeface="+mn-cs"/>
            </a:endParaRPr>
          </a:p>
          <a:p>
            <a:pPr lvl="0" defTabSz="685800">
              <a:defRPr/>
            </a:pPr>
            <a:endParaRPr lang="en-US" sz="1100" dirty="0">
              <a:solidFill>
                <a:srgbClr val="E2E1E4">
                  <a:lumMod val="10000"/>
                </a:srgbClr>
              </a:solidFill>
              <a:latin typeface="Arial"/>
            </a:endParaRPr>
          </a:p>
          <a:p>
            <a:pPr lvl="0" defTabSz="685800">
              <a:defRPr/>
            </a:pPr>
            <a:endParaRPr lang="en-US" sz="1100" dirty="0">
              <a:solidFill>
                <a:srgbClr val="E2E1E4">
                  <a:lumMod val="10000"/>
                </a:srgbClr>
              </a:solidFill>
              <a:latin typeface="Arial"/>
            </a:endParaRPr>
          </a:p>
          <a:p>
            <a:pPr lvl="0" defTabSz="685800">
              <a:defRPr/>
            </a:pPr>
            <a:endParaRPr lang="en-US" sz="1100" dirty="0">
              <a:solidFill>
                <a:srgbClr val="E2E1E4">
                  <a:lumMod val="10000"/>
                </a:srgbClr>
              </a:solidFill>
              <a:latin typeface="Arial"/>
            </a:endParaRPr>
          </a:p>
          <a:p>
            <a:pPr indent="-214313" algn="just" defTabSz="764942">
              <a:buFont typeface="Arial" panose="020B0604020202020204" pitchFamily="34" charset="0"/>
              <a:buChar char="•"/>
              <a:defRPr/>
            </a:pPr>
            <a:r>
              <a:rPr lang="en-US" sz="1100" b="1" dirty="0">
                <a:solidFill>
                  <a:srgbClr val="E2E1E4">
                    <a:lumMod val="10000"/>
                  </a:srgbClr>
                </a:solidFill>
                <a:latin typeface="Arial"/>
              </a:rPr>
              <a:t>WD</a:t>
            </a:r>
            <a:r>
              <a:rPr lang="en-US" sz="1100" dirty="0">
                <a:solidFill>
                  <a:srgbClr val="E2E1E4">
                    <a:lumMod val="10000"/>
                  </a:srgbClr>
                </a:solidFill>
                <a:latin typeface="Arial"/>
              </a:rPr>
              <a:t>: </a:t>
            </a:r>
            <a:r>
              <a:rPr lang="en-US" sz="1100" dirty="0"/>
              <a:t>Working day</a:t>
            </a:r>
          </a:p>
          <a:p>
            <a:pPr indent="-214313" algn="just" defTabSz="764942">
              <a:buFont typeface="Arial" panose="020B0604020202020204" pitchFamily="34" charset="0"/>
              <a:buChar char="•"/>
              <a:defRPr/>
            </a:pPr>
            <a:r>
              <a:rPr lang="en-US" sz="1100" b="1" dirty="0">
                <a:solidFill>
                  <a:srgbClr val="E2E1E4">
                    <a:lumMod val="10000"/>
                  </a:srgbClr>
                </a:solidFill>
                <a:latin typeface="Arial"/>
              </a:rPr>
              <a:t>Q&amp;T: </a:t>
            </a:r>
            <a:r>
              <a:rPr lang="en-US" sz="1100" dirty="0"/>
              <a:t>Quality and Transformation</a:t>
            </a:r>
          </a:p>
          <a:p>
            <a:pPr indent="-214313" algn="just" defTabSz="764942">
              <a:buFont typeface="Arial" panose="020B0604020202020204" pitchFamily="34" charset="0"/>
              <a:buChar char="•"/>
              <a:defRPr/>
            </a:pPr>
            <a:r>
              <a:rPr lang="en-US" sz="1100" b="1" dirty="0">
                <a:solidFill>
                  <a:srgbClr val="E2E1E4">
                    <a:lumMod val="10000"/>
                  </a:srgbClr>
                </a:solidFill>
                <a:latin typeface="Arial"/>
              </a:rPr>
              <a:t>GBS: </a:t>
            </a:r>
            <a:r>
              <a:rPr lang="en-US" sz="1100" dirty="0"/>
              <a:t>Global Business Solutions</a:t>
            </a:r>
          </a:p>
          <a:p>
            <a:pPr marL="214313" lvl="0" indent="-214313" defTabSz="764942">
              <a:buFont typeface="Arial" panose="020B0604020202020204" pitchFamily="34" charset="0"/>
              <a:buChar char="•"/>
              <a:defRPr/>
            </a:pPr>
            <a:r>
              <a:rPr lang="en-US" sz="1100" b="1" dirty="0">
                <a:solidFill>
                  <a:srgbClr val="E2E1E4">
                    <a:lumMod val="10000"/>
                  </a:srgbClr>
                </a:solidFill>
                <a:latin typeface="Arial"/>
              </a:rPr>
              <a:t>CICP: </a:t>
            </a:r>
            <a:r>
              <a:rPr lang="en-US" sz="1100" dirty="0"/>
              <a:t>Continuous Improvement Culture Program</a:t>
            </a:r>
          </a:p>
        </p:txBody>
      </p:sp>
      <p:pic>
        <p:nvPicPr>
          <p:cNvPr id="24" name="Picture 23">
            <a:extLst>
              <a:ext uri="{FF2B5EF4-FFF2-40B4-BE49-F238E27FC236}">
                <a16:creationId xmlns:a16="http://schemas.microsoft.com/office/drawing/2014/main" id="{0AFA97D2-ABC9-63ED-48AC-8FEC28628EE7}"/>
              </a:ext>
            </a:extLst>
          </p:cNvPr>
          <p:cNvPicPr>
            <a:picLocks noChangeAspect="1"/>
          </p:cNvPicPr>
          <p:nvPr/>
        </p:nvPicPr>
        <p:blipFill>
          <a:blip r:embed="rId5"/>
          <a:srcRect b="36987"/>
          <a:stretch>
            <a:fillRect/>
          </a:stretch>
        </p:blipFill>
        <p:spPr>
          <a:xfrm>
            <a:off x="7368427" y="4063503"/>
            <a:ext cx="3143268" cy="428246"/>
          </a:xfrm>
          <a:prstGeom prst="rect">
            <a:avLst/>
          </a:prstGeom>
        </p:spPr>
      </p:pic>
      <p:pic>
        <p:nvPicPr>
          <p:cNvPr id="25" name="Picture 24">
            <a:extLst>
              <a:ext uri="{FF2B5EF4-FFF2-40B4-BE49-F238E27FC236}">
                <a16:creationId xmlns:a16="http://schemas.microsoft.com/office/drawing/2014/main" id="{CD223ED1-29EA-AE87-D67E-1E083258D744}"/>
              </a:ext>
            </a:extLst>
          </p:cNvPr>
          <p:cNvPicPr>
            <a:picLocks noChangeAspect="1"/>
          </p:cNvPicPr>
          <p:nvPr/>
        </p:nvPicPr>
        <p:blipFill rotWithShape="1">
          <a:blip r:embed="rId6"/>
          <a:srcRect b="47405"/>
          <a:stretch/>
        </p:blipFill>
        <p:spPr>
          <a:xfrm>
            <a:off x="7345416" y="5093650"/>
            <a:ext cx="3016801" cy="814388"/>
          </a:xfrm>
          <a:prstGeom prst="rect">
            <a:avLst/>
          </a:prstGeom>
        </p:spPr>
      </p:pic>
      <p:sp>
        <p:nvSpPr>
          <p:cNvPr id="30" name="Title 1">
            <a:extLst>
              <a:ext uri="{FF2B5EF4-FFF2-40B4-BE49-F238E27FC236}">
                <a16:creationId xmlns:a16="http://schemas.microsoft.com/office/drawing/2014/main" id="{D8129603-64AB-0D4A-04CC-03C8125901C3}"/>
              </a:ext>
            </a:extLst>
          </p:cNvPr>
          <p:cNvSpPr txBox="1">
            <a:spLocks/>
          </p:cNvSpPr>
          <p:nvPr/>
        </p:nvSpPr>
        <p:spPr>
          <a:xfrm>
            <a:off x="8676829" y="405911"/>
            <a:ext cx="3370777" cy="392777"/>
          </a:xfrm>
          <a:prstGeom prst="rect">
            <a:avLst/>
          </a:prstGeom>
        </p:spPr>
        <p:txBody>
          <a:bodyPr>
            <a:normAutofit/>
          </a:bodyPr>
          <a:lstStyle>
            <a:lvl1pPr algn="l" defTabSz="914400" rtl="0" eaLnBrk="1" latinLnBrk="0" hangingPunct="1">
              <a:lnSpc>
                <a:spcPct val="90000"/>
              </a:lnSpc>
              <a:spcBef>
                <a:spcPct val="0"/>
              </a:spcBef>
              <a:buNone/>
              <a:defRPr sz="3200" b="1" kern="1200">
                <a:solidFill>
                  <a:schemeClr val="tx1"/>
                </a:solidFill>
                <a:latin typeface="+mn-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alibri"/>
                <a:ea typeface="+mj-ea"/>
                <a:cs typeface="Arial"/>
              </a:rPr>
              <a:t>DEFINE</a:t>
            </a:r>
          </a:p>
        </p:txBody>
      </p:sp>
      <p:sp>
        <p:nvSpPr>
          <p:cNvPr id="31" name="Freeform 35">
            <a:extLst>
              <a:ext uri="{FF2B5EF4-FFF2-40B4-BE49-F238E27FC236}">
                <a16:creationId xmlns:a16="http://schemas.microsoft.com/office/drawing/2014/main" id="{724EFC3A-29B4-79FB-C3C1-A456D62C2C0C}"/>
              </a:ext>
            </a:extLst>
          </p:cNvPr>
          <p:cNvSpPr/>
          <p:nvPr/>
        </p:nvSpPr>
        <p:spPr>
          <a:xfrm>
            <a:off x="8812309" y="116205"/>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0 w 798090"/>
              <a:gd name="connsiteY5"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8090" h="319236">
                <a:moveTo>
                  <a:pt x="0" y="0"/>
                </a:moveTo>
                <a:lnTo>
                  <a:pt x="638472" y="0"/>
                </a:lnTo>
                <a:lnTo>
                  <a:pt x="798090" y="159618"/>
                </a:lnTo>
                <a:lnTo>
                  <a:pt x="638472" y="319236"/>
                </a:lnTo>
                <a:lnTo>
                  <a:pt x="0" y="319236"/>
                </a:lnTo>
                <a:lnTo>
                  <a:pt x="0" y="0"/>
                </a:lnTo>
                <a:close/>
              </a:path>
            </a:pathLst>
          </a:custGeom>
          <a:solidFill>
            <a:srgbClr val="7030A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marL="0" marR="0" lvl="0" indent="0" algn="ctr" defTabSz="622275"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a:ea typeface="+mn-ea"/>
                <a:cs typeface="Arial"/>
              </a:rPr>
              <a:t>D</a:t>
            </a:r>
          </a:p>
        </p:txBody>
      </p:sp>
      <p:sp>
        <p:nvSpPr>
          <p:cNvPr id="32" name="Freeform 36">
            <a:extLst>
              <a:ext uri="{FF2B5EF4-FFF2-40B4-BE49-F238E27FC236}">
                <a16:creationId xmlns:a16="http://schemas.microsoft.com/office/drawing/2014/main" id="{944CA83E-E012-F979-D791-566AFFDF0F99}"/>
              </a:ext>
            </a:extLst>
          </p:cNvPr>
          <p:cNvSpPr/>
          <p:nvPr/>
        </p:nvSpPr>
        <p:spPr>
          <a:xfrm>
            <a:off x="9413820" y="116205"/>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rgbClr val="A6A6A6"/>
          </a:solidFill>
          <a:ln>
            <a:solidFill>
              <a:schemeClr val="bg2"/>
            </a:solid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marL="0" marR="0" lvl="0" indent="0" algn="ctr" defTabSz="622275"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a:ea typeface="+mn-ea"/>
                <a:cs typeface="Arial"/>
              </a:rPr>
              <a:t>M</a:t>
            </a:r>
          </a:p>
        </p:txBody>
      </p:sp>
      <p:sp>
        <p:nvSpPr>
          <p:cNvPr id="33" name="Freeform 37">
            <a:extLst>
              <a:ext uri="{FF2B5EF4-FFF2-40B4-BE49-F238E27FC236}">
                <a16:creationId xmlns:a16="http://schemas.microsoft.com/office/drawing/2014/main" id="{EFA1DEF5-E207-0173-E054-C21023BAF995}"/>
              </a:ext>
            </a:extLst>
          </p:cNvPr>
          <p:cNvSpPr/>
          <p:nvPr/>
        </p:nvSpPr>
        <p:spPr>
          <a:xfrm>
            <a:off x="10016004" y="116205"/>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chemeClr val="bg1">
              <a:lumMod val="6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marL="0" marR="0" lvl="0" indent="0" algn="ctr" defTabSz="622275"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a:ea typeface="+mn-ea"/>
                <a:cs typeface="Arial"/>
              </a:rPr>
              <a:t>A</a:t>
            </a:r>
          </a:p>
        </p:txBody>
      </p:sp>
      <p:sp>
        <p:nvSpPr>
          <p:cNvPr id="34" name="Freeform 38">
            <a:extLst>
              <a:ext uri="{FF2B5EF4-FFF2-40B4-BE49-F238E27FC236}">
                <a16:creationId xmlns:a16="http://schemas.microsoft.com/office/drawing/2014/main" id="{64650E83-3BD0-18F5-BBBD-906E8F233EF7}"/>
              </a:ext>
            </a:extLst>
          </p:cNvPr>
          <p:cNvSpPr/>
          <p:nvPr/>
        </p:nvSpPr>
        <p:spPr>
          <a:xfrm>
            <a:off x="10654477" y="116205"/>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chemeClr val="bg1">
              <a:lumMod val="6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marL="0" marR="0" lvl="0" indent="0" algn="ctr" defTabSz="622275"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a:ea typeface="+mn-ea"/>
                <a:cs typeface="Arial"/>
              </a:rPr>
              <a:t>I</a:t>
            </a:r>
          </a:p>
        </p:txBody>
      </p:sp>
      <p:sp>
        <p:nvSpPr>
          <p:cNvPr id="35" name="Freeform 39">
            <a:extLst>
              <a:ext uri="{FF2B5EF4-FFF2-40B4-BE49-F238E27FC236}">
                <a16:creationId xmlns:a16="http://schemas.microsoft.com/office/drawing/2014/main" id="{252BFFF0-B36D-7331-9FCF-350C02968D00}"/>
              </a:ext>
            </a:extLst>
          </p:cNvPr>
          <p:cNvSpPr/>
          <p:nvPr/>
        </p:nvSpPr>
        <p:spPr>
          <a:xfrm>
            <a:off x="11231127" y="116205"/>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chemeClr val="bg1">
              <a:lumMod val="6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74676" tIns="37338" rIns="98478" bIns="37338" numCol="1" spcCol="1270" anchor="ctr" anchorCtr="0">
            <a:noAutofit/>
          </a:bodyPr>
          <a:lstStyle/>
          <a:p>
            <a:pPr marL="0" marR="0" lvl="0" indent="0" algn="ctr" defTabSz="622275"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a:ea typeface="+mn-ea"/>
                <a:cs typeface="Arial"/>
              </a:rPr>
              <a:t>C</a:t>
            </a:r>
          </a:p>
        </p:txBody>
      </p:sp>
      <p:pic>
        <p:nvPicPr>
          <p:cNvPr id="37" name="Picture 36" descr="A black and white logo&#10;&#10;AI-generated content may be incorrect.">
            <a:extLst>
              <a:ext uri="{FF2B5EF4-FFF2-40B4-BE49-F238E27FC236}">
                <a16:creationId xmlns:a16="http://schemas.microsoft.com/office/drawing/2014/main" id="{70C14A40-95CC-EC49-5CC2-890B3C6F0A2F}"/>
              </a:ext>
            </a:extLst>
          </p:cNvPr>
          <p:cNvPicPr>
            <a:picLocks noChangeAspect="1"/>
          </p:cNvPicPr>
          <p:nvPr/>
        </p:nvPicPr>
        <p:blipFill>
          <a:blip r:embed="rId7"/>
          <a:stretch>
            <a:fillRect/>
          </a:stretch>
        </p:blipFill>
        <p:spPr>
          <a:xfrm>
            <a:off x="10615947" y="5826221"/>
            <a:ext cx="1549998" cy="955573"/>
          </a:xfrm>
          <a:prstGeom prst="rect">
            <a:avLst/>
          </a:prstGeom>
        </p:spPr>
      </p:pic>
    </p:spTree>
    <p:extLst>
      <p:ext uri="{BB962C8B-B14F-4D97-AF65-F5344CB8AC3E}">
        <p14:creationId xmlns:p14="http://schemas.microsoft.com/office/powerpoint/2010/main" val="36038759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A03B6-DEE1-161D-920E-B7C4A0436CA0}"/>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165C854A-CFAF-EF6D-C952-B630FD1F5CFA}"/>
              </a:ext>
            </a:extLst>
          </p:cNvPr>
          <p:cNvSpPr txBox="1">
            <a:spLocks/>
          </p:cNvSpPr>
          <p:nvPr/>
        </p:nvSpPr>
        <p:spPr>
          <a:xfrm>
            <a:off x="7209476" y="486714"/>
            <a:ext cx="3370777" cy="392777"/>
          </a:xfrm>
          <a:prstGeom prst="rect">
            <a:avLst/>
          </a:prstGeom>
        </p:spPr>
        <p:txBody>
          <a:bodyPr>
            <a:normAutofit/>
          </a:bodyPr>
          <a:lstStyle>
            <a:lvl1pPr algn="l" defTabSz="914400" rtl="0" eaLnBrk="1" latinLnBrk="0" hangingPunct="1">
              <a:lnSpc>
                <a:spcPct val="90000"/>
              </a:lnSpc>
              <a:spcBef>
                <a:spcPct val="0"/>
              </a:spcBef>
              <a:buNone/>
              <a:defRPr sz="3200" b="1" kern="1200">
                <a:solidFill>
                  <a:schemeClr val="tx1"/>
                </a:solidFill>
                <a:latin typeface="+mn-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j-ea"/>
                <a:cs typeface="Arial"/>
              </a:rPr>
              <a:t>MEASURE</a:t>
            </a:r>
          </a:p>
        </p:txBody>
      </p:sp>
      <p:sp>
        <p:nvSpPr>
          <p:cNvPr id="17" name="Freeform 35">
            <a:extLst>
              <a:ext uri="{FF2B5EF4-FFF2-40B4-BE49-F238E27FC236}">
                <a16:creationId xmlns:a16="http://schemas.microsoft.com/office/drawing/2014/main" id="{4A428346-E39D-3564-5E62-7E0C4A2C39E5}"/>
              </a:ext>
            </a:extLst>
          </p:cNvPr>
          <p:cNvSpPr/>
          <p:nvPr/>
        </p:nvSpPr>
        <p:spPr>
          <a:xfrm>
            <a:off x="7344956" y="197008"/>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0 w 798090"/>
              <a:gd name="connsiteY5"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8090" h="319236">
                <a:moveTo>
                  <a:pt x="0" y="0"/>
                </a:moveTo>
                <a:lnTo>
                  <a:pt x="638472" y="0"/>
                </a:lnTo>
                <a:lnTo>
                  <a:pt x="798090" y="159618"/>
                </a:lnTo>
                <a:lnTo>
                  <a:pt x="638472" y="319236"/>
                </a:lnTo>
                <a:lnTo>
                  <a:pt x="0" y="319236"/>
                </a:lnTo>
                <a:lnTo>
                  <a:pt x="0" y="0"/>
                </a:lnTo>
                <a:close/>
              </a:path>
            </a:pathLst>
          </a:custGeom>
          <a:solidFill>
            <a:srgbClr val="7030A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marL="0" marR="0" lvl="0" indent="0" algn="ctr" defTabSz="622275"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a:ea typeface="+mn-ea"/>
                <a:cs typeface="Arial"/>
              </a:rPr>
              <a:t>D</a:t>
            </a:r>
          </a:p>
        </p:txBody>
      </p:sp>
      <p:sp>
        <p:nvSpPr>
          <p:cNvPr id="18" name="Freeform 36">
            <a:extLst>
              <a:ext uri="{FF2B5EF4-FFF2-40B4-BE49-F238E27FC236}">
                <a16:creationId xmlns:a16="http://schemas.microsoft.com/office/drawing/2014/main" id="{20654B13-DD3D-3D1C-9894-5BC4D6A7F54B}"/>
              </a:ext>
            </a:extLst>
          </p:cNvPr>
          <p:cNvSpPr/>
          <p:nvPr/>
        </p:nvSpPr>
        <p:spPr>
          <a:xfrm>
            <a:off x="7946467" y="197008"/>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rgbClr val="7030A0"/>
          </a:solidFill>
          <a:ln>
            <a:solidFill>
              <a:schemeClr val="bg2"/>
            </a:solid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marL="0" marR="0" lvl="0" indent="0" algn="ctr" defTabSz="622275"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a:ea typeface="+mn-ea"/>
                <a:cs typeface="Arial"/>
              </a:rPr>
              <a:t>M</a:t>
            </a:r>
          </a:p>
        </p:txBody>
      </p:sp>
      <p:sp>
        <p:nvSpPr>
          <p:cNvPr id="26" name="Freeform 37">
            <a:extLst>
              <a:ext uri="{FF2B5EF4-FFF2-40B4-BE49-F238E27FC236}">
                <a16:creationId xmlns:a16="http://schemas.microsoft.com/office/drawing/2014/main" id="{09886AE6-38C2-530D-4646-E7A48DFB44C3}"/>
              </a:ext>
            </a:extLst>
          </p:cNvPr>
          <p:cNvSpPr/>
          <p:nvPr/>
        </p:nvSpPr>
        <p:spPr>
          <a:xfrm>
            <a:off x="8548651" y="197008"/>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rgbClr val="A6A6A6"/>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marL="0" marR="0" lvl="0" indent="0" algn="ctr" defTabSz="622275"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a:ea typeface="+mn-ea"/>
                <a:cs typeface="Arial"/>
              </a:rPr>
              <a:t>A</a:t>
            </a:r>
          </a:p>
        </p:txBody>
      </p:sp>
      <p:sp>
        <p:nvSpPr>
          <p:cNvPr id="29" name="Freeform 38">
            <a:extLst>
              <a:ext uri="{FF2B5EF4-FFF2-40B4-BE49-F238E27FC236}">
                <a16:creationId xmlns:a16="http://schemas.microsoft.com/office/drawing/2014/main" id="{9147E1CA-ECB7-FB63-8D72-AA7D866FD01B}"/>
              </a:ext>
            </a:extLst>
          </p:cNvPr>
          <p:cNvSpPr/>
          <p:nvPr/>
        </p:nvSpPr>
        <p:spPr>
          <a:xfrm>
            <a:off x="9187124" y="197008"/>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rgbClr val="A6A6A6"/>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marL="0" marR="0" lvl="0" indent="0" algn="ctr" defTabSz="622275"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a:ea typeface="+mn-ea"/>
                <a:cs typeface="Arial"/>
              </a:rPr>
              <a:t>I</a:t>
            </a:r>
          </a:p>
        </p:txBody>
      </p:sp>
      <p:sp>
        <p:nvSpPr>
          <p:cNvPr id="30" name="Freeform 39">
            <a:extLst>
              <a:ext uri="{FF2B5EF4-FFF2-40B4-BE49-F238E27FC236}">
                <a16:creationId xmlns:a16="http://schemas.microsoft.com/office/drawing/2014/main" id="{F6BDAA35-FA99-7CB0-12B5-B024A015EAE5}"/>
              </a:ext>
            </a:extLst>
          </p:cNvPr>
          <p:cNvSpPr/>
          <p:nvPr/>
        </p:nvSpPr>
        <p:spPr>
          <a:xfrm>
            <a:off x="9763774" y="197008"/>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chemeClr val="bg1">
              <a:lumMod val="6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74676" tIns="37338" rIns="98478" bIns="37338" numCol="1" spcCol="1270" anchor="ctr" anchorCtr="0">
            <a:noAutofit/>
          </a:bodyPr>
          <a:lstStyle/>
          <a:p>
            <a:pPr marL="0" marR="0" lvl="0" indent="0" algn="ctr" defTabSz="622275"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a:ea typeface="+mn-ea"/>
                <a:cs typeface="Arial"/>
              </a:rPr>
              <a:t>C</a:t>
            </a:r>
          </a:p>
        </p:txBody>
      </p:sp>
      <p:pic>
        <p:nvPicPr>
          <p:cNvPr id="31" name="Picture 30" descr="A black and white logo&#10;&#10;AI-generated content may be incorrect.">
            <a:extLst>
              <a:ext uri="{FF2B5EF4-FFF2-40B4-BE49-F238E27FC236}">
                <a16:creationId xmlns:a16="http://schemas.microsoft.com/office/drawing/2014/main" id="{070545DA-2076-331A-19F1-A942130782E5}"/>
              </a:ext>
            </a:extLst>
          </p:cNvPr>
          <p:cNvPicPr>
            <a:picLocks noChangeAspect="1"/>
          </p:cNvPicPr>
          <p:nvPr/>
        </p:nvPicPr>
        <p:blipFill>
          <a:blip r:embed="rId2"/>
          <a:stretch>
            <a:fillRect/>
          </a:stretch>
        </p:blipFill>
        <p:spPr>
          <a:xfrm>
            <a:off x="10557318" y="121767"/>
            <a:ext cx="1549998" cy="955573"/>
          </a:xfrm>
          <a:prstGeom prst="rect">
            <a:avLst/>
          </a:prstGeom>
        </p:spPr>
      </p:pic>
      <p:sp>
        <p:nvSpPr>
          <p:cNvPr id="32" name="Title 1">
            <a:extLst>
              <a:ext uri="{FF2B5EF4-FFF2-40B4-BE49-F238E27FC236}">
                <a16:creationId xmlns:a16="http://schemas.microsoft.com/office/drawing/2014/main" id="{FB20C88B-08C7-D07C-8066-89786B974BA1}"/>
              </a:ext>
            </a:extLst>
          </p:cNvPr>
          <p:cNvSpPr>
            <a:spLocks noGrp="1"/>
          </p:cNvSpPr>
          <p:nvPr>
            <p:ph type="title"/>
          </p:nvPr>
        </p:nvSpPr>
        <p:spPr>
          <a:xfrm>
            <a:off x="206193" y="121707"/>
            <a:ext cx="4039341" cy="847224"/>
          </a:xfrm>
        </p:spPr>
        <p:txBody>
          <a:bodyPr/>
          <a:lstStyle/>
          <a:p>
            <a:r>
              <a:rPr lang="en-US" sz="2000" kern="1100" cap="all" spc="200" dirty="0">
                <a:solidFill>
                  <a:srgbClr val="0070C0"/>
                </a:solidFill>
                <a:latin typeface="Verdana"/>
              </a:rPr>
              <a:t>Intangible Benefits </a:t>
            </a:r>
            <a:br>
              <a:rPr lang="en-US" sz="2000" kern="1100" cap="all" spc="200" dirty="0">
                <a:solidFill>
                  <a:srgbClr val="0070C0"/>
                </a:solidFill>
                <a:latin typeface="Verdana"/>
              </a:rPr>
            </a:br>
            <a:r>
              <a:rPr lang="en-US" sz="2000" kern="1100" cap="all" spc="200" dirty="0">
                <a:solidFill>
                  <a:srgbClr val="0070C0"/>
                </a:solidFill>
                <a:latin typeface="Verdana"/>
              </a:rPr>
              <a:t>Confirmation</a:t>
            </a:r>
            <a:endParaRPr lang="es-MX" sz="2000" kern="1100" cap="all" spc="200" dirty="0">
              <a:solidFill>
                <a:srgbClr val="0070C0"/>
              </a:solidFill>
              <a:latin typeface="Verdana"/>
            </a:endParaRPr>
          </a:p>
        </p:txBody>
      </p:sp>
      <p:graphicFrame>
        <p:nvGraphicFramePr>
          <p:cNvPr id="33" name="Table 32">
            <a:extLst>
              <a:ext uri="{FF2B5EF4-FFF2-40B4-BE49-F238E27FC236}">
                <a16:creationId xmlns:a16="http://schemas.microsoft.com/office/drawing/2014/main" id="{5EF531C2-BB9C-170C-6577-BAD3100CBA20}"/>
              </a:ext>
            </a:extLst>
          </p:cNvPr>
          <p:cNvGraphicFramePr>
            <a:graphicFrameLocks noGrp="1"/>
          </p:cNvGraphicFramePr>
          <p:nvPr>
            <p:extLst>
              <p:ext uri="{D42A27DB-BD31-4B8C-83A1-F6EECF244321}">
                <p14:modId xmlns:p14="http://schemas.microsoft.com/office/powerpoint/2010/main" val="1358468713"/>
              </p:ext>
            </p:extLst>
          </p:nvPr>
        </p:nvGraphicFramePr>
        <p:xfrm>
          <a:off x="346137" y="843903"/>
          <a:ext cx="7207864" cy="4526318"/>
        </p:xfrm>
        <a:graphic>
          <a:graphicData uri="http://schemas.openxmlformats.org/drawingml/2006/table">
            <a:tbl>
              <a:tblPr/>
              <a:tblGrid>
                <a:gridCol w="1660015">
                  <a:extLst>
                    <a:ext uri="{9D8B030D-6E8A-4147-A177-3AD203B41FA5}">
                      <a16:colId xmlns:a16="http://schemas.microsoft.com/office/drawing/2014/main" val="100246057"/>
                    </a:ext>
                  </a:extLst>
                </a:gridCol>
                <a:gridCol w="259378">
                  <a:extLst>
                    <a:ext uri="{9D8B030D-6E8A-4147-A177-3AD203B41FA5}">
                      <a16:colId xmlns:a16="http://schemas.microsoft.com/office/drawing/2014/main" val="482358279"/>
                    </a:ext>
                  </a:extLst>
                </a:gridCol>
                <a:gridCol w="1538971">
                  <a:extLst>
                    <a:ext uri="{9D8B030D-6E8A-4147-A177-3AD203B41FA5}">
                      <a16:colId xmlns:a16="http://schemas.microsoft.com/office/drawing/2014/main" val="2641842738"/>
                    </a:ext>
                  </a:extLst>
                </a:gridCol>
                <a:gridCol w="259378">
                  <a:extLst>
                    <a:ext uri="{9D8B030D-6E8A-4147-A177-3AD203B41FA5}">
                      <a16:colId xmlns:a16="http://schemas.microsoft.com/office/drawing/2014/main" val="4243523210"/>
                    </a:ext>
                  </a:extLst>
                </a:gridCol>
                <a:gridCol w="1210427">
                  <a:extLst>
                    <a:ext uri="{9D8B030D-6E8A-4147-A177-3AD203B41FA5}">
                      <a16:colId xmlns:a16="http://schemas.microsoft.com/office/drawing/2014/main" val="2177685006"/>
                    </a:ext>
                  </a:extLst>
                </a:gridCol>
                <a:gridCol w="239262">
                  <a:extLst>
                    <a:ext uri="{9D8B030D-6E8A-4147-A177-3AD203B41FA5}">
                      <a16:colId xmlns:a16="http://schemas.microsoft.com/office/drawing/2014/main" val="2289210266"/>
                    </a:ext>
                  </a:extLst>
                </a:gridCol>
                <a:gridCol w="830007">
                  <a:extLst>
                    <a:ext uri="{9D8B030D-6E8A-4147-A177-3AD203B41FA5}">
                      <a16:colId xmlns:a16="http://schemas.microsoft.com/office/drawing/2014/main" val="2147532667"/>
                    </a:ext>
                  </a:extLst>
                </a:gridCol>
                <a:gridCol w="242085">
                  <a:extLst>
                    <a:ext uri="{9D8B030D-6E8A-4147-A177-3AD203B41FA5}">
                      <a16:colId xmlns:a16="http://schemas.microsoft.com/office/drawing/2014/main" val="3483161020"/>
                    </a:ext>
                  </a:extLst>
                </a:gridCol>
                <a:gridCol w="968341">
                  <a:extLst>
                    <a:ext uri="{9D8B030D-6E8A-4147-A177-3AD203B41FA5}">
                      <a16:colId xmlns:a16="http://schemas.microsoft.com/office/drawing/2014/main" val="1857166891"/>
                    </a:ext>
                  </a:extLst>
                </a:gridCol>
              </a:tblGrid>
              <a:tr h="294218">
                <a:tc gridSpan="9">
                  <a:txBody>
                    <a:bodyPr/>
                    <a:lstStyle/>
                    <a:p>
                      <a:pPr algn="ctr" fontAlgn="b"/>
                      <a:r>
                        <a:rPr lang="es-MX" sz="1600" b="1" i="0" u="none" strike="noStrike" dirty="0">
                          <a:solidFill>
                            <a:srgbClr val="FFFFFF"/>
                          </a:solidFill>
                          <a:effectLst/>
                          <a:latin typeface="Calibri" panose="020F0502020204030204" pitchFamily="34" charset="0"/>
                        </a:rPr>
                        <a:t>ACTUAL</a:t>
                      </a:r>
                    </a:p>
                  </a:txBody>
                  <a:tcPr marL="0" marR="0" marT="0" marB="0" anchor="b">
                    <a:lnL>
                      <a:noFill/>
                    </a:lnL>
                    <a:lnR>
                      <a:noFill/>
                    </a:lnR>
                    <a:lnT>
                      <a:noFill/>
                    </a:lnT>
                    <a:lnB>
                      <a:noFill/>
                    </a:lnB>
                    <a:solidFill>
                      <a:srgbClr val="002060"/>
                    </a:solidFill>
                  </a:tcPr>
                </a:tc>
                <a:tc hMerge="1">
                  <a:txBody>
                    <a:bodyPr/>
                    <a:lstStyle/>
                    <a:p>
                      <a:endParaRPr lang="es-MX"/>
                    </a:p>
                  </a:txBody>
                  <a:tcPr/>
                </a:tc>
                <a:tc hMerge="1">
                  <a:txBody>
                    <a:bodyPr/>
                    <a:lstStyle/>
                    <a:p>
                      <a:endParaRPr lang="es-MX"/>
                    </a:p>
                  </a:txBody>
                  <a:tcPr/>
                </a:tc>
                <a:tc hMerge="1">
                  <a:txBody>
                    <a:bodyPr/>
                    <a:lstStyle/>
                    <a:p>
                      <a:endParaRPr lang="es-MX"/>
                    </a:p>
                  </a:txBody>
                  <a:tcPr/>
                </a:tc>
                <a:tc hMerge="1">
                  <a:txBody>
                    <a:bodyPr/>
                    <a:lstStyle/>
                    <a:p>
                      <a:endParaRPr lang="es-MX"/>
                    </a:p>
                  </a:txBody>
                  <a:tcPr/>
                </a:tc>
                <a:tc hMerge="1">
                  <a:txBody>
                    <a:bodyPr/>
                    <a:lstStyle/>
                    <a:p>
                      <a:endParaRPr lang="es-MX"/>
                    </a:p>
                  </a:txBody>
                  <a:tcPr>
                    <a:lnL w="12700" cmpd="sng">
                      <a:noFill/>
                      <a:prstDash val="solid"/>
                    </a:lnL>
                  </a:tcPr>
                </a:tc>
                <a:tc hMerge="1">
                  <a:txBody>
                    <a:bodyPr/>
                    <a:lstStyle/>
                    <a:p>
                      <a:endParaRPr lang="es-MX"/>
                    </a:p>
                  </a:txBody>
                  <a:tcPr/>
                </a:tc>
                <a:tc hMerge="1">
                  <a:txBody>
                    <a:bodyPr/>
                    <a:lstStyle/>
                    <a:p>
                      <a:endParaRPr lang="es-MX"/>
                    </a:p>
                  </a:txBody>
                  <a:tcPr/>
                </a:tc>
                <a:tc hMerge="1">
                  <a:txBody>
                    <a:bodyPr/>
                    <a:lstStyle/>
                    <a:p>
                      <a:endParaRPr lang="es-MX"/>
                    </a:p>
                  </a:txBody>
                  <a:tcPr/>
                </a:tc>
                <a:extLst>
                  <a:ext uri="{0D108BD9-81ED-4DB2-BD59-A6C34878D82A}">
                    <a16:rowId xmlns:a16="http://schemas.microsoft.com/office/drawing/2014/main" val="698962799"/>
                  </a:ext>
                </a:extLst>
              </a:tr>
              <a:tr h="201749">
                <a:tc>
                  <a:txBody>
                    <a:bodyPr/>
                    <a:lstStyle/>
                    <a:p>
                      <a:pPr algn="l" fontAlgn="b"/>
                      <a:endParaRPr lang="es-MX" sz="1100" b="0" i="0" u="none" strike="noStrike" dirty="0">
                        <a:solidFill>
                          <a:srgbClr val="000000"/>
                        </a:solidFill>
                        <a:effectLst/>
                        <a:latin typeface="Calibri" panose="020F0502020204030204" pitchFamily="34" charset="0"/>
                      </a:endParaRPr>
                    </a:p>
                  </a:txBody>
                  <a:tcPr marL="0" marR="0" marT="0" marB="0" anchor="b">
                    <a:lnL>
                      <a:noFill/>
                    </a:lnL>
                    <a:lnR>
                      <a:noFill/>
                    </a:lnR>
                    <a:lnT>
                      <a:noFill/>
                    </a:lnT>
                    <a:lnB>
                      <a:noFill/>
                    </a:lnB>
                  </a:tcPr>
                </a:tc>
                <a:tc>
                  <a:txBody>
                    <a:bodyPr/>
                    <a:lstStyle/>
                    <a:p>
                      <a:pPr algn="l" fontAlgn="b"/>
                      <a:endParaRPr lang="es-MX" sz="1100" b="0" i="0" u="none" strike="noStrike" dirty="0">
                        <a:solidFill>
                          <a:srgbClr val="000000"/>
                        </a:solidFill>
                        <a:effectLst/>
                        <a:latin typeface="Calibri" panose="020F0502020204030204" pitchFamily="34" charset="0"/>
                      </a:endParaRPr>
                    </a:p>
                  </a:txBody>
                  <a:tcPr marL="0" marR="0" marT="0" marB="0" anchor="b">
                    <a:lnL>
                      <a:noFill/>
                    </a:lnL>
                    <a:lnR>
                      <a:noFill/>
                    </a:lnR>
                    <a:lnT>
                      <a:noFill/>
                    </a:lnT>
                    <a:lnB>
                      <a:noFill/>
                    </a:lnB>
                  </a:tcPr>
                </a:tc>
                <a:tc>
                  <a:txBody>
                    <a:bodyPr/>
                    <a:lstStyle/>
                    <a:p>
                      <a:pPr algn="l" fontAlgn="b"/>
                      <a:endParaRPr lang="es-MX" sz="1100" b="0" i="0" u="none" strike="noStrike" dirty="0">
                        <a:solidFill>
                          <a:srgbClr val="000000"/>
                        </a:solidFill>
                        <a:effectLst/>
                        <a:latin typeface="Calibri" panose="020F0502020204030204" pitchFamily="34" charset="0"/>
                      </a:endParaRPr>
                    </a:p>
                  </a:txBody>
                  <a:tcPr marL="0" marR="0" marT="0" marB="0" anchor="b">
                    <a:lnL>
                      <a:noFill/>
                    </a:lnL>
                    <a:lnR>
                      <a:noFill/>
                    </a:lnR>
                    <a:lnT>
                      <a:noFill/>
                    </a:lnT>
                    <a:lnB>
                      <a:noFill/>
                    </a:lnB>
                  </a:tcPr>
                </a:tc>
                <a:tc>
                  <a:txBody>
                    <a:bodyPr/>
                    <a:lstStyle/>
                    <a:p>
                      <a:pPr algn="l" fontAlgn="b"/>
                      <a:endParaRPr lang="es-MX" sz="1100" b="0" i="0" u="none" strike="noStrike" dirty="0">
                        <a:solidFill>
                          <a:srgbClr val="000000"/>
                        </a:solidFill>
                        <a:effectLst/>
                        <a:latin typeface="Calibri" panose="020F0502020204030204" pitchFamily="34" charset="0"/>
                      </a:endParaRPr>
                    </a:p>
                  </a:txBody>
                  <a:tcPr marL="0" marR="0" marT="0" marB="0" anchor="b">
                    <a:lnL>
                      <a:noFill/>
                    </a:lnL>
                    <a:lnR>
                      <a:noFill/>
                    </a:lnR>
                    <a:lnT>
                      <a:noFill/>
                    </a:lnT>
                    <a:lnB>
                      <a:noFill/>
                    </a:lnB>
                  </a:tcPr>
                </a:tc>
                <a:tc>
                  <a:txBody>
                    <a:bodyPr/>
                    <a:lstStyle/>
                    <a:p>
                      <a:pPr algn="l" fontAlgn="b"/>
                      <a:endParaRPr lang="es-MX" sz="1100" b="0" i="0" u="none" strike="noStrike" dirty="0">
                        <a:solidFill>
                          <a:srgbClr val="000000"/>
                        </a:solidFill>
                        <a:effectLst/>
                        <a:latin typeface="Calibri" panose="020F0502020204030204" pitchFamily="34" charset="0"/>
                      </a:endParaRPr>
                    </a:p>
                  </a:txBody>
                  <a:tcPr marL="0" marR="0" marT="0" marB="0" anchor="b">
                    <a:lnL>
                      <a:noFill/>
                    </a:lnL>
                    <a:lnR>
                      <a:noFill/>
                    </a:lnR>
                    <a:lnT>
                      <a:noFill/>
                    </a:lnT>
                    <a:lnB>
                      <a:noFill/>
                    </a:lnB>
                  </a:tcPr>
                </a:tc>
                <a:tc rowSpan="2">
                  <a:txBody>
                    <a:bodyPr/>
                    <a:lstStyle/>
                    <a:p>
                      <a:pPr algn="l" fontAlgn="b"/>
                      <a:endParaRPr lang="es-MX" sz="1100" b="0" i="0" u="none" strike="noStrike" dirty="0">
                        <a:solidFill>
                          <a:srgbClr val="000000"/>
                        </a:solidFill>
                        <a:effectLst/>
                        <a:latin typeface="Calibri" panose="020F0502020204030204" pitchFamily="34" charset="0"/>
                      </a:endParaRPr>
                    </a:p>
                  </a:txBody>
                  <a:tcPr marL="0" marR="0" marT="0" marB="0" anchor="b">
                    <a:lnL w="12700" cmpd="sng">
                      <a:noFill/>
                      <a:prstDash val="solid"/>
                    </a:lnL>
                    <a:lnR>
                      <a:noFill/>
                    </a:lnR>
                    <a:lnT w="12700" cmpd="sng">
                      <a:noFill/>
                      <a:prstDash val="solid"/>
                    </a:lnT>
                    <a:lnB>
                      <a:noFill/>
                    </a:lnB>
                    <a:lnTlToBr w="12700" cmpd="sng">
                      <a:noFill/>
                      <a:prstDash val="solid"/>
                    </a:lnTlToBr>
                    <a:lnBlToTr w="12700" cmpd="sng">
                      <a:noFill/>
                      <a:prstDash val="solid"/>
                    </a:lnBlToTr>
                  </a:tcPr>
                </a:tc>
                <a:tc>
                  <a:txBody>
                    <a:bodyPr/>
                    <a:lstStyle/>
                    <a:p>
                      <a:pPr algn="l" fontAlgn="b"/>
                      <a:endParaRPr lang="es-MX" sz="1100" b="0" i="0" u="none" strike="noStrike" dirty="0">
                        <a:solidFill>
                          <a:srgbClr val="000000"/>
                        </a:solidFill>
                        <a:effectLst/>
                        <a:latin typeface="Calibri" panose="020F0502020204030204" pitchFamily="34" charset="0"/>
                      </a:endParaRPr>
                    </a:p>
                  </a:txBody>
                  <a:tcPr marL="0" marR="0" marT="0" marB="0" anchor="b">
                    <a:lnL>
                      <a:noFill/>
                    </a:lnL>
                    <a:lnR>
                      <a:noFill/>
                    </a:lnR>
                    <a:lnT>
                      <a:noFill/>
                    </a:lnT>
                    <a:lnB>
                      <a:noFill/>
                    </a:lnB>
                  </a:tcPr>
                </a:tc>
                <a:tc>
                  <a:txBody>
                    <a:bodyPr/>
                    <a:lstStyle/>
                    <a:p>
                      <a:pPr algn="l" fontAlgn="b"/>
                      <a:endParaRPr lang="es-MX" sz="1100" b="0" i="0" u="none" strike="noStrike" dirty="0">
                        <a:solidFill>
                          <a:srgbClr val="000000"/>
                        </a:solidFill>
                        <a:effectLst/>
                        <a:latin typeface="Calibri" panose="020F0502020204030204" pitchFamily="34" charset="0"/>
                      </a:endParaRPr>
                    </a:p>
                  </a:txBody>
                  <a:tcPr marL="0" marR="0" marT="0" marB="0" anchor="b">
                    <a:lnL>
                      <a:noFill/>
                    </a:lnL>
                    <a:lnR>
                      <a:noFill/>
                    </a:lnR>
                    <a:lnT>
                      <a:noFill/>
                    </a:lnT>
                    <a:lnB>
                      <a:noFill/>
                    </a:lnB>
                  </a:tcPr>
                </a:tc>
                <a:tc>
                  <a:txBody>
                    <a:bodyPr/>
                    <a:lstStyle/>
                    <a:p>
                      <a:pPr algn="l" fontAlgn="b"/>
                      <a:endParaRPr lang="es-MX" sz="1100" b="0" i="0" u="none" strike="noStrike" dirty="0">
                        <a:solidFill>
                          <a:srgbClr val="000000"/>
                        </a:solidFill>
                        <a:effectLst/>
                        <a:latin typeface="Calibri" panose="020F0502020204030204" pitchFamily="34" charset="0"/>
                      </a:endParaRPr>
                    </a:p>
                  </a:txBody>
                  <a:tcPr marL="0" marR="0" marT="0" marB="0" anchor="b">
                    <a:lnL>
                      <a:noFill/>
                    </a:lnL>
                    <a:lnR>
                      <a:noFill/>
                    </a:lnR>
                    <a:lnT>
                      <a:noFill/>
                    </a:lnT>
                    <a:lnB>
                      <a:noFill/>
                    </a:lnB>
                  </a:tcPr>
                </a:tc>
                <a:extLst>
                  <a:ext uri="{0D108BD9-81ED-4DB2-BD59-A6C34878D82A}">
                    <a16:rowId xmlns:a16="http://schemas.microsoft.com/office/drawing/2014/main" val="2427812241"/>
                  </a:ext>
                </a:extLst>
              </a:tr>
              <a:tr h="509632">
                <a:tc rowSpan="2">
                  <a:txBody>
                    <a:bodyPr/>
                    <a:lstStyle/>
                    <a:p>
                      <a:pPr algn="ctr" fontAlgn="ctr"/>
                      <a:r>
                        <a:rPr lang="en-US" sz="1000" b="1" i="0" u="none" strike="noStrike" dirty="0">
                          <a:solidFill>
                            <a:srgbClr val="000000"/>
                          </a:solidFill>
                          <a:effectLst/>
                          <a:latin typeface="Calibri" panose="020F0502020204030204" pitchFamily="34" charset="0"/>
                        </a:rPr>
                        <a:t>Internal request process</a:t>
                      </a:r>
                    </a:p>
                  </a:txBody>
                  <a:tcPr marL="0" marR="0" marT="0" marB="0" anchor="ctr">
                    <a:lnL>
                      <a:noFill/>
                    </a:lnL>
                    <a:lnR>
                      <a:noFill/>
                    </a:lnR>
                    <a:lnT>
                      <a:noFill/>
                    </a:lnT>
                    <a:lnB>
                      <a:noFill/>
                    </a:lnB>
                    <a:solidFill>
                      <a:srgbClr val="92D050"/>
                    </a:solidFill>
                  </a:tcPr>
                </a:tc>
                <a:tc rowSpan="2">
                  <a:txBody>
                    <a:bodyPr/>
                    <a:lstStyle/>
                    <a:p>
                      <a:pPr algn="ctr" fontAlgn="ctr"/>
                      <a:endParaRPr lang="es-MX" sz="1000" b="1" i="0" u="none" strike="noStrike" dirty="0">
                        <a:solidFill>
                          <a:srgbClr val="FFFFFF"/>
                        </a:solidFill>
                        <a:effectLst/>
                        <a:latin typeface="Calibri" panose="020F0502020204030204" pitchFamily="34" charset="0"/>
                      </a:endParaRPr>
                    </a:p>
                  </a:txBody>
                  <a:tcPr marL="0" marR="0" marT="0" marB="0" anchor="b">
                    <a:lnL>
                      <a:noFill/>
                    </a:lnL>
                    <a:lnR>
                      <a:noFill/>
                    </a:lnR>
                    <a:lnT>
                      <a:noFill/>
                    </a:lnT>
                    <a:lnB>
                      <a:noFill/>
                    </a:lnB>
                  </a:tcPr>
                </a:tc>
                <a:tc rowSpan="2">
                  <a:txBody>
                    <a:bodyPr/>
                    <a:lstStyle/>
                    <a:p>
                      <a:pPr algn="ctr" fontAlgn="ctr"/>
                      <a:r>
                        <a:rPr lang="en-US" sz="1000" b="1" i="0" u="none" strike="noStrike" dirty="0">
                          <a:solidFill>
                            <a:srgbClr val="000000"/>
                          </a:solidFill>
                          <a:effectLst/>
                          <a:latin typeface="Calibri" panose="020F0502020204030204" pitchFamily="34" charset="0"/>
                        </a:rPr>
                        <a:t>Consolidate Information</a:t>
                      </a:r>
                    </a:p>
                  </a:txBody>
                  <a:tcPr marL="0" marR="0" marT="0" marB="0" anchor="ctr">
                    <a:lnL>
                      <a:noFill/>
                    </a:lnL>
                    <a:lnR>
                      <a:noFill/>
                    </a:lnR>
                    <a:lnT>
                      <a:noFill/>
                    </a:lnT>
                    <a:lnB>
                      <a:noFill/>
                    </a:lnB>
                    <a:solidFill>
                      <a:srgbClr val="92D050"/>
                    </a:solidFill>
                  </a:tcPr>
                </a:tc>
                <a:tc rowSpan="2">
                  <a:txBody>
                    <a:bodyPr/>
                    <a:lstStyle/>
                    <a:p>
                      <a:pPr algn="ctr" fontAlgn="ctr"/>
                      <a:endParaRPr lang="es-MX" sz="1000" b="1" i="0" u="none" strike="noStrike" dirty="0">
                        <a:solidFill>
                          <a:srgbClr val="FFFFFF"/>
                        </a:solidFill>
                        <a:effectLst/>
                        <a:latin typeface="Calibri" panose="020F0502020204030204" pitchFamily="34" charset="0"/>
                      </a:endParaRPr>
                    </a:p>
                  </a:txBody>
                  <a:tcPr marL="0" marR="0" marT="0" marB="0" anchor="b">
                    <a:lnL>
                      <a:noFill/>
                    </a:lnL>
                    <a:lnR>
                      <a:noFill/>
                    </a:lnR>
                    <a:lnT>
                      <a:noFill/>
                    </a:lnT>
                    <a:lnB>
                      <a:noFill/>
                    </a:lnB>
                  </a:tcPr>
                </a:tc>
                <a:tc rowSpan="2">
                  <a:txBody>
                    <a:bodyPr/>
                    <a:lstStyle/>
                    <a:p>
                      <a:pPr algn="ctr" fontAlgn="ctr"/>
                      <a:r>
                        <a:rPr lang="en-US" sz="1000" b="1" i="0" u="none" strike="noStrike" dirty="0">
                          <a:solidFill>
                            <a:srgbClr val="000000"/>
                          </a:solidFill>
                          <a:effectLst/>
                          <a:latin typeface="Calibri" panose="020F0502020204030204" pitchFamily="34" charset="0"/>
                        </a:rPr>
                        <a:t>Generate Reports</a:t>
                      </a:r>
                    </a:p>
                  </a:txBody>
                  <a:tcPr marL="0" marR="0" marT="0" marB="0" anchor="ctr">
                    <a:lnL>
                      <a:noFill/>
                    </a:lnL>
                    <a:lnR>
                      <a:noFill/>
                    </a:lnR>
                    <a:lnT>
                      <a:noFill/>
                    </a:lnT>
                    <a:lnB>
                      <a:noFill/>
                    </a:lnB>
                    <a:solidFill>
                      <a:srgbClr val="92D050"/>
                    </a:solidFill>
                  </a:tcPr>
                </a:tc>
                <a:tc vMerge="1">
                  <a:txBody>
                    <a:bodyPr/>
                    <a:lstStyle/>
                    <a:p>
                      <a:pPr algn="ctr" fontAlgn="ctr"/>
                      <a:endParaRPr lang="es-MX" sz="1000" b="1" i="0" u="none" strike="noStrike" dirty="0">
                        <a:solidFill>
                          <a:srgbClr val="FFFFFF"/>
                        </a:solidFill>
                        <a:effectLst/>
                        <a:latin typeface="Calibri" panose="020F0502020204030204" pitchFamily="34" charset="0"/>
                      </a:endParaRPr>
                    </a:p>
                  </a:txBody>
                  <a:tcPr marL="0" marR="0" marT="0" marB="0" anchor="ctr">
                    <a:lnL>
                      <a:noFill/>
                    </a:lnL>
                    <a:lnR>
                      <a:noFill/>
                    </a:lnR>
                    <a:lnT>
                      <a:noFill/>
                    </a:lnT>
                    <a:lnB>
                      <a:noFill/>
                    </a:lnB>
                  </a:tcPr>
                </a:tc>
                <a:tc rowSpan="2">
                  <a:txBody>
                    <a:bodyPr/>
                    <a:lstStyle/>
                    <a:p>
                      <a:pPr algn="ctr" fontAlgn="ctr"/>
                      <a:r>
                        <a:rPr lang="es-MX" sz="1000" b="1" i="0" u="none" strike="noStrike" dirty="0">
                          <a:solidFill>
                            <a:srgbClr val="000000"/>
                          </a:solidFill>
                          <a:effectLst/>
                          <a:latin typeface="Calibri" panose="020F0502020204030204" pitchFamily="34" charset="0"/>
                        </a:rPr>
                        <a:t>Months per year</a:t>
                      </a:r>
                    </a:p>
                  </a:txBody>
                  <a:tcPr marL="0" marR="0" marT="0" marB="0" anchor="ctr">
                    <a:lnL>
                      <a:noFill/>
                    </a:lnL>
                    <a:lnR>
                      <a:noFill/>
                    </a:lnR>
                    <a:lnT>
                      <a:noFill/>
                    </a:lnT>
                    <a:lnB>
                      <a:noFill/>
                    </a:lnB>
                    <a:solidFill>
                      <a:srgbClr val="F4B084"/>
                    </a:solidFill>
                  </a:tcPr>
                </a:tc>
                <a:tc rowSpan="2">
                  <a:txBody>
                    <a:bodyPr/>
                    <a:lstStyle/>
                    <a:p>
                      <a:pPr algn="ctr" fontAlgn="ctr"/>
                      <a:endParaRPr lang="es-MX" sz="1000" b="1" i="0" u="none" strike="noStrike" dirty="0">
                        <a:solidFill>
                          <a:srgbClr val="FFFFFF"/>
                        </a:solidFill>
                        <a:effectLst/>
                        <a:latin typeface="Calibri" panose="020F0502020204030204" pitchFamily="34" charset="0"/>
                      </a:endParaRPr>
                    </a:p>
                  </a:txBody>
                  <a:tcPr marL="0" marR="0" marT="0" marB="0" anchor="b">
                    <a:lnL>
                      <a:noFill/>
                    </a:lnL>
                    <a:lnR>
                      <a:noFill/>
                    </a:lnR>
                    <a:lnT>
                      <a:noFill/>
                    </a:lnT>
                    <a:lnB>
                      <a:noFill/>
                    </a:lnB>
                  </a:tcPr>
                </a:tc>
                <a:tc rowSpan="2">
                  <a:txBody>
                    <a:bodyPr/>
                    <a:lstStyle/>
                    <a:p>
                      <a:pPr algn="ctr" fontAlgn="ctr"/>
                      <a:r>
                        <a:rPr lang="es-MX" sz="1000" b="1" i="0" u="none" strike="noStrike" dirty="0">
                          <a:solidFill>
                            <a:srgbClr val="FFFFFF"/>
                          </a:solidFill>
                          <a:effectLst/>
                          <a:latin typeface="Calibri" panose="020F0502020204030204" pitchFamily="34" charset="0"/>
                        </a:rPr>
                        <a:t>Annual hours worked</a:t>
                      </a:r>
                    </a:p>
                  </a:txBody>
                  <a:tcPr marL="0" marR="0" marT="0" marB="0" anchor="ctr">
                    <a:lnL>
                      <a:noFill/>
                    </a:lnL>
                    <a:lnR>
                      <a:noFill/>
                    </a:lnR>
                    <a:lnT>
                      <a:noFill/>
                    </a:lnT>
                    <a:lnB>
                      <a:noFill/>
                    </a:lnB>
                    <a:solidFill>
                      <a:srgbClr val="2F75B5"/>
                    </a:solidFill>
                  </a:tcPr>
                </a:tc>
                <a:extLst>
                  <a:ext uri="{0D108BD9-81ED-4DB2-BD59-A6C34878D82A}">
                    <a16:rowId xmlns:a16="http://schemas.microsoft.com/office/drawing/2014/main" val="2105592237"/>
                  </a:ext>
                </a:extLst>
              </a:tr>
              <a:tr h="297366">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rowSpan="2">
                  <a:txBody>
                    <a:bodyPr/>
                    <a:lstStyle/>
                    <a:p>
                      <a:r>
                        <a:rPr lang="es-MX" dirty="0"/>
                        <a:t>X</a:t>
                      </a:r>
                      <a:endParaRPr lang="en-US" dirty="0"/>
                    </a:p>
                  </a:txBody>
                  <a:tcPr anchor="b">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435319568"/>
                  </a:ext>
                </a:extLst>
              </a:tr>
              <a:tr h="752595">
                <a:tc>
                  <a:txBody>
                    <a:bodyPr/>
                    <a:lstStyle/>
                    <a:p>
                      <a:pPr algn="ctr" fontAlgn="b"/>
                      <a:endParaRPr lang="es-MX" sz="2400" b="0" i="0" u="none" strike="noStrike" dirty="0">
                        <a:solidFill>
                          <a:srgbClr val="000000"/>
                        </a:solidFill>
                        <a:effectLst/>
                        <a:latin typeface="Calibri" panose="020F0502020204030204" pitchFamily="34" charset="0"/>
                      </a:endParaRPr>
                    </a:p>
                    <a:p>
                      <a:pPr algn="ctr" fontAlgn="b"/>
                      <a:r>
                        <a:rPr lang="es-MX" sz="2400" b="0" i="0" u="none" strike="noStrike" dirty="0">
                          <a:solidFill>
                            <a:srgbClr val="000000"/>
                          </a:solidFill>
                          <a:effectLst/>
                          <a:latin typeface="Calibri" panose="020F0502020204030204" pitchFamily="34" charset="0"/>
                        </a:rPr>
                        <a:t>3</a:t>
                      </a:r>
                      <a:endParaRPr lang="es-MX" sz="1100" b="0" i="0" u="none" strike="noStrike" dirty="0">
                        <a:solidFill>
                          <a:srgbClr val="000000"/>
                        </a:solidFill>
                        <a:effectLst/>
                        <a:latin typeface="Calibri" panose="020F0502020204030204" pitchFamily="34" charset="0"/>
                      </a:endParaRPr>
                    </a:p>
                  </a:txBody>
                  <a:tcPr marL="0" marR="0" marT="0" marB="0" anchor="b">
                    <a:lnL>
                      <a:noFill/>
                    </a:lnL>
                    <a:lnR>
                      <a:noFill/>
                    </a:lnR>
                    <a:lnT w="12700" cmpd="sng">
                      <a:noFill/>
                      <a:prstDash val="solid"/>
                    </a:lnT>
                    <a:lnB>
                      <a:noFill/>
                    </a:lnB>
                  </a:tcPr>
                </a:tc>
                <a:tc>
                  <a:txBody>
                    <a:bodyPr/>
                    <a:lstStyle/>
                    <a:p>
                      <a:pPr algn="ctr" fontAlgn="b"/>
                      <a:r>
                        <a:rPr lang="es-MX" sz="2400" b="0" i="0" u="none" strike="noStrike" dirty="0">
                          <a:solidFill>
                            <a:srgbClr val="000000"/>
                          </a:solidFill>
                          <a:effectLst/>
                          <a:latin typeface="Calibri" panose="020F0502020204030204" pitchFamily="34" charset="0"/>
                        </a:rPr>
                        <a:t>+</a:t>
                      </a:r>
                    </a:p>
                  </a:txBody>
                  <a:tcPr marL="0" marR="0" marT="0" marB="0" anchor="b">
                    <a:lnL>
                      <a:noFill/>
                    </a:lnL>
                    <a:lnR>
                      <a:noFill/>
                    </a:lnR>
                    <a:lnT w="12700" cmpd="sng">
                      <a:noFill/>
                      <a:prstDash val="solid"/>
                    </a:lnT>
                    <a:lnB>
                      <a:noFill/>
                    </a:lnB>
                  </a:tcPr>
                </a:tc>
                <a:tc>
                  <a:txBody>
                    <a:bodyPr/>
                    <a:lstStyle/>
                    <a:p>
                      <a:pPr algn="ctr" fontAlgn="b"/>
                      <a:endParaRPr lang="es-MX" sz="2400" b="0" i="0" u="none" strike="noStrike" dirty="0">
                        <a:solidFill>
                          <a:srgbClr val="000000"/>
                        </a:solidFill>
                        <a:effectLst/>
                        <a:latin typeface="Calibri" panose="020F0502020204030204" pitchFamily="34" charset="0"/>
                      </a:endParaRPr>
                    </a:p>
                    <a:p>
                      <a:pPr algn="ctr" fontAlgn="b"/>
                      <a:r>
                        <a:rPr lang="es-MX" sz="2400" b="0" i="0" u="none" strike="noStrike" dirty="0">
                          <a:solidFill>
                            <a:srgbClr val="000000"/>
                          </a:solidFill>
                          <a:effectLst/>
                          <a:latin typeface="Calibri" panose="020F0502020204030204" pitchFamily="34" charset="0"/>
                        </a:rPr>
                        <a:t>1</a:t>
                      </a:r>
                      <a:endParaRPr lang="es-MX" sz="1100" b="0" i="0" u="none" strike="noStrike" dirty="0">
                        <a:solidFill>
                          <a:srgbClr val="000000"/>
                        </a:solidFill>
                        <a:effectLst/>
                        <a:latin typeface="Calibri" panose="020F0502020204030204" pitchFamily="34" charset="0"/>
                      </a:endParaRPr>
                    </a:p>
                  </a:txBody>
                  <a:tcPr marL="0" marR="0" marT="0" marB="0" anchor="b">
                    <a:lnL>
                      <a:noFill/>
                    </a:lnL>
                    <a:lnR>
                      <a:noFill/>
                    </a:lnR>
                    <a:lnT w="12700" cmpd="sng">
                      <a:noFill/>
                      <a:prstDash val="solid"/>
                    </a:lnT>
                    <a:lnB>
                      <a:noFill/>
                    </a:lnB>
                  </a:tcPr>
                </a:tc>
                <a:tc>
                  <a:txBody>
                    <a:bodyPr/>
                    <a:lstStyle/>
                    <a:p>
                      <a:pPr algn="ctr" fontAlgn="b"/>
                      <a:r>
                        <a:rPr lang="es-MX" sz="2400" b="0" i="0" u="none" strike="noStrike" dirty="0">
                          <a:solidFill>
                            <a:srgbClr val="000000"/>
                          </a:solidFill>
                          <a:effectLst/>
                          <a:latin typeface="Calibri" panose="020F0502020204030204" pitchFamily="34" charset="0"/>
                        </a:rPr>
                        <a:t>+</a:t>
                      </a:r>
                    </a:p>
                  </a:txBody>
                  <a:tcPr marL="0" marR="0" marT="0" marB="0" anchor="b">
                    <a:lnL>
                      <a:noFill/>
                    </a:lnL>
                    <a:lnR>
                      <a:noFill/>
                    </a:lnR>
                    <a:lnT w="12700" cmpd="sng">
                      <a:noFill/>
                      <a:prstDash val="solid"/>
                    </a:lnT>
                    <a:lnB>
                      <a:noFill/>
                    </a:lnB>
                  </a:tcPr>
                </a:tc>
                <a:tc>
                  <a:txBody>
                    <a:bodyPr/>
                    <a:lstStyle/>
                    <a:p>
                      <a:pPr algn="ctr" fontAlgn="b"/>
                      <a:r>
                        <a:rPr lang="es-MX" sz="2400" b="0" i="0" u="none" strike="noStrike" dirty="0">
                          <a:solidFill>
                            <a:srgbClr val="000000"/>
                          </a:solidFill>
                          <a:effectLst/>
                          <a:latin typeface="Calibri" panose="020F0502020204030204" pitchFamily="34" charset="0"/>
                        </a:rPr>
                        <a:t>1</a:t>
                      </a:r>
                    </a:p>
                  </a:txBody>
                  <a:tcPr marL="0" marR="0" marT="0" marB="0" anchor="b">
                    <a:lnL>
                      <a:noFill/>
                    </a:lnL>
                    <a:lnR>
                      <a:noFill/>
                    </a:lnR>
                    <a:lnT w="12700" cmpd="sng">
                      <a:noFill/>
                      <a:prstDash val="solid"/>
                    </a:lnT>
                    <a:lnB>
                      <a:noFill/>
                    </a:lnB>
                  </a:tcPr>
                </a:tc>
                <a:tc vMerge="1">
                  <a:txBody>
                    <a:bodyPr/>
                    <a:lstStyle/>
                    <a:p>
                      <a:pPr algn="ctr" fontAlgn="b"/>
                      <a:r>
                        <a:rPr lang="es-MX" sz="2400" b="0" i="0" u="none" strike="noStrike" dirty="0">
                          <a:solidFill>
                            <a:srgbClr val="000000"/>
                          </a:solidFill>
                          <a:effectLst/>
                          <a:latin typeface="Calibri" panose="020F0502020204030204" pitchFamily="34" charset="0"/>
                        </a:rPr>
                        <a:t>x</a:t>
                      </a:r>
                    </a:p>
                  </a:txBody>
                  <a:tcPr marL="0" marR="0" marT="0" marB="0" anchor="b">
                    <a:lnL>
                      <a:noFill/>
                    </a:lnL>
                    <a:lnR>
                      <a:noFill/>
                    </a:lnR>
                    <a:lnT w="12700" cmpd="sng">
                      <a:noFill/>
                      <a:prstDash val="solid"/>
                    </a:lnT>
                    <a:lnB>
                      <a:noFill/>
                    </a:lnB>
                  </a:tcPr>
                </a:tc>
                <a:tc>
                  <a:txBody>
                    <a:bodyPr/>
                    <a:lstStyle/>
                    <a:p>
                      <a:pPr algn="ctr" fontAlgn="b"/>
                      <a:r>
                        <a:rPr lang="es-MX" sz="2400" b="0" i="0" u="none" strike="noStrike" dirty="0">
                          <a:solidFill>
                            <a:srgbClr val="000000"/>
                          </a:solidFill>
                          <a:effectLst/>
                          <a:latin typeface="Calibri" panose="020F0502020204030204" pitchFamily="34" charset="0"/>
                        </a:rPr>
                        <a:t>12</a:t>
                      </a:r>
                    </a:p>
                  </a:txBody>
                  <a:tcPr marL="0" marR="0" marT="0" marB="0" anchor="b">
                    <a:lnL>
                      <a:noFill/>
                    </a:lnL>
                    <a:lnR>
                      <a:noFill/>
                    </a:lnR>
                    <a:lnT w="12700" cmpd="sng">
                      <a:noFill/>
                      <a:prstDash val="solid"/>
                    </a:lnT>
                    <a:lnB>
                      <a:noFill/>
                    </a:lnB>
                  </a:tcPr>
                </a:tc>
                <a:tc>
                  <a:txBody>
                    <a:bodyPr/>
                    <a:lstStyle/>
                    <a:p>
                      <a:pPr algn="ctr" fontAlgn="b"/>
                      <a:r>
                        <a:rPr lang="es-MX" sz="2400" b="0" i="0" u="none" strike="noStrike" dirty="0">
                          <a:solidFill>
                            <a:srgbClr val="000000"/>
                          </a:solidFill>
                          <a:effectLst/>
                          <a:latin typeface="Calibri" panose="020F0502020204030204" pitchFamily="34" charset="0"/>
                        </a:rPr>
                        <a:t>=</a:t>
                      </a:r>
                    </a:p>
                  </a:txBody>
                  <a:tcPr marL="0" marR="0" marT="0" marB="0" anchor="b">
                    <a:lnL>
                      <a:noFill/>
                    </a:lnL>
                    <a:lnR>
                      <a:noFill/>
                    </a:lnR>
                    <a:lnT w="12700" cmpd="sng">
                      <a:noFill/>
                      <a:prstDash val="solid"/>
                    </a:lnT>
                    <a:lnB>
                      <a:noFill/>
                    </a:lnB>
                  </a:tcPr>
                </a:tc>
                <a:tc>
                  <a:txBody>
                    <a:bodyPr/>
                    <a:lstStyle/>
                    <a:p>
                      <a:pPr algn="ctr" fontAlgn="b"/>
                      <a:r>
                        <a:rPr lang="es-MX" sz="2400" b="0" i="0" u="none" strike="noStrike" dirty="0">
                          <a:solidFill>
                            <a:srgbClr val="000000"/>
                          </a:solidFill>
                          <a:effectLst/>
                          <a:latin typeface="Calibri" panose="020F0502020204030204" pitchFamily="34" charset="0"/>
                        </a:rPr>
                        <a:t>60</a:t>
                      </a:r>
                    </a:p>
                  </a:txBody>
                  <a:tcPr marL="0" marR="0" marT="0" marB="0" anchor="b">
                    <a:lnL>
                      <a:noFill/>
                    </a:lnL>
                    <a:lnR>
                      <a:noFill/>
                    </a:lnR>
                    <a:lnT w="12700" cmpd="sng">
                      <a:noFill/>
                      <a:prstDash val="solid"/>
                    </a:lnT>
                    <a:lnB>
                      <a:noFill/>
                    </a:lnB>
                  </a:tcPr>
                </a:tc>
                <a:extLst>
                  <a:ext uri="{0D108BD9-81ED-4DB2-BD59-A6C34878D82A}">
                    <a16:rowId xmlns:a16="http://schemas.microsoft.com/office/drawing/2014/main" val="2291187341"/>
                  </a:ext>
                </a:extLst>
              </a:tr>
              <a:tr h="448823">
                <a:tc>
                  <a:txBody>
                    <a:bodyPr/>
                    <a:lstStyle/>
                    <a:p>
                      <a:pPr algn="ctr" fontAlgn="b"/>
                      <a:endParaRPr lang="es-MX" sz="2400" b="0" i="0" u="none" strike="noStrike" dirty="0">
                        <a:solidFill>
                          <a:srgbClr val="000000"/>
                        </a:solidFill>
                        <a:effectLst/>
                        <a:latin typeface="Calibri" panose="020F0502020204030204" pitchFamily="34" charset="0"/>
                      </a:endParaRPr>
                    </a:p>
                  </a:txBody>
                  <a:tcPr marL="0" marR="0" marT="0" marB="0" anchor="b">
                    <a:lnL>
                      <a:noFill/>
                    </a:lnL>
                    <a:lnR>
                      <a:noFill/>
                    </a:lnR>
                    <a:lnT w="12700" cmpd="sng">
                      <a:noFill/>
                      <a:prstDash val="solid"/>
                    </a:lnT>
                    <a:lnB>
                      <a:noFill/>
                    </a:lnB>
                  </a:tcPr>
                </a:tc>
                <a:tc>
                  <a:txBody>
                    <a:bodyPr/>
                    <a:lstStyle/>
                    <a:p>
                      <a:pPr algn="ctr" fontAlgn="b"/>
                      <a:endParaRPr lang="es-MX" sz="2400" b="0" i="0" u="none" strike="noStrike" dirty="0">
                        <a:solidFill>
                          <a:srgbClr val="000000"/>
                        </a:solidFill>
                        <a:effectLst/>
                        <a:latin typeface="Calibri" panose="020F0502020204030204" pitchFamily="34" charset="0"/>
                      </a:endParaRPr>
                    </a:p>
                  </a:txBody>
                  <a:tcPr marL="0" marR="0" marT="0" marB="0" anchor="b">
                    <a:lnL>
                      <a:noFill/>
                    </a:lnL>
                    <a:lnR>
                      <a:noFill/>
                    </a:lnR>
                    <a:lnT w="12700" cmpd="sng">
                      <a:noFill/>
                      <a:prstDash val="solid"/>
                    </a:lnT>
                    <a:lnB>
                      <a:noFill/>
                    </a:lnB>
                  </a:tcPr>
                </a:tc>
                <a:tc>
                  <a:txBody>
                    <a:bodyPr/>
                    <a:lstStyle/>
                    <a:p>
                      <a:pPr algn="ctr" fontAlgn="b"/>
                      <a:endParaRPr lang="es-MX" sz="2400" b="0" i="0" u="none" strike="noStrike" dirty="0">
                        <a:solidFill>
                          <a:srgbClr val="000000"/>
                        </a:solidFill>
                        <a:effectLst/>
                        <a:latin typeface="Calibri" panose="020F0502020204030204" pitchFamily="34" charset="0"/>
                      </a:endParaRPr>
                    </a:p>
                  </a:txBody>
                  <a:tcPr marL="0" marR="0" marT="0" marB="0" anchor="b">
                    <a:lnL>
                      <a:noFill/>
                    </a:lnL>
                    <a:lnR>
                      <a:noFill/>
                    </a:lnR>
                    <a:lnT w="12700" cmpd="sng">
                      <a:noFill/>
                      <a:prstDash val="solid"/>
                    </a:lnT>
                    <a:lnB>
                      <a:noFill/>
                    </a:lnB>
                  </a:tcPr>
                </a:tc>
                <a:tc>
                  <a:txBody>
                    <a:bodyPr/>
                    <a:lstStyle/>
                    <a:p>
                      <a:pPr algn="ctr" fontAlgn="b"/>
                      <a:endParaRPr lang="es-MX" sz="2400" b="0" i="0" u="none" strike="noStrike" dirty="0">
                        <a:solidFill>
                          <a:srgbClr val="000000"/>
                        </a:solidFill>
                        <a:effectLst/>
                        <a:latin typeface="Calibri" panose="020F0502020204030204" pitchFamily="34" charset="0"/>
                      </a:endParaRPr>
                    </a:p>
                  </a:txBody>
                  <a:tcPr marL="0" marR="0" marT="0" marB="0" anchor="b">
                    <a:lnL>
                      <a:noFill/>
                    </a:lnL>
                    <a:lnR>
                      <a:noFill/>
                    </a:lnR>
                    <a:lnT w="12700" cmpd="sng">
                      <a:noFill/>
                      <a:prstDash val="solid"/>
                    </a:lnT>
                    <a:lnB>
                      <a:noFill/>
                    </a:lnB>
                  </a:tcPr>
                </a:tc>
                <a:tc>
                  <a:txBody>
                    <a:bodyPr/>
                    <a:lstStyle/>
                    <a:p>
                      <a:pPr algn="ctr" fontAlgn="b"/>
                      <a:endParaRPr lang="es-MX" sz="2400" b="0" i="0" u="none" strike="noStrike" dirty="0">
                        <a:solidFill>
                          <a:srgbClr val="000000"/>
                        </a:solidFill>
                        <a:effectLst/>
                        <a:latin typeface="Calibri" panose="020F0502020204030204" pitchFamily="34" charset="0"/>
                      </a:endParaRPr>
                    </a:p>
                  </a:txBody>
                  <a:tcPr marL="0" marR="0" marT="0" marB="0" anchor="b">
                    <a:lnL>
                      <a:noFill/>
                    </a:lnL>
                    <a:lnR>
                      <a:noFill/>
                    </a:lnR>
                    <a:lnT w="12700" cmpd="sng">
                      <a:noFill/>
                      <a:prstDash val="solid"/>
                    </a:lnT>
                    <a:lnB>
                      <a:noFill/>
                    </a:lnB>
                  </a:tcPr>
                </a:tc>
                <a:tc>
                  <a:txBody>
                    <a:bodyPr/>
                    <a:lstStyle/>
                    <a:p>
                      <a:pPr algn="ctr" fontAlgn="b"/>
                      <a:endParaRPr lang="es-MX" sz="2400" b="0" i="0" u="none" strike="noStrike" dirty="0">
                        <a:solidFill>
                          <a:srgbClr val="000000"/>
                        </a:solidFill>
                        <a:effectLst/>
                        <a:latin typeface="Calibri" panose="020F0502020204030204" pitchFamily="34" charset="0"/>
                      </a:endParaRPr>
                    </a:p>
                  </a:txBody>
                  <a:tcPr marL="0" marR="0" marT="0" marB="0" anchor="b">
                    <a:lnL w="12700" cmpd="sng">
                      <a:noFill/>
                      <a:prstDash val="solid"/>
                    </a:lnL>
                    <a:lnR>
                      <a:noFill/>
                    </a:lnR>
                    <a:lnT w="12700" cmpd="sng">
                      <a:noFill/>
                      <a:prstDash val="solid"/>
                    </a:lnT>
                    <a:lnB>
                      <a:noFill/>
                    </a:lnB>
                    <a:lnTlToBr w="12700" cmpd="sng">
                      <a:noFill/>
                      <a:prstDash val="solid"/>
                    </a:lnTlToBr>
                    <a:lnBlToTr w="12700" cmpd="sng">
                      <a:noFill/>
                      <a:prstDash val="solid"/>
                    </a:lnBlToTr>
                  </a:tcPr>
                </a:tc>
                <a:tc>
                  <a:txBody>
                    <a:bodyPr/>
                    <a:lstStyle/>
                    <a:p>
                      <a:pPr algn="ctr" fontAlgn="b"/>
                      <a:endParaRPr lang="es-MX" sz="2400" b="0" i="0" u="none" strike="noStrike" dirty="0">
                        <a:solidFill>
                          <a:srgbClr val="000000"/>
                        </a:solidFill>
                        <a:effectLst/>
                        <a:latin typeface="Calibri" panose="020F0502020204030204" pitchFamily="34" charset="0"/>
                      </a:endParaRPr>
                    </a:p>
                  </a:txBody>
                  <a:tcPr marL="0" marR="0" marT="0" marB="0" anchor="b">
                    <a:lnL>
                      <a:noFill/>
                    </a:lnL>
                    <a:lnR>
                      <a:noFill/>
                    </a:lnR>
                    <a:lnT w="12700" cmpd="sng">
                      <a:noFill/>
                      <a:prstDash val="solid"/>
                    </a:lnT>
                    <a:lnB>
                      <a:noFill/>
                    </a:lnB>
                  </a:tcPr>
                </a:tc>
                <a:tc>
                  <a:txBody>
                    <a:bodyPr/>
                    <a:lstStyle/>
                    <a:p>
                      <a:pPr algn="ctr" fontAlgn="b"/>
                      <a:endParaRPr lang="es-MX" sz="2400" b="0" i="0" u="none" strike="noStrike" dirty="0">
                        <a:solidFill>
                          <a:srgbClr val="000000"/>
                        </a:solidFill>
                        <a:effectLst/>
                        <a:latin typeface="Calibri" panose="020F0502020204030204" pitchFamily="34" charset="0"/>
                      </a:endParaRPr>
                    </a:p>
                  </a:txBody>
                  <a:tcPr marL="0" marR="0" marT="0" marB="0" anchor="b">
                    <a:lnL>
                      <a:noFill/>
                    </a:lnL>
                    <a:lnR>
                      <a:noFill/>
                    </a:lnR>
                    <a:lnT w="12700" cmpd="sng">
                      <a:noFill/>
                      <a:prstDash val="solid"/>
                    </a:lnT>
                    <a:lnB>
                      <a:noFill/>
                    </a:lnB>
                  </a:tcPr>
                </a:tc>
                <a:tc>
                  <a:txBody>
                    <a:bodyPr/>
                    <a:lstStyle/>
                    <a:p>
                      <a:pPr algn="ctr" fontAlgn="b"/>
                      <a:endParaRPr lang="es-MX" sz="2400" b="0" i="0" u="none" strike="noStrike" dirty="0">
                        <a:solidFill>
                          <a:srgbClr val="000000"/>
                        </a:solidFill>
                        <a:effectLst/>
                        <a:latin typeface="Calibri" panose="020F0502020204030204" pitchFamily="34" charset="0"/>
                      </a:endParaRPr>
                    </a:p>
                  </a:txBody>
                  <a:tcPr marL="0" marR="0" marT="0" marB="0" anchor="b">
                    <a:lnL>
                      <a:noFill/>
                    </a:lnL>
                    <a:lnR>
                      <a:noFill/>
                    </a:lnR>
                    <a:lnT w="12700" cmpd="sng">
                      <a:noFill/>
                      <a:prstDash val="solid"/>
                    </a:lnT>
                    <a:lnB>
                      <a:noFill/>
                    </a:lnB>
                  </a:tcPr>
                </a:tc>
                <a:extLst>
                  <a:ext uri="{0D108BD9-81ED-4DB2-BD59-A6C34878D82A}">
                    <a16:rowId xmlns:a16="http://schemas.microsoft.com/office/drawing/2014/main" val="2867421364"/>
                  </a:ext>
                </a:extLst>
              </a:tr>
              <a:tr h="294218">
                <a:tc gridSpan="9">
                  <a:txBody>
                    <a:bodyPr/>
                    <a:lstStyle/>
                    <a:p>
                      <a:pPr algn="ctr" fontAlgn="b"/>
                      <a:r>
                        <a:rPr lang="es-MX" sz="1600" b="1" i="0" u="none" strike="noStrike" dirty="0">
                          <a:solidFill>
                            <a:srgbClr val="FFFFFF"/>
                          </a:solidFill>
                          <a:effectLst/>
                          <a:latin typeface="Calibri" panose="020F0502020204030204" pitchFamily="34" charset="0"/>
                        </a:rPr>
                        <a:t>OPTIMIZED</a:t>
                      </a:r>
                    </a:p>
                  </a:txBody>
                  <a:tcPr marL="0" marR="0" marT="0" marB="0" anchor="b">
                    <a:lnL>
                      <a:noFill/>
                    </a:lnL>
                    <a:lnR>
                      <a:noFill/>
                    </a:lnR>
                    <a:lnT>
                      <a:noFill/>
                    </a:lnT>
                    <a:lnB>
                      <a:noFill/>
                    </a:lnB>
                    <a:solidFill>
                      <a:srgbClr val="002060"/>
                    </a:solidFill>
                  </a:tcPr>
                </a:tc>
                <a:tc hMerge="1">
                  <a:txBody>
                    <a:bodyPr/>
                    <a:lstStyle/>
                    <a:p>
                      <a:endParaRPr lang="es-MX"/>
                    </a:p>
                  </a:txBody>
                  <a:tcPr/>
                </a:tc>
                <a:tc hMerge="1">
                  <a:txBody>
                    <a:bodyPr/>
                    <a:lstStyle/>
                    <a:p>
                      <a:endParaRPr lang="es-MX"/>
                    </a:p>
                  </a:txBody>
                  <a:tcPr/>
                </a:tc>
                <a:tc hMerge="1">
                  <a:txBody>
                    <a:bodyPr/>
                    <a:lstStyle/>
                    <a:p>
                      <a:endParaRPr lang="es-MX"/>
                    </a:p>
                  </a:txBody>
                  <a:tcPr/>
                </a:tc>
                <a:tc hMerge="1">
                  <a:txBody>
                    <a:bodyPr/>
                    <a:lstStyle/>
                    <a:p>
                      <a:endParaRPr lang="es-MX"/>
                    </a:p>
                  </a:txBody>
                  <a:tcPr/>
                </a:tc>
                <a:tc hMerge="1">
                  <a:txBody>
                    <a:bodyPr/>
                    <a:lstStyle/>
                    <a:p>
                      <a:endParaRPr lang="es-MX"/>
                    </a:p>
                  </a:txBody>
                  <a:tcPr>
                    <a:lnL w="12700" cmpd="sng">
                      <a:noFill/>
                      <a:prstDash val="solid"/>
                    </a:lnL>
                    <a:lnT w="12700" cmpd="sng">
                      <a:noFill/>
                      <a:prstDash val="solid"/>
                    </a:lnT>
                  </a:tcPr>
                </a:tc>
                <a:tc hMerge="1">
                  <a:txBody>
                    <a:bodyPr/>
                    <a:lstStyle/>
                    <a:p>
                      <a:endParaRPr lang="es-MX"/>
                    </a:p>
                  </a:txBody>
                  <a:tcPr/>
                </a:tc>
                <a:tc hMerge="1">
                  <a:txBody>
                    <a:bodyPr/>
                    <a:lstStyle/>
                    <a:p>
                      <a:endParaRPr lang="es-MX"/>
                    </a:p>
                  </a:txBody>
                  <a:tcPr/>
                </a:tc>
                <a:tc hMerge="1">
                  <a:txBody>
                    <a:bodyPr/>
                    <a:lstStyle/>
                    <a:p>
                      <a:endParaRPr lang="es-MX"/>
                    </a:p>
                  </a:txBody>
                  <a:tcPr/>
                </a:tc>
                <a:extLst>
                  <a:ext uri="{0D108BD9-81ED-4DB2-BD59-A6C34878D82A}">
                    <a16:rowId xmlns:a16="http://schemas.microsoft.com/office/drawing/2014/main" val="778161661"/>
                  </a:ext>
                </a:extLst>
              </a:tr>
              <a:tr h="201749">
                <a:tc>
                  <a:txBody>
                    <a:bodyPr/>
                    <a:lstStyle/>
                    <a:p>
                      <a:pPr algn="l" fontAlgn="b"/>
                      <a:endParaRPr lang="es-MX" sz="1100" b="0" i="0" u="none" strike="noStrike" dirty="0">
                        <a:solidFill>
                          <a:srgbClr val="000000"/>
                        </a:solidFill>
                        <a:effectLst/>
                        <a:latin typeface="Calibri" panose="020F0502020204030204" pitchFamily="34" charset="0"/>
                      </a:endParaRPr>
                    </a:p>
                  </a:txBody>
                  <a:tcPr marL="0" marR="0" marT="0" marB="0" anchor="b">
                    <a:lnL>
                      <a:noFill/>
                    </a:lnL>
                    <a:lnR>
                      <a:noFill/>
                    </a:lnR>
                    <a:lnT>
                      <a:noFill/>
                    </a:lnT>
                    <a:lnB>
                      <a:noFill/>
                    </a:lnB>
                  </a:tcPr>
                </a:tc>
                <a:tc>
                  <a:txBody>
                    <a:bodyPr/>
                    <a:lstStyle/>
                    <a:p>
                      <a:pPr algn="l" fontAlgn="b"/>
                      <a:endParaRPr lang="es-MX" sz="1100" b="0" i="0" u="none" strike="noStrike" dirty="0">
                        <a:solidFill>
                          <a:srgbClr val="000000"/>
                        </a:solidFill>
                        <a:effectLst/>
                        <a:latin typeface="Calibri" panose="020F0502020204030204" pitchFamily="34" charset="0"/>
                      </a:endParaRPr>
                    </a:p>
                  </a:txBody>
                  <a:tcPr marL="0" marR="0" marT="0" marB="0" anchor="b">
                    <a:lnL>
                      <a:noFill/>
                    </a:lnL>
                    <a:lnR>
                      <a:noFill/>
                    </a:lnR>
                    <a:lnT>
                      <a:noFill/>
                    </a:lnT>
                    <a:lnB>
                      <a:noFill/>
                    </a:lnB>
                  </a:tcPr>
                </a:tc>
                <a:tc>
                  <a:txBody>
                    <a:bodyPr/>
                    <a:lstStyle/>
                    <a:p>
                      <a:pPr algn="l" fontAlgn="b"/>
                      <a:endParaRPr lang="es-MX" sz="1100" b="0" i="0" u="none" strike="noStrike" dirty="0">
                        <a:solidFill>
                          <a:srgbClr val="000000"/>
                        </a:solidFill>
                        <a:effectLst/>
                        <a:latin typeface="Calibri" panose="020F0502020204030204" pitchFamily="34" charset="0"/>
                      </a:endParaRPr>
                    </a:p>
                  </a:txBody>
                  <a:tcPr marL="0" marR="0" marT="0" marB="0" anchor="b">
                    <a:lnL>
                      <a:noFill/>
                    </a:lnL>
                    <a:lnR>
                      <a:noFill/>
                    </a:lnR>
                    <a:lnT>
                      <a:noFill/>
                    </a:lnT>
                    <a:lnB>
                      <a:noFill/>
                    </a:lnB>
                  </a:tcPr>
                </a:tc>
                <a:tc>
                  <a:txBody>
                    <a:bodyPr/>
                    <a:lstStyle/>
                    <a:p>
                      <a:pPr algn="l" fontAlgn="b"/>
                      <a:endParaRPr lang="es-MX" sz="1100" b="0" i="0" u="none" strike="noStrike" dirty="0">
                        <a:solidFill>
                          <a:srgbClr val="000000"/>
                        </a:solidFill>
                        <a:effectLst/>
                        <a:latin typeface="Calibri" panose="020F0502020204030204" pitchFamily="34" charset="0"/>
                      </a:endParaRPr>
                    </a:p>
                  </a:txBody>
                  <a:tcPr marL="0" marR="0" marT="0" marB="0" anchor="b">
                    <a:lnL>
                      <a:noFill/>
                    </a:lnL>
                    <a:lnR>
                      <a:noFill/>
                    </a:lnR>
                    <a:lnT>
                      <a:noFill/>
                    </a:lnT>
                    <a:lnB>
                      <a:noFill/>
                    </a:lnB>
                  </a:tcPr>
                </a:tc>
                <a:tc>
                  <a:txBody>
                    <a:bodyPr/>
                    <a:lstStyle/>
                    <a:p>
                      <a:pPr algn="l" fontAlgn="b"/>
                      <a:endParaRPr lang="es-MX" sz="1100" b="0" i="0" u="none" strike="noStrike" dirty="0">
                        <a:solidFill>
                          <a:srgbClr val="000000"/>
                        </a:solidFill>
                        <a:effectLst/>
                        <a:latin typeface="Calibri" panose="020F0502020204030204" pitchFamily="34" charset="0"/>
                      </a:endParaRPr>
                    </a:p>
                  </a:txBody>
                  <a:tcPr marL="0" marR="0" marT="0" marB="0" anchor="b">
                    <a:lnL>
                      <a:noFill/>
                    </a:lnL>
                    <a:lnR>
                      <a:noFill/>
                    </a:lnR>
                    <a:lnT>
                      <a:noFill/>
                    </a:lnT>
                    <a:lnB>
                      <a:noFill/>
                    </a:lnB>
                  </a:tcPr>
                </a:tc>
                <a:tc>
                  <a:txBody>
                    <a:bodyPr/>
                    <a:lstStyle/>
                    <a:p>
                      <a:pPr algn="l" fontAlgn="b"/>
                      <a:endParaRPr lang="es-MX" sz="1100" b="0" i="0" u="none" strike="noStrike" dirty="0">
                        <a:solidFill>
                          <a:srgbClr val="000000"/>
                        </a:solidFill>
                        <a:effectLst/>
                        <a:latin typeface="Calibri" panose="020F0502020204030204" pitchFamily="34" charset="0"/>
                      </a:endParaRPr>
                    </a:p>
                  </a:txBody>
                  <a:tcPr marL="0" marR="0" marT="0" marB="0" anchor="b">
                    <a:lnL>
                      <a:noFill/>
                    </a:lnL>
                    <a:lnR>
                      <a:noFill/>
                    </a:lnR>
                    <a:lnB>
                      <a:noFill/>
                    </a:lnB>
                  </a:tcPr>
                </a:tc>
                <a:tc>
                  <a:txBody>
                    <a:bodyPr/>
                    <a:lstStyle/>
                    <a:p>
                      <a:pPr algn="l" fontAlgn="b"/>
                      <a:endParaRPr lang="es-MX" sz="1100" b="0" i="0" u="none" strike="noStrike" dirty="0">
                        <a:solidFill>
                          <a:srgbClr val="000000"/>
                        </a:solidFill>
                        <a:effectLst/>
                        <a:latin typeface="Calibri" panose="020F0502020204030204" pitchFamily="34" charset="0"/>
                      </a:endParaRPr>
                    </a:p>
                  </a:txBody>
                  <a:tcPr marL="0" marR="0" marT="0" marB="0" anchor="b">
                    <a:lnL>
                      <a:noFill/>
                    </a:lnL>
                    <a:lnR>
                      <a:noFill/>
                    </a:lnR>
                    <a:lnT>
                      <a:noFill/>
                    </a:lnT>
                    <a:lnB>
                      <a:noFill/>
                    </a:lnB>
                  </a:tcPr>
                </a:tc>
                <a:tc>
                  <a:txBody>
                    <a:bodyPr/>
                    <a:lstStyle/>
                    <a:p>
                      <a:pPr algn="l" fontAlgn="b"/>
                      <a:endParaRPr lang="es-MX" sz="1100" b="0" i="0" u="none" strike="noStrike" dirty="0">
                        <a:solidFill>
                          <a:srgbClr val="000000"/>
                        </a:solidFill>
                        <a:effectLst/>
                        <a:latin typeface="Calibri" panose="020F0502020204030204" pitchFamily="34" charset="0"/>
                      </a:endParaRPr>
                    </a:p>
                  </a:txBody>
                  <a:tcPr marL="0" marR="0" marT="0" marB="0" anchor="b">
                    <a:lnL>
                      <a:noFill/>
                    </a:lnL>
                    <a:lnR>
                      <a:noFill/>
                    </a:lnR>
                    <a:lnT>
                      <a:noFill/>
                    </a:lnT>
                    <a:lnB>
                      <a:noFill/>
                    </a:lnB>
                  </a:tcPr>
                </a:tc>
                <a:tc>
                  <a:txBody>
                    <a:bodyPr/>
                    <a:lstStyle/>
                    <a:p>
                      <a:pPr algn="l" fontAlgn="b"/>
                      <a:endParaRPr lang="es-MX" sz="1100" b="0" i="0" u="none" strike="noStrike" dirty="0">
                        <a:solidFill>
                          <a:srgbClr val="000000"/>
                        </a:solidFill>
                        <a:effectLst/>
                        <a:latin typeface="Calibri" panose="020F0502020204030204" pitchFamily="34" charset="0"/>
                      </a:endParaRPr>
                    </a:p>
                  </a:txBody>
                  <a:tcPr marL="0" marR="0" marT="0" marB="0" anchor="b">
                    <a:lnL>
                      <a:noFill/>
                    </a:lnL>
                    <a:lnR>
                      <a:noFill/>
                    </a:lnR>
                    <a:lnT>
                      <a:noFill/>
                    </a:lnT>
                    <a:lnB>
                      <a:noFill/>
                    </a:lnB>
                  </a:tcPr>
                </a:tc>
                <a:extLst>
                  <a:ext uri="{0D108BD9-81ED-4DB2-BD59-A6C34878D82A}">
                    <a16:rowId xmlns:a16="http://schemas.microsoft.com/office/drawing/2014/main" val="2936064183"/>
                  </a:ext>
                </a:extLst>
              </a:tr>
              <a:tr h="773373">
                <a:tc>
                  <a:txBody>
                    <a:bodyPr/>
                    <a:lstStyle/>
                    <a:p>
                      <a:pPr algn="ctr" fontAlgn="ctr"/>
                      <a:r>
                        <a:rPr lang="en-US" sz="1000" b="1" i="0" u="none" strike="noStrike" dirty="0">
                          <a:solidFill>
                            <a:srgbClr val="000000"/>
                          </a:solidFill>
                          <a:effectLst/>
                          <a:latin typeface="Calibri" panose="020F0502020204030204" pitchFamily="34" charset="0"/>
                        </a:rPr>
                        <a:t>Internal request process</a:t>
                      </a:r>
                    </a:p>
                  </a:txBody>
                  <a:tcPr marL="0" marR="0" marT="0" marB="0" anchor="ctr">
                    <a:lnL>
                      <a:noFill/>
                    </a:lnL>
                    <a:lnR>
                      <a:noFill/>
                    </a:lnR>
                    <a:lnT>
                      <a:noFill/>
                    </a:lnT>
                    <a:lnB>
                      <a:noFill/>
                    </a:lnB>
                    <a:solidFill>
                      <a:srgbClr val="B8E08C"/>
                    </a:solidFill>
                  </a:tcPr>
                </a:tc>
                <a:tc>
                  <a:txBody>
                    <a:bodyPr/>
                    <a:lstStyle/>
                    <a:p>
                      <a:pPr algn="ctr" fontAlgn="ctr"/>
                      <a:endParaRPr lang="es-MX" sz="1000" b="1" i="0" u="none" strike="noStrike" dirty="0">
                        <a:solidFill>
                          <a:srgbClr val="FFFFFF"/>
                        </a:solidFill>
                        <a:effectLst/>
                        <a:latin typeface="Calibri" panose="020F0502020204030204" pitchFamily="34" charset="0"/>
                      </a:endParaRPr>
                    </a:p>
                  </a:txBody>
                  <a:tcPr marL="0" marR="0" marT="0" marB="0" anchor="ctr">
                    <a:lnL>
                      <a:noFill/>
                    </a:lnL>
                    <a:lnR>
                      <a:noFill/>
                    </a:lnR>
                    <a:lnT>
                      <a:noFill/>
                    </a:lnT>
                    <a:lnB>
                      <a:noFill/>
                    </a:lnB>
                  </a:tcPr>
                </a:tc>
                <a:tc>
                  <a:txBody>
                    <a:bodyPr/>
                    <a:lstStyle/>
                    <a:p>
                      <a:pPr algn="ctr" fontAlgn="ctr"/>
                      <a:r>
                        <a:rPr lang="en-US" sz="1000" b="1" i="0" u="none" strike="noStrike" dirty="0">
                          <a:solidFill>
                            <a:srgbClr val="000000"/>
                          </a:solidFill>
                          <a:effectLst/>
                          <a:latin typeface="Calibri" panose="020F0502020204030204" pitchFamily="34" charset="0"/>
                        </a:rPr>
                        <a:t>Consolidate Information</a:t>
                      </a:r>
                    </a:p>
                  </a:txBody>
                  <a:tcPr marL="0" marR="0" marT="0" marB="0" anchor="ctr">
                    <a:lnL>
                      <a:noFill/>
                    </a:lnL>
                    <a:lnR>
                      <a:noFill/>
                    </a:lnR>
                    <a:lnT>
                      <a:noFill/>
                    </a:lnT>
                    <a:lnB>
                      <a:noFill/>
                    </a:lnB>
                    <a:solidFill>
                      <a:srgbClr val="B8E08C"/>
                    </a:solidFill>
                  </a:tcPr>
                </a:tc>
                <a:tc>
                  <a:txBody>
                    <a:bodyPr/>
                    <a:lstStyle/>
                    <a:p>
                      <a:pPr algn="ctr" fontAlgn="ctr"/>
                      <a:endParaRPr lang="es-MX" sz="1000" b="1" i="0" u="none" strike="noStrike" dirty="0">
                        <a:solidFill>
                          <a:srgbClr val="FFFFFF"/>
                        </a:solidFill>
                        <a:effectLst/>
                        <a:latin typeface="Calibri" panose="020F0502020204030204" pitchFamily="34" charset="0"/>
                      </a:endParaRPr>
                    </a:p>
                  </a:txBody>
                  <a:tcPr marL="0" marR="0" marT="0" marB="0" anchor="ctr">
                    <a:lnL>
                      <a:noFill/>
                    </a:lnL>
                    <a:lnR>
                      <a:noFill/>
                    </a:lnR>
                    <a:lnT>
                      <a:noFill/>
                    </a:lnT>
                    <a:lnB>
                      <a:noFill/>
                    </a:lnB>
                  </a:tcPr>
                </a:tc>
                <a:tc>
                  <a:txBody>
                    <a:bodyPr/>
                    <a:lstStyle/>
                    <a:p>
                      <a:pPr algn="ctr" fontAlgn="ctr"/>
                      <a:r>
                        <a:rPr lang="en-US" sz="1000" b="1" i="0" u="none" strike="noStrike" dirty="0">
                          <a:solidFill>
                            <a:srgbClr val="000000"/>
                          </a:solidFill>
                          <a:effectLst/>
                          <a:latin typeface="Calibri" panose="020F0502020204030204" pitchFamily="34" charset="0"/>
                        </a:rPr>
                        <a:t>Generate Reports</a:t>
                      </a:r>
                    </a:p>
                  </a:txBody>
                  <a:tcPr marL="0" marR="0" marT="0" marB="0" anchor="ctr">
                    <a:lnL>
                      <a:noFill/>
                    </a:lnL>
                    <a:lnR>
                      <a:noFill/>
                    </a:lnR>
                    <a:lnT>
                      <a:noFill/>
                    </a:lnT>
                    <a:lnB>
                      <a:noFill/>
                    </a:lnB>
                    <a:solidFill>
                      <a:srgbClr val="B8E08C"/>
                    </a:solidFill>
                  </a:tcPr>
                </a:tc>
                <a:tc>
                  <a:txBody>
                    <a:bodyPr/>
                    <a:lstStyle/>
                    <a:p>
                      <a:pPr algn="ctr" fontAlgn="ctr"/>
                      <a:endParaRPr lang="es-MX" sz="1000" b="1" i="0" u="none" strike="noStrike" dirty="0">
                        <a:solidFill>
                          <a:srgbClr val="FFFFFF"/>
                        </a:solidFill>
                        <a:effectLst/>
                        <a:latin typeface="Calibri" panose="020F0502020204030204" pitchFamily="34" charset="0"/>
                      </a:endParaRPr>
                    </a:p>
                  </a:txBody>
                  <a:tcPr marL="0" marR="0" marT="0" marB="0" anchor="ctr">
                    <a:lnL>
                      <a:noFill/>
                    </a:lnL>
                    <a:lnR>
                      <a:noFill/>
                    </a:lnR>
                    <a:lnT>
                      <a:noFill/>
                    </a:lnT>
                    <a:lnB>
                      <a:noFill/>
                    </a:lnB>
                  </a:tcPr>
                </a:tc>
                <a:tc>
                  <a:txBody>
                    <a:bodyPr/>
                    <a:lstStyle/>
                    <a:p>
                      <a:pPr algn="ctr" fontAlgn="ctr"/>
                      <a:r>
                        <a:rPr lang="es-MX" sz="1000" b="1" i="0" u="none" strike="noStrike" dirty="0">
                          <a:solidFill>
                            <a:srgbClr val="000000"/>
                          </a:solidFill>
                          <a:effectLst/>
                          <a:latin typeface="Calibri" panose="020F0502020204030204" pitchFamily="34" charset="0"/>
                        </a:rPr>
                        <a:t>Months per year</a:t>
                      </a:r>
                    </a:p>
                  </a:txBody>
                  <a:tcPr marL="0" marR="0" marT="0" marB="0" anchor="ctr">
                    <a:lnL>
                      <a:noFill/>
                    </a:lnL>
                    <a:lnR>
                      <a:noFill/>
                    </a:lnR>
                    <a:lnT>
                      <a:noFill/>
                    </a:lnT>
                    <a:lnB>
                      <a:noFill/>
                    </a:lnB>
                    <a:solidFill>
                      <a:srgbClr val="F8CBAD"/>
                    </a:solidFill>
                  </a:tcPr>
                </a:tc>
                <a:tc>
                  <a:txBody>
                    <a:bodyPr/>
                    <a:lstStyle/>
                    <a:p>
                      <a:pPr algn="ctr" fontAlgn="ctr"/>
                      <a:endParaRPr lang="es-MX" sz="1000" b="1" i="0" u="none" strike="noStrike" dirty="0">
                        <a:solidFill>
                          <a:srgbClr val="FFFFFF"/>
                        </a:solidFill>
                        <a:effectLst/>
                        <a:latin typeface="Calibri" panose="020F0502020204030204" pitchFamily="34" charset="0"/>
                      </a:endParaRPr>
                    </a:p>
                  </a:txBody>
                  <a:tcPr marL="0" marR="0" marT="0" marB="0" anchor="ctr">
                    <a:lnL>
                      <a:noFill/>
                    </a:lnL>
                    <a:lnR>
                      <a:noFill/>
                    </a:lnR>
                    <a:lnT>
                      <a:noFill/>
                    </a:lnT>
                    <a:lnB>
                      <a:noFill/>
                    </a:lnB>
                  </a:tcPr>
                </a:tc>
                <a:tc>
                  <a:txBody>
                    <a:bodyPr/>
                    <a:lstStyle/>
                    <a:p>
                      <a:pPr algn="ctr" fontAlgn="ctr"/>
                      <a:r>
                        <a:rPr lang="es-MX" sz="1000" b="1" i="0" u="none" strike="noStrike" dirty="0">
                          <a:solidFill>
                            <a:srgbClr val="000000"/>
                          </a:solidFill>
                          <a:effectLst/>
                          <a:latin typeface="Calibri" panose="020F0502020204030204" pitchFamily="34" charset="0"/>
                        </a:rPr>
                        <a:t>Annual hours worked</a:t>
                      </a:r>
                    </a:p>
                  </a:txBody>
                  <a:tcPr marL="0" marR="0" marT="0" marB="0" anchor="ctr">
                    <a:lnL>
                      <a:noFill/>
                    </a:lnL>
                    <a:lnR>
                      <a:noFill/>
                    </a:lnR>
                    <a:lnT>
                      <a:noFill/>
                    </a:lnT>
                    <a:lnB>
                      <a:noFill/>
                    </a:lnB>
                    <a:solidFill>
                      <a:srgbClr val="BDD7EE"/>
                    </a:solidFill>
                  </a:tcPr>
                </a:tc>
                <a:extLst>
                  <a:ext uri="{0D108BD9-81ED-4DB2-BD59-A6C34878D82A}">
                    <a16:rowId xmlns:a16="http://schemas.microsoft.com/office/drawing/2014/main" val="538095131"/>
                  </a:ext>
                </a:extLst>
              </a:tr>
              <a:tr h="752595">
                <a:tc>
                  <a:txBody>
                    <a:bodyPr/>
                    <a:lstStyle/>
                    <a:p>
                      <a:pPr algn="ctr" fontAlgn="b"/>
                      <a:endParaRPr lang="es-MX" sz="2400" b="0" i="0" u="none" strike="noStrike" dirty="0">
                        <a:solidFill>
                          <a:srgbClr val="000000"/>
                        </a:solidFill>
                        <a:effectLst/>
                        <a:latin typeface="Calibri" panose="020F0502020204030204" pitchFamily="34" charset="0"/>
                      </a:endParaRPr>
                    </a:p>
                    <a:p>
                      <a:pPr algn="ctr" fontAlgn="b"/>
                      <a:r>
                        <a:rPr lang="es-MX" sz="2400" b="0" i="0" u="none" strike="noStrike" dirty="0">
                          <a:solidFill>
                            <a:srgbClr val="000000"/>
                          </a:solidFill>
                          <a:effectLst/>
                          <a:latin typeface="Calibri" panose="020F0502020204030204" pitchFamily="34" charset="0"/>
                        </a:rPr>
                        <a:t>0.8</a:t>
                      </a:r>
                      <a:endParaRPr lang="es-MX" sz="1100" b="0" i="0" u="none" strike="noStrike" dirty="0">
                        <a:solidFill>
                          <a:srgbClr val="000000"/>
                        </a:solidFill>
                        <a:effectLst/>
                        <a:latin typeface="Calibri" panose="020F0502020204030204" pitchFamily="34" charset="0"/>
                      </a:endParaRPr>
                    </a:p>
                  </a:txBody>
                  <a:tcPr marL="0" marR="0" marT="0" marB="0">
                    <a:lnL>
                      <a:noFill/>
                    </a:lnL>
                    <a:lnR>
                      <a:noFill/>
                    </a:lnR>
                    <a:lnT>
                      <a:noFill/>
                    </a:lnT>
                    <a:lnB>
                      <a:noFill/>
                    </a:lnB>
                  </a:tcPr>
                </a:tc>
                <a:tc>
                  <a:txBody>
                    <a:bodyPr/>
                    <a:lstStyle/>
                    <a:p>
                      <a:pPr algn="ctr" fontAlgn="b"/>
                      <a:r>
                        <a:rPr lang="es-MX" sz="2400" b="0" i="0" u="none" strike="noStrike" dirty="0">
                          <a:solidFill>
                            <a:srgbClr val="000000"/>
                          </a:solidFill>
                          <a:effectLst/>
                          <a:latin typeface="Calibri" panose="020F0502020204030204" pitchFamily="34" charset="0"/>
                        </a:rPr>
                        <a:t>+</a:t>
                      </a:r>
                    </a:p>
                  </a:txBody>
                  <a:tcPr marL="0" marR="0" marT="0" marB="0" anchor="b">
                    <a:lnL>
                      <a:noFill/>
                    </a:lnL>
                    <a:lnR>
                      <a:noFill/>
                    </a:lnR>
                    <a:lnT>
                      <a:noFill/>
                    </a:lnT>
                    <a:lnB>
                      <a:noFill/>
                    </a:lnB>
                  </a:tcPr>
                </a:tc>
                <a:tc>
                  <a:txBody>
                    <a:bodyPr/>
                    <a:lstStyle/>
                    <a:p>
                      <a:pPr algn="ctr" fontAlgn="b"/>
                      <a:endParaRPr lang="es-MX" sz="2400" b="0" i="0" u="none" strike="noStrike" dirty="0">
                        <a:solidFill>
                          <a:srgbClr val="000000"/>
                        </a:solidFill>
                        <a:effectLst/>
                        <a:latin typeface="Calibri" panose="020F0502020204030204" pitchFamily="34" charset="0"/>
                      </a:endParaRPr>
                    </a:p>
                    <a:p>
                      <a:pPr algn="ctr" fontAlgn="b"/>
                      <a:r>
                        <a:rPr lang="es-MX" sz="2400" b="0" i="0" u="none" strike="noStrike" dirty="0">
                          <a:solidFill>
                            <a:srgbClr val="000000"/>
                          </a:solidFill>
                          <a:effectLst/>
                          <a:latin typeface="Calibri" panose="020F0502020204030204" pitchFamily="34" charset="0"/>
                        </a:rPr>
                        <a:t>0</a:t>
                      </a:r>
                      <a:endParaRPr lang="es-MX" sz="1100" b="0" i="0" u="none" strike="noStrike" dirty="0">
                        <a:solidFill>
                          <a:srgbClr val="000000"/>
                        </a:solidFill>
                        <a:effectLst/>
                        <a:latin typeface="Calibri" panose="020F0502020204030204" pitchFamily="34" charset="0"/>
                      </a:endParaRPr>
                    </a:p>
                  </a:txBody>
                  <a:tcPr marL="0" marR="0" marT="0" marB="0">
                    <a:lnL>
                      <a:noFill/>
                    </a:lnL>
                    <a:lnR>
                      <a:noFill/>
                    </a:lnR>
                    <a:lnT>
                      <a:noFill/>
                    </a:lnT>
                    <a:lnB>
                      <a:noFill/>
                    </a:lnB>
                  </a:tcPr>
                </a:tc>
                <a:tc>
                  <a:txBody>
                    <a:bodyPr/>
                    <a:lstStyle/>
                    <a:p>
                      <a:pPr algn="ctr" fontAlgn="b"/>
                      <a:r>
                        <a:rPr lang="es-MX" sz="2400" b="0" i="0" u="none" strike="noStrike" dirty="0">
                          <a:solidFill>
                            <a:srgbClr val="000000"/>
                          </a:solidFill>
                          <a:effectLst/>
                          <a:latin typeface="Calibri" panose="020F0502020204030204" pitchFamily="34" charset="0"/>
                        </a:rPr>
                        <a:t>+</a:t>
                      </a:r>
                    </a:p>
                  </a:txBody>
                  <a:tcPr marL="0" marR="0" marT="0" marB="0" anchor="b">
                    <a:lnL>
                      <a:noFill/>
                    </a:lnL>
                    <a:lnR>
                      <a:noFill/>
                    </a:lnR>
                    <a:lnT>
                      <a:noFill/>
                    </a:lnT>
                    <a:lnB>
                      <a:noFill/>
                    </a:lnB>
                  </a:tcPr>
                </a:tc>
                <a:tc>
                  <a:txBody>
                    <a:bodyPr/>
                    <a:lstStyle/>
                    <a:p>
                      <a:pPr algn="ctr" fontAlgn="b"/>
                      <a:r>
                        <a:rPr lang="es-MX" sz="2400" b="0" i="0" u="none" strike="noStrike" dirty="0">
                          <a:solidFill>
                            <a:srgbClr val="000000"/>
                          </a:solidFill>
                          <a:effectLst/>
                          <a:latin typeface="Calibri" panose="020F0502020204030204" pitchFamily="34" charset="0"/>
                        </a:rPr>
                        <a:t>0.2</a:t>
                      </a:r>
                    </a:p>
                  </a:txBody>
                  <a:tcPr marL="0" marR="0" marT="0" marB="0" anchor="b">
                    <a:lnL>
                      <a:noFill/>
                    </a:lnL>
                    <a:lnR>
                      <a:noFill/>
                    </a:lnR>
                    <a:lnT>
                      <a:noFill/>
                    </a:lnT>
                    <a:lnB>
                      <a:noFill/>
                    </a:lnB>
                  </a:tcPr>
                </a:tc>
                <a:tc>
                  <a:txBody>
                    <a:bodyPr/>
                    <a:lstStyle/>
                    <a:p>
                      <a:pPr algn="ctr" fontAlgn="b"/>
                      <a:r>
                        <a:rPr lang="es-MX" sz="2400" b="0" i="0" u="none" strike="noStrike" dirty="0">
                          <a:solidFill>
                            <a:srgbClr val="000000"/>
                          </a:solidFill>
                          <a:effectLst/>
                          <a:latin typeface="Calibri" panose="020F0502020204030204" pitchFamily="34" charset="0"/>
                        </a:rPr>
                        <a:t>x</a:t>
                      </a:r>
                    </a:p>
                  </a:txBody>
                  <a:tcPr marL="0" marR="0" marT="0" marB="0" anchor="b">
                    <a:lnL>
                      <a:noFill/>
                    </a:lnL>
                    <a:lnR>
                      <a:noFill/>
                    </a:lnR>
                    <a:lnT>
                      <a:noFill/>
                    </a:lnT>
                    <a:lnB>
                      <a:noFill/>
                    </a:lnB>
                  </a:tcPr>
                </a:tc>
                <a:tc>
                  <a:txBody>
                    <a:bodyPr/>
                    <a:lstStyle/>
                    <a:p>
                      <a:pPr algn="ctr" fontAlgn="b"/>
                      <a:r>
                        <a:rPr lang="es-MX" sz="2400" b="0" i="0" u="none" strike="noStrike" dirty="0">
                          <a:solidFill>
                            <a:srgbClr val="000000"/>
                          </a:solidFill>
                          <a:effectLst/>
                          <a:latin typeface="Calibri" panose="020F0502020204030204" pitchFamily="34" charset="0"/>
                        </a:rPr>
                        <a:t>12</a:t>
                      </a:r>
                    </a:p>
                  </a:txBody>
                  <a:tcPr marL="0" marR="0" marT="0" marB="0" anchor="b">
                    <a:lnL>
                      <a:noFill/>
                    </a:lnL>
                    <a:lnR>
                      <a:noFill/>
                    </a:lnR>
                    <a:lnT>
                      <a:noFill/>
                    </a:lnT>
                    <a:lnB>
                      <a:noFill/>
                    </a:lnB>
                  </a:tcPr>
                </a:tc>
                <a:tc>
                  <a:txBody>
                    <a:bodyPr/>
                    <a:lstStyle/>
                    <a:p>
                      <a:pPr algn="ctr" fontAlgn="b"/>
                      <a:r>
                        <a:rPr lang="es-MX" sz="2400" b="0" i="0" u="none" strike="noStrike" dirty="0">
                          <a:solidFill>
                            <a:srgbClr val="000000"/>
                          </a:solidFill>
                          <a:effectLst/>
                          <a:latin typeface="Calibri" panose="020F0502020204030204" pitchFamily="34" charset="0"/>
                        </a:rPr>
                        <a:t>=</a:t>
                      </a:r>
                    </a:p>
                  </a:txBody>
                  <a:tcPr marL="0" marR="0" marT="0" marB="0" anchor="b">
                    <a:lnL>
                      <a:noFill/>
                    </a:lnL>
                    <a:lnR>
                      <a:noFill/>
                    </a:lnR>
                    <a:lnT>
                      <a:noFill/>
                    </a:lnT>
                    <a:lnB>
                      <a:noFill/>
                    </a:lnB>
                  </a:tcPr>
                </a:tc>
                <a:tc>
                  <a:txBody>
                    <a:bodyPr/>
                    <a:lstStyle/>
                    <a:p>
                      <a:pPr algn="ctr" fontAlgn="b"/>
                      <a:r>
                        <a:rPr lang="es-MX" sz="2400" b="0" i="0" u="none" strike="noStrike" dirty="0">
                          <a:solidFill>
                            <a:srgbClr val="000000"/>
                          </a:solidFill>
                          <a:effectLst/>
                          <a:latin typeface="Calibri" panose="020F0502020204030204" pitchFamily="34" charset="0"/>
                        </a:rPr>
                        <a:t>12</a:t>
                      </a:r>
                    </a:p>
                  </a:txBody>
                  <a:tcPr marL="0" marR="0" marT="0" marB="0" anchor="b">
                    <a:lnL>
                      <a:noFill/>
                    </a:lnL>
                    <a:lnR>
                      <a:noFill/>
                    </a:lnR>
                    <a:lnT>
                      <a:noFill/>
                    </a:lnT>
                    <a:lnB>
                      <a:noFill/>
                    </a:lnB>
                  </a:tcPr>
                </a:tc>
                <a:extLst>
                  <a:ext uri="{0D108BD9-81ED-4DB2-BD59-A6C34878D82A}">
                    <a16:rowId xmlns:a16="http://schemas.microsoft.com/office/drawing/2014/main" val="2938743014"/>
                  </a:ext>
                </a:extLst>
              </a:tr>
            </a:tbl>
          </a:graphicData>
        </a:graphic>
      </p:graphicFrame>
      <p:sp>
        <p:nvSpPr>
          <p:cNvPr id="34" name="TextBox 33">
            <a:extLst>
              <a:ext uri="{FF2B5EF4-FFF2-40B4-BE49-F238E27FC236}">
                <a16:creationId xmlns:a16="http://schemas.microsoft.com/office/drawing/2014/main" id="{D18736CA-8F42-DF3C-96BC-F350491FA4EF}"/>
              </a:ext>
            </a:extLst>
          </p:cNvPr>
          <p:cNvSpPr txBox="1"/>
          <p:nvPr/>
        </p:nvSpPr>
        <p:spPr>
          <a:xfrm>
            <a:off x="3950069" y="5407285"/>
            <a:ext cx="4123746" cy="369332"/>
          </a:xfrm>
          <a:prstGeom prst="rect">
            <a:avLst/>
          </a:prstGeom>
          <a:solidFill>
            <a:schemeClr val="accent6">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Annual saving hours of 48 hours (80%)</a:t>
            </a:r>
            <a:endParaRPr kumimoji="0" lang="es-MX" sz="1800" b="1" i="0" u="none" strike="noStrike" kern="1200" cap="none" spc="0" normalizeH="0" baseline="0" noProof="0" dirty="0">
              <a:ln>
                <a:noFill/>
              </a:ln>
              <a:solidFill>
                <a:prstClr val="black"/>
              </a:solidFill>
              <a:effectLst/>
              <a:uLnTx/>
              <a:uFillTx/>
              <a:latin typeface="Calibri"/>
              <a:ea typeface="+mn-ea"/>
              <a:cs typeface="+mn-cs"/>
            </a:endParaRPr>
          </a:p>
        </p:txBody>
      </p:sp>
      <p:sp>
        <p:nvSpPr>
          <p:cNvPr id="35" name="Title 3">
            <a:extLst>
              <a:ext uri="{FF2B5EF4-FFF2-40B4-BE49-F238E27FC236}">
                <a16:creationId xmlns:a16="http://schemas.microsoft.com/office/drawing/2014/main" id="{75B8305B-DBE8-22B7-9624-31B0596C2882}"/>
              </a:ext>
            </a:extLst>
          </p:cNvPr>
          <p:cNvSpPr txBox="1">
            <a:spLocks/>
          </p:cNvSpPr>
          <p:nvPr/>
        </p:nvSpPr>
        <p:spPr>
          <a:xfrm>
            <a:off x="8913974" y="1272573"/>
            <a:ext cx="3111533" cy="1357237"/>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71450" marR="0" lvl="0" indent="-171450" algn="l" defTabSz="914400" rtl="0" eaLnBrk="1" fontAlgn="auto" latinLnBrk="0" hangingPunct="1">
              <a:lnSpc>
                <a:spcPct val="90000"/>
              </a:lnSpc>
              <a:spcBef>
                <a:spcPct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GM Sans Regular" panose="02000503000000000004" pitchFamily="2" charset="0"/>
                <a:ea typeface="Verdana" panose="020B0604030504040204" pitchFamily="34" charset="0"/>
                <a:cs typeface="+mj-cs"/>
              </a:rPr>
              <a:t>Waste of time in manual processing</a:t>
            </a:r>
          </a:p>
          <a:p>
            <a:pPr marL="171450" marR="0" lvl="0" indent="-171450" algn="l" defTabSz="914400" rtl="0" eaLnBrk="1" fontAlgn="auto" latinLnBrk="0" hangingPunct="1">
              <a:lnSpc>
                <a:spcPct val="90000"/>
              </a:lnSpc>
              <a:spcBef>
                <a:spcPct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GM Sans Regular" panose="02000503000000000004" pitchFamily="2" charset="0"/>
                <a:ea typeface="Verdana" panose="020B0604030504040204" pitchFamily="34" charset="0"/>
                <a:cs typeface="+mj-cs"/>
              </a:rPr>
              <a:t>Risk of mistakes</a:t>
            </a:r>
          </a:p>
          <a:p>
            <a:pPr marL="171450" marR="0" lvl="0" indent="-171450" algn="l" defTabSz="914400" rtl="0" eaLnBrk="1" fontAlgn="auto" latinLnBrk="0" hangingPunct="1">
              <a:lnSpc>
                <a:spcPct val="90000"/>
              </a:lnSpc>
              <a:spcBef>
                <a:spcPct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GM Sans Regular" panose="02000503000000000004" pitchFamily="2" charset="0"/>
                <a:ea typeface="Verdana" panose="020B0604030504040204" pitchFamily="34" charset="0"/>
                <a:cs typeface="+mj-cs"/>
              </a:rPr>
              <a:t>Many platforms used</a:t>
            </a:r>
          </a:p>
          <a:p>
            <a:pPr marL="171450" marR="0" lvl="0" indent="-171450" algn="l" defTabSz="914400" rtl="0" eaLnBrk="1" fontAlgn="auto" latinLnBrk="0" hangingPunct="1">
              <a:lnSpc>
                <a:spcPct val="90000"/>
              </a:lnSpc>
              <a:spcBef>
                <a:spcPct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GM Sans Regular" panose="02000503000000000004" pitchFamily="2" charset="0"/>
                <a:ea typeface="Verdana" panose="020B0604030504040204" pitchFamily="34" charset="0"/>
                <a:cs typeface="+mj-cs"/>
              </a:rPr>
              <a:t>Not so formal way of presenting</a:t>
            </a:r>
          </a:p>
          <a:p>
            <a:pPr marL="171450" marR="0" lvl="0" indent="-171450" algn="l" defTabSz="914400" rtl="0" eaLnBrk="1" fontAlgn="auto" latinLnBrk="0" hangingPunct="1">
              <a:lnSpc>
                <a:spcPct val="90000"/>
              </a:lnSpc>
              <a:spcBef>
                <a:spcPct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GM Sans Regular" panose="02000503000000000004" pitchFamily="2" charset="0"/>
                <a:ea typeface="Verdana" panose="020B0604030504040204" pitchFamily="34" charset="0"/>
                <a:cs typeface="+mj-cs"/>
              </a:rPr>
              <a:t>Many revisions with the team</a:t>
            </a:r>
          </a:p>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US" sz="1200" b="1"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cs typeface="+mj-cs"/>
            </a:endParaRPr>
          </a:p>
        </p:txBody>
      </p:sp>
      <p:pic>
        <p:nvPicPr>
          <p:cNvPr id="36" name="Picture 2" descr="Free Danger Sign, Download Free Danger Sign png images, Free ClipArts on  Clipart Library">
            <a:extLst>
              <a:ext uri="{FF2B5EF4-FFF2-40B4-BE49-F238E27FC236}">
                <a16:creationId xmlns:a16="http://schemas.microsoft.com/office/drawing/2014/main" id="{CE2CFCA6-06E2-490C-0513-5FE7B84490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0974" y="1266049"/>
            <a:ext cx="1143000" cy="1000125"/>
          </a:xfrm>
          <a:prstGeom prst="rect">
            <a:avLst/>
          </a:prstGeom>
          <a:noFill/>
          <a:extLst>
            <a:ext uri="{909E8E84-426E-40DD-AFC4-6F175D3DCCD1}">
              <a14:hiddenFill xmlns:a14="http://schemas.microsoft.com/office/drawing/2010/main">
                <a:solidFill>
                  <a:srgbClr val="FFFFFF"/>
                </a:solidFill>
              </a14:hiddenFill>
            </a:ext>
          </a:extLst>
        </p:spPr>
      </p:pic>
      <p:grpSp>
        <p:nvGrpSpPr>
          <p:cNvPr id="37" name="Group 36">
            <a:extLst>
              <a:ext uri="{FF2B5EF4-FFF2-40B4-BE49-F238E27FC236}">
                <a16:creationId xmlns:a16="http://schemas.microsoft.com/office/drawing/2014/main" id="{55A05C64-D79A-49B8-4D47-5FBC52EA70E0}"/>
              </a:ext>
            </a:extLst>
          </p:cNvPr>
          <p:cNvGrpSpPr/>
          <p:nvPr/>
        </p:nvGrpSpPr>
        <p:grpSpPr>
          <a:xfrm>
            <a:off x="7770974" y="3707635"/>
            <a:ext cx="1371600" cy="1372436"/>
            <a:chOff x="2986596" y="2750243"/>
            <a:chExt cx="1374994" cy="1372436"/>
          </a:xfrm>
        </p:grpSpPr>
        <p:pic>
          <p:nvPicPr>
            <p:cNvPr id="38" name="Picture 37" descr="A picture containing light&#10;&#10;Description automatically generated">
              <a:extLst>
                <a:ext uri="{FF2B5EF4-FFF2-40B4-BE49-F238E27FC236}">
                  <a16:creationId xmlns:a16="http://schemas.microsoft.com/office/drawing/2014/main" id="{673C51A2-2A5C-0970-9917-A080F233AE3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004352" y="2765441"/>
              <a:ext cx="1357238" cy="1357238"/>
            </a:xfrm>
            <a:prstGeom prst="rect">
              <a:avLst/>
            </a:prstGeom>
          </p:spPr>
        </p:pic>
        <p:sp>
          <p:nvSpPr>
            <p:cNvPr id="39" name="Oval 38">
              <a:extLst>
                <a:ext uri="{FF2B5EF4-FFF2-40B4-BE49-F238E27FC236}">
                  <a16:creationId xmlns:a16="http://schemas.microsoft.com/office/drawing/2014/main" id="{BC412744-CA5D-CEBA-A611-F7DD19F82583}"/>
                </a:ext>
              </a:extLst>
            </p:cNvPr>
            <p:cNvSpPr/>
            <p:nvPr/>
          </p:nvSpPr>
          <p:spPr>
            <a:xfrm>
              <a:off x="2986596" y="2750243"/>
              <a:ext cx="1357238" cy="1357238"/>
            </a:xfrm>
            <a:prstGeom prst="ellipse">
              <a:avLst/>
            </a:prstGeom>
            <a:noFill/>
            <a:ln w="762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sp>
        <p:nvSpPr>
          <p:cNvPr id="40" name="Title 3">
            <a:extLst>
              <a:ext uri="{FF2B5EF4-FFF2-40B4-BE49-F238E27FC236}">
                <a16:creationId xmlns:a16="http://schemas.microsoft.com/office/drawing/2014/main" id="{5D86FC18-3908-0028-16D4-51595B0260FF}"/>
              </a:ext>
            </a:extLst>
          </p:cNvPr>
          <p:cNvSpPr txBox="1">
            <a:spLocks/>
          </p:cNvSpPr>
          <p:nvPr/>
        </p:nvSpPr>
        <p:spPr>
          <a:xfrm>
            <a:off x="9271129" y="3707636"/>
            <a:ext cx="2746184" cy="1662586"/>
          </a:xfrm>
          <a:prstGeom prst="rect">
            <a:avLst/>
          </a:prstGeom>
        </p:spPr>
        <p:txBody>
          <a:bodyPr/>
          <a:lstStyle>
            <a:defPPr>
              <a:defRPr lang="en-US"/>
            </a:defPPr>
            <a:lvl1pPr marL="171450" marR="0" lvl="0" indent="-171450" fontAlgn="auto">
              <a:lnSpc>
                <a:spcPct val="90000"/>
              </a:lnSpc>
              <a:spcBef>
                <a:spcPct val="0"/>
              </a:spcBef>
              <a:spcAft>
                <a:spcPts val="0"/>
              </a:spcAft>
              <a:buClrTx/>
              <a:buSzTx/>
              <a:buFont typeface="Arial" panose="020B0604020202020204" pitchFamily="34" charset="0"/>
              <a:buChar char="•"/>
              <a:tabLst/>
              <a:defRPr kumimoji="0" sz="1200" b="0" i="0" u="none" strike="noStrike" cap="none" spc="0" normalizeH="0" baseline="0">
                <a:ln>
                  <a:noFill/>
                </a:ln>
                <a:solidFill>
                  <a:prstClr val="black"/>
                </a:solidFill>
                <a:effectLst/>
                <a:uLnTx/>
                <a:uFillTx/>
                <a:latin typeface="GM Sans Regular" panose="02000503000000000004" pitchFamily="2" charset="0"/>
                <a:ea typeface="Verdana" panose="020B0604030504040204" pitchFamily="34" charset="0"/>
                <a:cs typeface="+mj-cs"/>
              </a:defRPr>
            </a:lvl1pPr>
          </a:lstStyle>
          <a:p>
            <a:pPr marL="171450" marR="0" lvl="0" indent="-171450" algn="l" defTabSz="914400" rtl="0" eaLnBrk="1" fontAlgn="auto" latinLnBrk="0" hangingPunct="1">
              <a:lnSpc>
                <a:spcPct val="90000"/>
              </a:lnSpc>
              <a:spcBef>
                <a:spcPct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GM Sans Regular" panose="02000503000000000004" pitchFamily="2" charset="0"/>
                <a:ea typeface="Verdana" panose="020B0604030504040204" pitchFamily="34" charset="0"/>
                <a:cs typeface="+mj-cs"/>
              </a:rPr>
              <a:t>Reduction of 80% of the duration of the activity.</a:t>
            </a:r>
          </a:p>
          <a:p>
            <a:pPr marL="171450" marR="0" lvl="0" indent="-171450" algn="l" defTabSz="914400" rtl="0" eaLnBrk="1" fontAlgn="auto" latinLnBrk="0" hangingPunct="1">
              <a:lnSpc>
                <a:spcPct val="90000"/>
              </a:lnSpc>
              <a:spcBef>
                <a:spcPct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GM Sans Regular" panose="02000503000000000004" pitchFamily="2" charset="0"/>
                <a:ea typeface="Verdana" panose="020B0604030504040204" pitchFamily="34" charset="0"/>
                <a:cs typeface="+mj-cs"/>
              </a:rPr>
              <a:t>Decrease probability of errors</a:t>
            </a:r>
          </a:p>
          <a:p>
            <a:pPr marL="171450" marR="0" lvl="0" indent="-171450" algn="l" defTabSz="914400" rtl="0" eaLnBrk="1" fontAlgn="auto" latinLnBrk="0" hangingPunct="1">
              <a:lnSpc>
                <a:spcPct val="90000"/>
              </a:lnSpc>
              <a:spcBef>
                <a:spcPct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GM Sans Regular" panose="02000503000000000004" pitchFamily="2" charset="0"/>
                <a:ea typeface="Verdana" panose="020B0604030504040204" pitchFamily="34" charset="0"/>
                <a:cs typeface="+mj-cs"/>
              </a:rPr>
              <a:t>Just 1 Power BI file per report</a:t>
            </a:r>
          </a:p>
          <a:p>
            <a:pPr marL="171450" marR="0" lvl="0" indent="-171450" algn="l" defTabSz="914400" rtl="0" eaLnBrk="1" fontAlgn="auto" latinLnBrk="0" hangingPunct="1">
              <a:lnSpc>
                <a:spcPct val="90000"/>
              </a:lnSpc>
              <a:spcBef>
                <a:spcPct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GM Sans Regular" panose="02000503000000000004" pitchFamily="2" charset="0"/>
                <a:ea typeface="Verdana" panose="020B0604030504040204" pitchFamily="34" charset="0"/>
                <a:cs typeface="+mj-cs"/>
              </a:rPr>
              <a:t>More practical to use</a:t>
            </a:r>
          </a:p>
          <a:p>
            <a:pPr marL="171450" marR="0" lvl="0" indent="-171450" algn="l" defTabSz="914400" rtl="0" eaLnBrk="1" fontAlgn="auto" latinLnBrk="0" hangingPunct="1">
              <a:lnSpc>
                <a:spcPct val="90000"/>
              </a:lnSpc>
              <a:spcBef>
                <a:spcPct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GM Sans Regular" panose="02000503000000000004" pitchFamily="2" charset="0"/>
                <a:ea typeface="Verdana" panose="020B0604030504040204" pitchFamily="34" charset="0"/>
                <a:cs typeface="+mj-cs"/>
              </a:rPr>
              <a:t>Formal way of presenting</a:t>
            </a:r>
          </a:p>
          <a:p>
            <a:pPr marL="171450" marR="0" lvl="0" indent="-171450" algn="l" defTabSz="914400" rtl="0" eaLnBrk="1" fontAlgn="auto" latinLnBrk="0" hangingPunct="1">
              <a:lnSpc>
                <a:spcPct val="90000"/>
              </a:lnSpc>
              <a:spcBef>
                <a:spcPct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GM Sans Regular" panose="02000503000000000004" pitchFamily="2" charset="0"/>
                <a:ea typeface="Verdana" panose="020B0604030504040204" pitchFamily="34" charset="0"/>
                <a:cs typeface="+mj-cs"/>
              </a:rPr>
              <a:t>The Power BI will be automatic</a:t>
            </a:r>
          </a:p>
          <a:p>
            <a:pPr marL="171450" marR="0" lvl="0" indent="-171450" algn="l" defTabSz="914400" rtl="0" eaLnBrk="1" fontAlgn="auto" latinLnBrk="0" hangingPunct="1">
              <a:lnSpc>
                <a:spcPct val="90000"/>
              </a:lnSpc>
              <a:spcBef>
                <a:spcPct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GM Sans Regular" panose="02000503000000000004" pitchFamily="2" charset="0"/>
                <a:ea typeface="Verdana" panose="020B0604030504040204" pitchFamily="34" charset="0"/>
                <a:cs typeface="+mj-cs"/>
              </a:rPr>
              <a:t>Just one revision with the team</a:t>
            </a:r>
          </a:p>
          <a:p>
            <a:pPr marL="171450" marR="0" lvl="0" indent="-171450" algn="l" defTabSz="914400" rtl="0" eaLnBrk="1" fontAlgn="auto" latinLnBrk="0" hangingPunct="1">
              <a:lnSpc>
                <a:spcPct val="90000"/>
              </a:lnSpc>
              <a:spcBef>
                <a:spcPct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prstClr val="black"/>
              </a:solidFill>
              <a:effectLst/>
              <a:uLnTx/>
              <a:uFillTx/>
              <a:latin typeface="GM Sans Regular" panose="02000503000000000004" pitchFamily="2" charset="0"/>
              <a:ea typeface="Verdana" panose="020B0604030504040204" pitchFamily="34" charset="0"/>
              <a:cs typeface="+mj-cs"/>
            </a:endParaRPr>
          </a:p>
        </p:txBody>
      </p:sp>
      <p:sp>
        <p:nvSpPr>
          <p:cNvPr id="41" name="Rectangle: Rounded Corners 40">
            <a:extLst>
              <a:ext uri="{FF2B5EF4-FFF2-40B4-BE49-F238E27FC236}">
                <a16:creationId xmlns:a16="http://schemas.microsoft.com/office/drawing/2014/main" id="{998C476F-A86E-0D00-752D-C11DF8B3AC37}"/>
              </a:ext>
            </a:extLst>
          </p:cNvPr>
          <p:cNvSpPr/>
          <p:nvPr/>
        </p:nvSpPr>
        <p:spPr>
          <a:xfrm>
            <a:off x="933449" y="5813681"/>
            <a:ext cx="10163175" cy="892134"/>
          </a:xfrm>
          <a:prstGeom prst="round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Calibri"/>
                <a:ea typeface="+mn-ea"/>
                <a:cs typeface="+mn-cs"/>
              </a:rPr>
              <a:t>Benefits confirmed with two pilots completed in May and June 2025. 80% of time improvement achieved. Benefits will keep being monitored during Sustain phase and final benefit will be updated</a:t>
            </a:r>
          </a:p>
        </p:txBody>
      </p:sp>
    </p:spTree>
    <p:extLst>
      <p:ext uri="{BB962C8B-B14F-4D97-AF65-F5344CB8AC3E}">
        <p14:creationId xmlns:p14="http://schemas.microsoft.com/office/powerpoint/2010/main" val="17024241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BD29B-E4D6-E384-D5F4-94A51E8D06F9}"/>
              </a:ext>
            </a:extLst>
          </p:cNvPr>
          <p:cNvSpPr>
            <a:spLocks noGrp="1"/>
          </p:cNvSpPr>
          <p:nvPr>
            <p:ph type="title"/>
          </p:nvPr>
        </p:nvSpPr>
        <p:spPr>
          <a:xfrm>
            <a:off x="427234" y="200740"/>
            <a:ext cx="3678236" cy="847224"/>
          </a:xfrm>
        </p:spPr>
        <p:txBody>
          <a:bodyPr/>
          <a:lstStyle/>
          <a:p>
            <a:r>
              <a:rPr lang="en-US" sz="2000" kern="1100" cap="all" spc="200" dirty="0">
                <a:solidFill>
                  <a:srgbClr val="0070C0"/>
                </a:solidFill>
                <a:latin typeface="Verdana"/>
              </a:rPr>
              <a:t>Tangible BenefitS CONFIRMATION</a:t>
            </a:r>
            <a:endParaRPr lang="es-MX" sz="2000" kern="1100" cap="all" spc="200" dirty="0">
              <a:solidFill>
                <a:srgbClr val="0070C0"/>
              </a:solidFill>
              <a:latin typeface="Verdana"/>
            </a:endParaRPr>
          </a:p>
        </p:txBody>
      </p:sp>
      <p:sp>
        <p:nvSpPr>
          <p:cNvPr id="3" name="Slide Number Placeholder 2">
            <a:extLst>
              <a:ext uri="{FF2B5EF4-FFF2-40B4-BE49-F238E27FC236}">
                <a16:creationId xmlns:a16="http://schemas.microsoft.com/office/drawing/2014/main" id="{65A6BD0D-D72B-AF23-6E4C-A322544D05F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E565A5E-131F-486C-BEC3-CA739A37F925}" type="slidenum">
              <a:rPr kumimoji="0" lang="en-US" sz="1200" b="1"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1" i="0" u="none" strike="noStrike" kern="1200" cap="none" spc="0" normalizeH="0" baseline="0" noProof="0" dirty="0">
              <a:ln>
                <a:noFill/>
              </a:ln>
              <a:solidFill>
                <a:prstClr val="black"/>
              </a:solidFill>
              <a:effectLst/>
              <a:uLnTx/>
              <a:uFillTx/>
              <a:latin typeface="Calibri"/>
              <a:ea typeface="+mn-ea"/>
              <a:cs typeface="+mn-cs"/>
            </a:endParaRPr>
          </a:p>
        </p:txBody>
      </p:sp>
      <p:sp>
        <p:nvSpPr>
          <p:cNvPr id="5" name="TextBox 4">
            <a:extLst>
              <a:ext uri="{FF2B5EF4-FFF2-40B4-BE49-F238E27FC236}">
                <a16:creationId xmlns:a16="http://schemas.microsoft.com/office/drawing/2014/main" id="{4FEB5360-7CC3-E0DB-32C2-AA1601A753A6}"/>
              </a:ext>
            </a:extLst>
          </p:cNvPr>
          <p:cNvSpPr txBox="1"/>
          <p:nvPr/>
        </p:nvSpPr>
        <p:spPr>
          <a:xfrm>
            <a:off x="833718" y="5058203"/>
            <a:ext cx="10470774" cy="646331"/>
          </a:xfrm>
          <a:prstGeom prst="rect">
            <a:avLst/>
          </a:prstGeom>
          <a:solidFill>
            <a:schemeClr val="accent6">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Annual cost avoidance of $100,000 USD (100%)</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First year cost avoidance (from May to December 2025 = ($8,333 USD x 8 months ) = ~$67k USD</a:t>
            </a:r>
            <a:endParaRPr kumimoji="0" lang="es-MX" sz="1800" b="1" i="0" u="none" strike="noStrike" kern="1200" cap="none" spc="0" normalizeH="0" baseline="0" noProof="0" dirty="0">
              <a:ln>
                <a:noFill/>
              </a:ln>
              <a:solidFill>
                <a:prstClr val="black"/>
              </a:solidFill>
              <a:effectLst/>
              <a:uLnTx/>
              <a:uFillTx/>
              <a:latin typeface="Calibri"/>
              <a:ea typeface="+mn-ea"/>
              <a:cs typeface="+mn-cs"/>
            </a:endParaRPr>
          </a:p>
        </p:txBody>
      </p:sp>
      <p:sp>
        <p:nvSpPr>
          <p:cNvPr id="6" name="Rectangle: Rounded Corners 5">
            <a:extLst>
              <a:ext uri="{FF2B5EF4-FFF2-40B4-BE49-F238E27FC236}">
                <a16:creationId xmlns:a16="http://schemas.microsoft.com/office/drawing/2014/main" id="{37250553-677E-5510-6132-C731D6AF7F96}"/>
              </a:ext>
            </a:extLst>
          </p:cNvPr>
          <p:cNvSpPr/>
          <p:nvPr/>
        </p:nvSpPr>
        <p:spPr>
          <a:xfrm>
            <a:off x="833718" y="5808791"/>
            <a:ext cx="10470775" cy="847223"/>
          </a:xfrm>
          <a:prstGeom prst="round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prstClr val="white"/>
                </a:solidFill>
                <a:latin typeface="Calibri"/>
              </a:rPr>
              <a:t>P</a:t>
            </a:r>
            <a:r>
              <a:rPr kumimoji="0" lang="en-US" sz="1600" b="1" i="0" u="none" strike="noStrike" kern="1200" cap="none" spc="0" normalizeH="0" baseline="0" noProof="0" dirty="0" err="1">
                <a:ln>
                  <a:noFill/>
                </a:ln>
                <a:solidFill>
                  <a:prstClr val="white"/>
                </a:solidFill>
                <a:effectLst/>
                <a:uLnTx/>
                <a:uFillTx/>
                <a:latin typeface="Calibri"/>
                <a:ea typeface="+mn-ea"/>
                <a:cs typeface="+mn-cs"/>
              </a:rPr>
              <a:t>rojected</a:t>
            </a:r>
            <a:r>
              <a:rPr kumimoji="0" lang="en-US" sz="1600" b="1" i="0" u="none" strike="noStrike" kern="1200" cap="none" spc="0" normalizeH="0" baseline="0" noProof="0" dirty="0">
                <a:ln>
                  <a:noFill/>
                </a:ln>
                <a:solidFill>
                  <a:prstClr val="white"/>
                </a:solidFill>
                <a:effectLst/>
                <a:uLnTx/>
                <a:uFillTx/>
                <a:latin typeface="Calibri"/>
                <a:ea typeface="+mn-ea"/>
                <a:cs typeface="+mn-cs"/>
              </a:rPr>
              <a:t> cost avoidance is $100K USD year over year ($8,333 USD monthly). Projected 3 years savings is $0.267M USD ($</a:t>
            </a:r>
            <a:r>
              <a:rPr lang="en-US" sz="1600" b="1" dirty="0">
                <a:solidFill>
                  <a:prstClr val="white"/>
                </a:solidFill>
                <a:latin typeface="Calibri"/>
              </a:rPr>
              <a:t>267</a:t>
            </a:r>
            <a:r>
              <a:rPr kumimoji="0" lang="en-US" sz="1600" b="1" i="0" u="none" strike="noStrike" kern="1200" cap="none" spc="0" normalizeH="0" baseline="0" noProof="0" dirty="0">
                <a:ln>
                  <a:noFill/>
                </a:ln>
                <a:solidFill>
                  <a:prstClr val="white"/>
                </a:solidFill>
                <a:effectLst/>
                <a:uLnTx/>
                <a:uFillTx/>
                <a:latin typeface="Calibri"/>
                <a:ea typeface="+mn-ea"/>
                <a:cs typeface="+mn-cs"/>
              </a:rPr>
              <a:t>K USD) starting M</a:t>
            </a:r>
            <a:r>
              <a:rPr lang="en-US" sz="1600" b="1" dirty="0">
                <a:solidFill>
                  <a:prstClr val="white"/>
                </a:solidFill>
                <a:latin typeface="Calibri"/>
              </a:rPr>
              <a:t>ay</a:t>
            </a:r>
            <a:r>
              <a:rPr kumimoji="0" lang="en-US" sz="1600" b="1" i="0" u="none" strike="noStrike" kern="1200" cap="none" spc="0" normalizeH="0" baseline="0" noProof="0" dirty="0">
                <a:ln>
                  <a:noFill/>
                </a:ln>
                <a:solidFill>
                  <a:prstClr val="white"/>
                </a:solidFill>
                <a:effectLst/>
                <a:uLnTx/>
                <a:uFillTx/>
                <a:latin typeface="Calibri"/>
                <a:ea typeface="+mn-ea"/>
                <a:cs typeface="+mn-cs"/>
              </a:rPr>
              <a:t> 2025 to December 2027</a:t>
            </a:r>
          </a:p>
        </p:txBody>
      </p:sp>
      <p:sp>
        <p:nvSpPr>
          <p:cNvPr id="7" name="TextBox 6">
            <a:extLst>
              <a:ext uri="{FF2B5EF4-FFF2-40B4-BE49-F238E27FC236}">
                <a16:creationId xmlns:a16="http://schemas.microsoft.com/office/drawing/2014/main" id="{1BB8E400-5C37-E2FA-BECA-0A74E7E357FF}"/>
              </a:ext>
            </a:extLst>
          </p:cNvPr>
          <p:cNvSpPr txBox="1"/>
          <p:nvPr/>
        </p:nvSpPr>
        <p:spPr>
          <a:xfrm>
            <a:off x="1905002" y="1758315"/>
            <a:ext cx="8857806" cy="523220"/>
          </a:xfrm>
          <a:prstGeom prst="rect">
            <a:avLst/>
          </a:prstGeom>
          <a:noFill/>
        </p:spPr>
        <p:txBody>
          <a:bodyPr wrap="square" lIns="91440" tIns="45720" rIns="91440" bIns="45720" rtlCol="0" anchor="t">
            <a:spAutoFit/>
          </a:bodyPr>
          <a:lstStyle>
            <a:defPPr>
              <a:defRPr lang="en-US"/>
            </a:defPPr>
            <a:lvl1pPr>
              <a:defRPr sz="12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$10,000 USD   x    10    x   =   $100,000 USD</a:t>
            </a:r>
          </a:p>
        </p:txBody>
      </p:sp>
      <p:sp>
        <p:nvSpPr>
          <p:cNvPr id="8" name="TextBox 7">
            <a:extLst>
              <a:ext uri="{FF2B5EF4-FFF2-40B4-BE49-F238E27FC236}">
                <a16:creationId xmlns:a16="http://schemas.microsoft.com/office/drawing/2014/main" id="{BFE101AC-F858-4293-BE1F-BC8A6DF623B4}"/>
              </a:ext>
            </a:extLst>
          </p:cNvPr>
          <p:cNvSpPr txBox="1"/>
          <p:nvPr/>
        </p:nvSpPr>
        <p:spPr>
          <a:xfrm>
            <a:off x="3251706" y="2274226"/>
            <a:ext cx="2154484" cy="307777"/>
          </a:xfrm>
          <a:prstGeom prst="rect">
            <a:avLst/>
          </a:prstGeom>
          <a:noFill/>
        </p:spPr>
        <p:txBody>
          <a:bodyPr wrap="square" lIns="91440" tIns="45720" rIns="91440" bIns="45720" rtlCol="0" anchor="t">
            <a:spAutoFit/>
          </a:bodyPr>
          <a:lstStyle>
            <a:defPPr>
              <a:defRPr lang="en-US"/>
            </a:defPPr>
            <a:lvl1pPr>
              <a:defRPr sz="12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Cost </a:t>
            </a:r>
            <a:r>
              <a:rPr lang="en-US" sz="1400" dirty="0">
                <a:solidFill>
                  <a:prstClr val="black"/>
                </a:solidFill>
                <a:latin typeface="Calibri"/>
              </a:rPr>
              <a:t>per lost project</a:t>
            </a:r>
            <a:endParaRPr kumimoji="0" lang="en-US" sz="1400" b="0" i="0" u="none" strike="noStrike" kern="1200" cap="none" spc="0" normalizeH="0" baseline="0" noProof="0" dirty="0">
              <a:ln>
                <a:noFill/>
              </a:ln>
              <a:solidFill>
                <a:prstClr val="black"/>
              </a:solidFill>
              <a:effectLst/>
              <a:uLnTx/>
              <a:uFillTx/>
              <a:latin typeface="Calibri"/>
              <a:ea typeface="+mn-ea"/>
              <a:cs typeface="+mn-cs"/>
            </a:endParaRPr>
          </a:p>
        </p:txBody>
      </p:sp>
      <p:sp>
        <p:nvSpPr>
          <p:cNvPr id="12" name="TextBox 11">
            <a:extLst>
              <a:ext uri="{FF2B5EF4-FFF2-40B4-BE49-F238E27FC236}">
                <a16:creationId xmlns:a16="http://schemas.microsoft.com/office/drawing/2014/main" id="{DEDC5391-F7C3-4091-D581-02BFCB700F9D}"/>
              </a:ext>
            </a:extLst>
          </p:cNvPr>
          <p:cNvSpPr txBox="1"/>
          <p:nvPr/>
        </p:nvSpPr>
        <p:spPr>
          <a:xfrm>
            <a:off x="5531336" y="2294627"/>
            <a:ext cx="1129328" cy="461665"/>
          </a:xfrm>
          <a:prstGeom prst="rect">
            <a:avLst/>
          </a:prstGeom>
          <a:noFill/>
        </p:spPr>
        <p:txBody>
          <a:bodyPr wrap="square" lIns="91440" tIns="45720" rIns="91440" bIns="45720" rtlCol="0" anchor="t">
            <a:spAutoFit/>
          </a:bodyPr>
          <a:lstStyle>
            <a:defPPr>
              <a:defRPr lang="en-US"/>
            </a:defPPr>
            <a:lvl1pPr>
              <a:defRPr sz="12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a:ea typeface="+mn-ea"/>
                <a:cs typeface="+mn-cs"/>
              </a:rPr>
              <a:t>Lost projects per year</a:t>
            </a:r>
          </a:p>
        </p:txBody>
      </p:sp>
      <p:sp>
        <p:nvSpPr>
          <p:cNvPr id="13" name="TextBox 12">
            <a:extLst>
              <a:ext uri="{FF2B5EF4-FFF2-40B4-BE49-F238E27FC236}">
                <a16:creationId xmlns:a16="http://schemas.microsoft.com/office/drawing/2014/main" id="{075D244C-0E3A-76DB-D499-EE64EB75FCAD}"/>
              </a:ext>
            </a:extLst>
          </p:cNvPr>
          <p:cNvSpPr txBox="1"/>
          <p:nvPr/>
        </p:nvSpPr>
        <p:spPr>
          <a:xfrm>
            <a:off x="7068620" y="2274225"/>
            <a:ext cx="2861932" cy="307777"/>
          </a:xfrm>
          <a:prstGeom prst="rect">
            <a:avLst/>
          </a:prstGeom>
          <a:noFill/>
        </p:spPr>
        <p:txBody>
          <a:bodyPr wrap="square" lIns="91440" tIns="45720" rIns="91440" bIns="45720" rtlCol="0" anchor="t">
            <a:spAutoFit/>
          </a:bodyPr>
          <a:lstStyle>
            <a:defPPr>
              <a:defRPr lang="en-US"/>
            </a:defPPr>
            <a:lvl1pPr>
              <a:defRPr sz="12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Total Annual Cost</a:t>
            </a:r>
          </a:p>
        </p:txBody>
      </p:sp>
      <p:sp>
        <p:nvSpPr>
          <p:cNvPr id="21" name="TextBox 20">
            <a:extLst>
              <a:ext uri="{FF2B5EF4-FFF2-40B4-BE49-F238E27FC236}">
                <a16:creationId xmlns:a16="http://schemas.microsoft.com/office/drawing/2014/main" id="{5DD534A8-8F92-0462-B6B2-0F97C1D115C1}"/>
              </a:ext>
            </a:extLst>
          </p:cNvPr>
          <p:cNvSpPr txBox="1"/>
          <p:nvPr/>
        </p:nvSpPr>
        <p:spPr>
          <a:xfrm>
            <a:off x="628256" y="1429220"/>
            <a:ext cx="1636421" cy="369332"/>
          </a:xfrm>
          <a:prstGeom prst="rect">
            <a:avLst/>
          </a:prstGeom>
          <a:solidFill>
            <a:schemeClr val="accent6">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Current</a:t>
            </a:r>
            <a:endParaRPr kumimoji="0" lang="es-MX" sz="1800" b="1" i="0" u="none" strike="noStrike" kern="1200" cap="none" spc="0" normalizeH="0" baseline="0" noProof="0" dirty="0">
              <a:ln>
                <a:noFill/>
              </a:ln>
              <a:solidFill>
                <a:prstClr val="black"/>
              </a:solidFill>
              <a:effectLst/>
              <a:uLnTx/>
              <a:uFillTx/>
              <a:latin typeface="Calibri"/>
              <a:ea typeface="+mn-ea"/>
              <a:cs typeface="+mn-cs"/>
            </a:endParaRPr>
          </a:p>
        </p:txBody>
      </p:sp>
      <p:sp>
        <p:nvSpPr>
          <p:cNvPr id="22" name="TextBox 21">
            <a:extLst>
              <a:ext uri="{FF2B5EF4-FFF2-40B4-BE49-F238E27FC236}">
                <a16:creationId xmlns:a16="http://schemas.microsoft.com/office/drawing/2014/main" id="{89B8FDDE-510A-C85C-06D7-6B0BF8BCFAB1}"/>
              </a:ext>
            </a:extLst>
          </p:cNvPr>
          <p:cNvSpPr txBox="1"/>
          <p:nvPr/>
        </p:nvSpPr>
        <p:spPr>
          <a:xfrm>
            <a:off x="628255" y="3259090"/>
            <a:ext cx="1636421" cy="369332"/>
          </a:xfrm>
          <a:prstGeom prst="rect">
            <a:avLst/>
          </a:prstGeom>
          <a:solidFill>
            <a:schemeClr val="accent5">
              <a:lumMod val="40000"/>
              <a:lumOff val="6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n-ea"/>
                <a:cs typeface="+mn-cs"/>
              </a:rPr>
              <a:t>Optimized</a:t>
            </a:r>
            <a:endParaRPr kumimoji="0" lang="es-MX" sz="1800" b="1" i="0" u="none" strike="noStrike" kern="1200" cap="none" spc="0" normalizeH="0" baseline="0" noProof="0" dirty="0">
              <a:ln>
                <a:noFill/>
              </a:ln>
              <a:solidFill>
                <a:prstClr val="black"/>
              </a:solidFill>
              <a:effectLst/>
              <a:uLnTx/>
              <a:uFillTx/>
              <a:latin typeface="Calibri"/>
              <a:ea typeface="+mn-ea"/>
              <a:cs typeface="+mn-cs"/>
            </a:endParaRPr>
          </a:p>
        </p:txBody>
      </p:sp>
      <p:sp>
        <p:nvSpPr>
          <p:cNvPr id="4" name="TextBox 3">
            <a:extLst>
              <a:ext uri="{FF2B5EF4-FFF2-40B4-BE49-F238E27FC236}">
                <a16:creationId xmlns:a16="http://schemas.microsoft.com/office/drawing/2014/main" id="{67659F56-47DA-4FEC-11D3-2349D43DD4CD}"/>
              </a:ext>
            </a:extLst>
          </p:cNvPr>
          <p:cNvSpPr txBox="1"/>
          <p:nvPr/>
        </p:nvSpPr>
        <p:spPr>
          <a:xfrm>
            <a:off x="1842249" y="3588165"/>
            <a:ext cx="8857806" cy="523220"/>
          </a:xfrm>
          <a:prstGeom prst="rect">
            <a:avLst/>
          </a:prstGeom>
          <a:noFill/>
        </p:spPr>
        <p:txBody>
          <a:bodyPr wrap="square" lIns="91440" tIns="45720" rIns="91440" bIns="45720" rtlCol="0" anchor="t">
            <a:spAutoFit/>
          </a:bodyPr>
          <a:lstStyle>
            <a:defPPr>
              <a:defRPr lang="en-US"/>
            </a:defPPr>
            <a:lvl1pPr>
              <a:defRPr sz="12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$10</a:t>
            </a:r>
            <a:r>
              <a:rPr lang="en-US" sz="2800" dirty="0">
                <a:solidFill>
                  <a:prstClr val="black"/>
                </a:solidFill>
                <a:latin typeface="Calibri"/>
              </a:rPr>
              <a:t>,</a:t>
            </a:r>
            <a:r>
              <a:rPr kumimoji="0" lang="en-US" sz="2800" b="0" i="0" u="none" strike="noStrike" kern="1200" cap="none" spc="0" normalizeH="0" baseline="0" noProof="0" dirty="0">
                <a:ln>
                  <a:noFill/>
                </a:ln>
                <a:solidFill>
                  <a:prstClr val="black"/>
                </a:solidFill>
                <a:effectLst/>
                <a:uLnTx/>
                <a:uFillTx/>
                <a:latin typeface="Calibri"/>
                <a:ea typeface="+mn-ea"/>
                <a:cs typeface="+mn-cs"/>
              </a:rPr>
              <a:t>000 USD   x    0    x   =   $0.00 USD</a:t>
            </a:r>
          </a:p>
        </p:txBody>
      </p:sp>
      <p:sp>
        <p:nvSpPr>
          <p:cNvPr id="9" name="TextBox 8">
            <a:extLst>
              <a:ext uri="{FF2B5EF4-FFF2-40B4-BE49-F238E27FC236}">
                <a16:creationId xmlns:a16="http://schemas.microsoft.com/office/drawing/2014/main" id="{C3655972-55EF-BC0F-8676-B10FA8DD53EA}"/>
              </a:ext>
            </a:extLst>
          </p:cNvPr>
          <p:cNvSpPr txBox="1"/>
          <p:nvPr/>
        </p:nvSpPr>
        <p:spPr>
          <a:xfrm>
            <a:off x="3251706" y="4061573"/>
            <a:ext cx="2154484" cy="523220"/>
          </a:xfrm>
          <a:prstGeom prst="rect">
            <a:avLst/>
          </a:prstGeom>
          <a:noFill/>
        </p:spPr>
        <p:txBody>
          <a:bodyPr wrap="square" lIns="91440" tIns="45720" rIns="91440" bIns="45720" rtlCol="0" anchor="t">
            <a:spAutoFit/>
          </a:bodyPr>
          <a:lstStyle>
            <a:defPPr>
              <a:defRPr lang="en-US"/>
            </a:defPPr>
            <a:lvl1pPr>
              <a:defRPr sz="12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Cost per lost project</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Calibri"/>
              <a:ea typeface="+mn-ea"/>
              <a:cs typeface="+mn-cs"/>
            </a:endParaRPr>
          </a:p>
        </p:txBody>
      </p:sp>
      <p:sp>
        <p:nvSpPr>
          <p:cNvPr id="23" name="TextBox 22">
            <a:extLst>
              <a:ext uri="{FF2B5EF4-FFF2-40B4-BE49-F238E27FC236}">
                <a16:creationId xmlns:a16="http://schemas.microsoft.com/office/drawing/2014/main" id="{F9BD40DD-7E44-861B-A6FE-73675A4E7F18}"/>
              </a:ext>
            </a:extLst>
          </p:cNvPr>
          <p:cNvSpPr txBox="1"/>
          <p:nvPr/>
        </p:nvSpPr>
        <p:spPr>
          <a:xfrm>
            <a:off x="7211010" y="4098970"/>
            <a:ext cx="2861932" cy="307777"/>
          </a:xfrm>
          <a:prstGeom prst="rect">
            <a:avLst/>
          </a:prstGeom>
          <a:noFill/>
        </p:spPr>
        <p:txBody>
          <a:bodyPr wrap="square" lIns="91440" tIns="45720" rIns="91440" bIns="45720" rtlCol="0" anchor="t">
            <a:spAutoFit/>
          </a:bodyPr>
          <a:lstStyle>
            <a:defPPr>
              <a:defRPr lang="en-US"/>
            </a:defPPr>
            <a:lvl1pPr>
              <a:defRPr sz="12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Total Optimized Cost</a:t>
            </a:r>
          </a:p>
        </p:txBody>
      </p:sp>
      <p:sp>
        <p:nvSpPr>
          <p:cNvPr id="10" name="TextBox 9">
            <a:extLst>
              <a:ext uri="{FF2B5EF4-FFF2-40B4-BE49-F238E27FC236}">
                <a16:creationId xmlns:a16="http://schemas.microsoft.com/office/drawing/2014/main" id="{F27EB8E5-13B1-80D7-110F-36EA8ADA6ABC}"/>
              </a:ext>
            </a:extLst>
          </p:cNvPr>
          <p:cNvSpPr txBox="1"/>
          <p:nvPr/>
        </p:nvSpPr>
        <p:spPr>
          <a:xfrm>
            <a:off x="5531336" y="4111385"/>
            <a:ext cx="1129328" cy="461665"/>
          </a:xfrm>
          <a:prstGeom prst="rect">
            <a:avLst/>
          </a:prstGeom>
          <a:noFill/>
        </p:spPr>
        <p:txBody>
          <a:bodyPr wrap="square" lIns="91440" tIns="45720" rIns="91440" bIns="45720" rtlCol="0" anchor="t">
            <a:spAutoFit/>
          </a:bodyPr>
          <a:lstStyle>
            <a:defPPr>
              <a:defRPr lang="en-US"/>
            </a:defPPr>
            <a:lvl1pPr>
              <a:defRPr sz="1200"/>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a:ea typeface="+mn-ea"/>
                <a:cs typeface="+mn-cs"/>
              </a:rPr>
              <a:t>Lost projects per year</a:t>
            </a:r>
          </a:p>
        </p:txBody>
      </p:sp>
      <p:sp>
        <p:nvSpPr>
          <p:cNvPr id="24" name="Rectangle 23">
            <a:extLst>
              <a:ext uri="{FF2B5EF4-FFF2-40B4-BE49-F238E27FC236}">
                <a16:creationId xmlns:a16="http://schemas.microsoft.com/office/drawing/2014/main" id="{B5CB8283-A5A1-C9C2-37C7-BBEF8F6A2F49}"/>
              </a:ext>
            </a:extLst>
          </p:cNvPr>
          <p:cNvSpPr/>
          <p:nvPr/>
        </p:nvSpPr>
        <p:spPr>
          <a:xfrm>
            <a:off x="7287206" y="46655"/>
            <a:ext cx="4858139" cy="113101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itle 1">
            <a:extLst>
              <a:ext uri="{FF2B5EF4-FFF2-40B4-BE49-F238E27FC236}">
                <a16:creationId xmlns:a16="http://schemas.microsoft.com/office/drawing/2014/main" id="{A8E78EB5-B931-4DCD-0562-D7861B26AF50}"/>
              </a:ext>
            </a:extLst>
          </p:cNvPr>
          <p:cNvSpPr txBox="1">
            <a:spLocks/>
          </p:cNvSpPr>
          <p:nvPr/>
        </p:nvSpPr>
        <p:spPr>
          <a:xfrm>
            <a:off x="7209476" y="486714"/>
            <a:ext cx="3370777" cy="392777"/>
          </a:xfrm>
          <a:prstGeom prst="rect">
            <a:avLst/>
          </a:prstGeom>
        </p:spPr>
        <p:txBody>
          <a:bodyPr>
            <a:normAutofit/>
          </a:bodyPr>
          <a:lstStyle>
            <a:lvl1pPr algn="l" defTabSz="914400" rtl="0" eaLnBrk="1" latinLnBrk="0" hangingPunct="1">
              <a:lnSpc>
                <a:spcPct val="90000"/>
              </a:lnSpc>
              <a:spcBef>
                <a:spcPct val="0"/>
              </a:spcBef>
              <a:buNone/>
              <a:defRPr sz="3200" b="1" kern="1200">
                <a:solidFill>
                  <a:schemeClr val="tx1"/>
                </a:solidFill>
                <a:latin typeface="+mn-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j-ea"/>
                <a:cs typeface="Arial"/>
              </a:rPr>
              <a:t>MEASURE</a:t>
            </a:r>
          </a:p>
        </p:txBody>
      </p:sp>
      <p:sp>
        <p:nvSpPr>
          <p:cNvPr id="26" name="Freeform 35">
            <a:extLst>
              <a:ext uri="{FF2B5EF4-FFF2-40B4-BE49-F238E27FC236}">
                <a16:creationId xmlns:a16="http://schemas.microsoft.com/office/drawing/2014/main" id="{9F83A4D2-EAD8-D1B0-B760-C0BF7CD2E7F6}"/>
              </a:ext>
            </a:extLst>
          </p:cNvPr>
          <p:cNvSpPr/>
          <p:nvPr/>
        </p:nvSpPr>
        <p:spPr>
          <a:xfrm>
            <a:off x="7344956" y="197008"/>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0 w 798090"/>
              <a:gd name="connsiteY5"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8090" h="319236">
                <a:moveTo>
                  <a:pt x="0" y="0"/>
                </a:moveTo>
                <a:lnTo>
                  <a:pt x="638472" y="0"/>
                </a:lnTo>
                <a:lnTo>
                  <a:pt x="798090" y="159618"/>
                </a:lnTo>
                <a:lnTo>
                  <a:pt x="638472" y="319236"/>
                </a:lnTo>
                <a:lnTo>
                  <a:pt x="0" y="319236"/>
                </a:lnTo>
                <a:lnTo>
                  <a:pt x="0" y="0"/>
                </a:lnTo>
                <a:close/>
              </a:path>
            </a:pathLst>
          </a:custGeom>
          <a:solidFill>
            <a:srgbClr val="7030A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marL="0" marR="0" lvl="0" indent="0" algn="ctr" defTabSz="622275"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a:ea typeface="+mn-ea"/>
                <a:cs typeface="Arial"/>
              </a:rPr>
              <a:t>D</a:t>
            </a:r>
          </a:p>
        </p:txBody>
      </p:sp>
      <p:sp>
        <p:nvSpPr>
          <p:cNvPr id="27" name="Freeform 36">
            <a:extLst>
              <a:ext uri="{FF2B5EF4-FFF2-40B4-BE49-F238E27FC236}">
                <a16:creationId xmlns:a16="http://schemas.microsoft.com/office/drawing/2014/main" id="{C02A5413-9617-3571-03D5-0AF36F79FCE9}"/>
              </a:ext>
            </a:extLst>
          </p:cNvPr>
          <p:cNvSpPr/>
          <p:nvPr/>
        </p:nvSpPr>
        <p:spPr>
          <a:xfrm>
            <a:off x="7946467" y="197008"/>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rgbClr val="7030A0"/>
          </a:solidFill>
          <a:ln>
            <a:solidFill>
              <a:schemeClr val="bg2"/>
            </a:solid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marL="0" marR="0" lvl="0" indent="0" algn="ctr" defTabSz="622275"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a:ea typeface="+mn-ea"/>
                <a:cs typeface="Arial"/>
              </a:rPr>
              <a:t>M</a:t>
            </a:r>
          </a:p>
        </p:txBody>
      </p:sp>
      <p:sp>
        <p:nvSpPr>
          <p:cNvPr id="28" name="Freeform 37">
            <a:extLst>
              <a:ext uri="{FF2B5EF4-FFF2-40B4-BE49-F238E27FC236}">
                <a16:creationId xmlns:a16="http://schemas.microsoft.com/office/drawing/2014/main" id="{CB8DC94D-3C1C-08BD-4276-64BA8897ADEC}"/>
              </a:ext>
            </a:extLst>
          </p:cNvPr>
          <p:cNvSpPr/>
          <p:nvPr/>
        </p:nvSpPr>
        <p:spPr>
          <a:xfrm>
            <a:off x="8548651" y="197008"/>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rgbClr val="A6A6A6"/>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marL="0" marR="0" lvl="0" indent="0" algn="ctr" defTabSz="622275"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a:ea typeface="+mn-ea"/>
                <a:cs typeface="Arial"/>
              </a:rPr>
              <a:t>A</a:t>
            </a:r>
          </a:p>
        </p:txBody>
      </p:sp>
      <p:sp>
        <p:nvSpPr>
          <p:cNvPr id="29" name="Freeform 38">
            <a:extLst>
              <a:ext uri="{FF2B5EF4-FFF2-40B4-BE49-F238E27FC236}">
                <a16:creationId xmlns:a16="http://schemas.microsoft.com/office/drawing/2014/main" id="{36AB94BE-0949-2BF2-F048-99D5F45B0925}"/>
              </a:ext>
            </a:extLst>
          </p:cNvPr>
          <p:cNvSpPr/>
          <p:nvPr/>
        </p:nvSpPr>
        <p:spPr>
          <a:xfrm>
            <a:off x="9187124" y="197008"/>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rgbClr val="A6A6A6"/>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marL="0" marR="0" lvl="0" indent="0" algn="ctr" defTabSz="622275"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a:ea typeface="+mn-ea"/>
                <a:cs typeface="Arial"/>
              </a:rPr>
              <a:t>I</a:t>
            </a:r>
          </a:p>
        </p:txBody>
      </p:sp>
      <p:sp>
        <p:nvSpPr>
          <p:cNvPr id="30" name="Freeform 39">
            <a:extLst>
              <a:ext uri="{FF2B5EF4-FFF2-40B4-BE49-F238E27FC236}">
                <a16:creationId xmlns:a16="http://schemas.microsoft.com/office/drawing/2014/main" id="{2ABF98D5-0DB4-2793-95C8-270125C56FE8}"/>
              </a:ext>
            </a:extLst>
          </p:cNvPr>
          <p:cNvSpPr/>
          <p:nvPr/>
        </p:nvSpPr>
        <p:spPr>
          <a:xfrm>
            <a:off x="9763774" y="197008"/>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chemeClr val="bg1">
              <a:lumMod val="6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74676" tIns="37338" rIns="98478" bIns="37338" numCol="1" spcCol="1270" anchor="ctr" anchorCtr="0">
            <a:noAutofit/>
          </a:bodyPr>
          <a:lstStyle/>
          <a:p>
            <a:pPr marL="0" marR="0" lvl="0" indent="0" algn="ctr" defTabSz="622275"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a:ea typeface="+mn-ea"/>
                <a:cs typeface="Arial"/>
              </a:rPr>
              <a:t>C</a:t>
            </a:r>
          </a:p>
        </p:txBody>
      </p:sp>
      <p:pic>
        <p:nvPicPr>
          <p:cNvPr id="31" name="Picture 30" descr="A black and white logo&#10;&#10;AI-generated content may be incorrect.">
            <a:extLst>
              <a:ext uri="{FF2B5EF4-FFF2-40B4-BE49-F238E27FC236}">
                <a16:creationId xmlns:a16="http://schemas.microsoft.com/office/drawing/2014/main" id="{07B1C51B-B51E-116B-5DC0-5B8A2B32D72A}"/>
              </a:ext>
            </a:extLst>
          </p:cNvPr>
          <p:cNvPicPr>
            <a:picLocks noChangeAspect="1"/>
          </p:cNvPicPr>
          <p:nvPr/>
        </p:nvPicPr>
        <p:blipFill>
          <a:blip r:embed="rId2"/>
          <a:stretch>
            <a:fillRect/>
          </a:stretch>
        </p:blipFill>
        <p:spPr>
          <a:xfrm>
            <a:off x="10557318" y="121767"/>
            <a:ext cx="1549998" cy="955573"/>
          </a:xfrm>
          <a:prstGeom prst="rect">
            <a:avLst/>
          </a:prstGeom>
        </p:spPr>
      </p:pic>
    </p:spTree>
    <p:extLst>
      <p:ext uri="{BB962C8B-B14F-4D97-AF65-F5344CB8AC3E}">
        <p14:creationId xmlns:p14="http://schemas.microsoft.com/office/powerpoint/2010/main" val="26473505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7654B9DB-AF4D-1C93-9790-4A8666218867}"/>
            </a:ext>
          </a:extLst>
        </p:cNvPr>
        <p:cNvGrpSpPr/>
        <p:nvPr/>
      </p:nvGrpSpPr>
      <p:grpSpPr>
        <a:xfrm>
          <a:off x="0" y="0"/>
          <a:ext cx="0" cy="0"/>
          <a:chOff x="0" y="0"/>
          <a:chExt cx="0" cy="0"/>
        </a:xfrm>
      </p:grpSpPr>
      <p:sp>
        <p:nvSpPr>
          <p:cNvPr id="30" name="Rectangle: Rounded Corners 29">
            <a:extLst>
              <a:ext uri="{FF2B5EF4-FFF2-40B4-BE49-F238E27FC236}">
                <a16:creationId xmlns:a16="http://schemas.microsoft.com/office/drawing/2014/main" id="{69F9F0B3-514E-FFF8-4617-0D2949882243}"/>
              </a:ext>
            </a:extLst>
          </p:cNvPr>
          <p:cNvSpPr/>
          <p:nvPr/>
        </p:nvSpPr>
        <p:spPr>
          <a:xfrm>
            <a:off x="886261" y="5904306"/>
            <a:ext cx="10278866" cy="752954"/>
          </a:xfrm>
          <a:prstGeom prst="roundRect">
            <a:avLst/>
          </a:prstGeom>
          <a:solidFill>
            <a:srgbClr val="5B9BD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dirty="0">
              <a:ln>
                <a:noFill/>
              </a:ln>
              <a:solidFill>
                <a:prstClr val="white"/>
              </a:solidFill>
              <a:effectLst/>
              <a:uLnTx/>
              <a:uFillTx/>
              <a:latin typeface="Calibri"/>
              <a:ea typeface="+mn-ea"/>
              <a:cs typeface="+mn-cs"/>
            </a:endParaRPr>
          </a:p>
        </p:txBody>
      </p:sp>
      <p:sp>
        <p:nvSpPr>
          <p:cNvPr id="5" name="Title 1">
            <a:extLst>
              <a:ext uri="{FF2B5EF4-FFF2-40B4-BE49-F238E27FC236}">
                <a16:creationId xmlns:a16="http://schemas.microsoft.com/office/drawing/2014/main" id="{CD6AFB0A-50DC-BDD6-B62B-0504DBC4A149}"/>
              </a:ext>
            </a:extLst>
          </p:cNvPr>
          <p:cNvSpPr txBox="1">
            <a:spLocks/>
          </p:cNvSpPr>
          <p:nvPr/>
        </p:nvSpPr>
        <p:spPr>
          <a:xfrm>
            <a:off x="7209476" y="486714"/>
            <a:ext cx="3370777" cy="392777"/>
          </a:xfrm>
          <a:prstGeom prst="rect">
            <a:avLst/>
          </a:prstGeom>
        </p:spPr>
        <p:txBody>
          <a:bodyPr>
            <a:normAutofit/>
          </a:bodyPr>
          <a:lstStyle>
            <a:lvl1pPr algn="l" defTabSz="914400" rtl="0" eaLnBrk="1" latinLnBrk="0" hangingPunct="1">
              <a:lnSpc>
                <a:spcPct val="90000"/>
              </a:lnSpc>
              <a:spcBef>
                <a:spcPct val="0"/>
              </a:spcBef>
              <a:buNone/>
              <a:defRPr sz="3200" b="1" kern="1200">
                <a:solidFill>
                  <a:schemeClr val="tx1"/>
                </a:solidFill>
                <a:latin typeface="+mn-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j-ea"/>
                <a:cs typeface="Arial"/>
              </a:rPr>
              <a:t>ANALYZE &amp; IMPROVE</a:t>
            </a:r>
          </a:p>
        </p:txBody>
      </p:sp>
      <p:sp>
        <p:nvSpPr>
          <p:cNvPr id="16" name="Freeform 35">
            <a:extLst>
              <a:ext uri="{FF2B5EF4-FFF2-40B4-BE49-F238E27FC236}">
                <a16:creationId xmlns:a16="http://schemas.microsoft.com/office/drawing/2014/main" id="{35CBCA66-1584-7218-4599-EE0CE91C0B5C}"/>
              </a:ext>
            </a:extLst>
          </p:cNvPr>
          <p:cNvSpPr/>
          <p:nvPr/>
        </p:nvSpPr>
        <p:spPr>
          <a:xfrm>
            <a:off x="7344956" y="197008"/>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0 w 798090"/>
              <a:gd name="connsiteY5"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8090" h="319236">
                <a:moveTo>
                  <a:pt x="0" y="0"/>
                </a:moveTo>
                <a:lnTo>
                  <a:pt x="638472" y="0"/>
                </a:lnTo>
                <a:lnTo>
                  <a:pt x="798090" y="159618"/>
                </a:lnTo>
                <a:lnTo>
                  <a:pt x="638472" y="319236"/>
                </a:lnTo>
                <a:lnTo>
                  <a:pt x="0" y="319236"/>
                </a:lnTo>
                <a:lnTo>
                  <a:pt x="0" y="0"/>
                </a:lnTo>
                <a:close/>
              </a:path>
            </a:pathLst>
          </a:custGeom>
          <a:solidFill>
            <a:srgbClr val="7030A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marL="0" marR="0" lvl="0" indent="0" algn="ctr" defTabSz="622275"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a:ea typeface="+mn-ea"/>
                <a:cs typeface="Arial"/>
              </a:rPr>
              <a:t>D</a:t>
            </a:r>
          </a:p>
        </p:txBody>
      </p:sp>
      <p:sp>
        <p:nvSpPr>
          <p:cNvPr id="19" name="Freeform 36">
            <a:extLst>
              <a:ext uri="{FF2B5EF4-FFF2-40B4-BE49-F238E27FC236}">
                <a16:creationId xmlns:a16="http://schemas.microsoft.com/office/drawing/2014/main" id="{7C2556CC-A6A5-43CC-E90B-EDB09EC5BD07}"/>
              </a:ext>
            </a:extLst>
          </p:cNvPr>
          <p:cNvSpPr/>
          <p:nvPr/>
        </p:nvSpPr>
        <p:spPr>
          <a:xfrm>
            <a:off x="7946467" y="197008"/>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rgbClr val="7030A0"/>
          </a:solidFill>
          <a:ln>
            <a:solidFill>
              <a:schemeClr val="bg2"/>
            </a:solid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marL="0" marR="0" lvl="0" indent="0" algn="ctr" defTabSz="622275"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a:ea typeface="+mn-ea"/>
                <a:cs typeface="Arial"/>
              </a:rPr>
              <a:t>M</a:t>
            </a:r>
          </a:p>
        </p:txBody>
      </p:sp>
      <p:sp>
        <p:nvSpPr>
          <p:cNvPr id="20" name="Freeform 37">
            <a:extLst>
              <a:ext uri="{FF2B5EF4-FFF2-40B4-BE49-F238E27FC236}">
                <a16:creationId xmlns:a16="http://schemas.microsoft.com/office/drawing/2014/main" id="{D262848D-EBF6-F741-130F-1FFFE1B30528}"/>
              </a:ext>
            </a:extLst>
          </p:cNvPr>
          <p:cNvSpPr/>
          <p:nvPr/>
        </p:nvSpPr>
        <p:spPr>
          <a:xfrm>
            <a:off x="8548651" y="197008"/>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rgbClr val="7030A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marL="0" marR="0" lvl="0" indent="0" algn="ctr" defTabSz="622275"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a:ea typeface="+mn-ea"/>
                <a:cs typeface="Arial"/>
              </a:rPr>
              <a:t>A</a:t>
            </a:r>
          </a:p>
        </p:txBody>
      </p:sp>
      <p:sp>
        <p:nvSpPr>
          <p:cNvPr id="22" name="Freeform 38">
            <a:extLst>
              <a:ext uri="{FF2B5EF4-FFF2-40B4-BE49-F238E27FC236}">
                <a16:creationId xmlns:a16="http://schemas.microsoft.com/office/drawing/2014/main" id="{5B36AF2F-8FDD-E66D-BEDC-B44BC7473D78}"/>
              </a:ext>
            </a:extLst>
          </p:cNvPr>
          <p:cNvSpPr/>
          <p:nvPr/>
        </p:nvSpPr>
        <p:spPr>
          <a:xfrm>
            <a:off x="9187124" y="197008"/>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rgbClr val="7030A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marL="0" marR="0" lvl="0" indent="0" algn="ctr" defTabSz="622275"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a:ea typeface="+mn-ea"/>
                <a:cs typeface="Arial"/>
              </a:rPr>
              <a:t>I</a:t>
            </a:r>
          </a:p>
        </p:txBody>
      </p:sp>
      <p:sp>
        <p:nvSpPr>
          <p:cNvPr id="23" name="Freeform 39">
            <a:extLst>
              <a:ext uri="{FF2B5EF4-FFF2-40B4-BE49-F238E27FC236}">
                <a16:creationId xmlns:a16="http://schemas.microsoft.com/office/drawing/2014/main" id="{B7D75A46-4CAE-633D-E448-FAE008B02FBD}"/>
              </a:ext>
            </a:extLst>
          </p:cNvPr>
          <p:cNvSpPr/>
          <p:nvPr/>
        </p:nvSpPr>
        <p:spPr>
          <a:xfrm>
            <a:off x="9763774" y="197008"/>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chemeClr val="bg1">
              <a:lumMod val="6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74676" tIns="37338" rIns="98478" bIns="37338" numCol="1" spcCol="1270" anchor="ctr" anchorCtr="0">
            <a:noAutofit/>
          </a:bodyPr>
          <a:lstStyle/>
          <a:p>
            <a:pPr marL="0" marR="0" lvl="0" indent="0" algn="ctr" defTabSz="622275"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a:ea typeface="+mn-ea"/>
                <a:cs typeface="Arial"/>
              </a:rPr>
              <a:t>C</a:t>
            </a:r>
          </a:p>
        </p:txBody>
      </p:sp>
      <p:pic>
        <p:nvPicPr>
          <p:cNvPr id="25" name="Picture 24" descr="A black and white logo&#10;&#10;AI-generated content may be incorrect.">
            <a:extLst>
              <a:ext uri="{FF2B5EF4-FFF2-40B4-BE49-F238E27FC236}">
                <a16:creationId xmlns:a16="http://schemas.microsoft.com/office/drawing/2014/main" id="{94A8F4A9-B240-848E-9881-B31F4B298D4A}"/>
              </a:ext>
            </a:extLst>
          </p:cNvPr>
          <p:cNvPicPr>
            <a:picLocks noChangeAspect="1"/>
          </p:cNvPicPr>
          <p:nvPr/>
        </p:nvPicPr>
        <p:blipFill>
          <a:blip r:embed="rId3"/>
          <a:stretch>
            <a:fillRect/>
          </a:stretch>
        </p:blipFill>
        <p:spPr>
          <a:xfrm>
            <a:off x="10557318" y="121767"/>
            <a:ext cx="1549998" cy="955573"/>
          </a:xfrm>
          <a:prstGeom prst="rect">
            <a:avLst/>
          </a:prstGeom>
        </p:spPr>
      </p:pic>
      <p:sp>
        <p:nvSpPr>
          <p:cNvPr id="4" name="Title 3">
            <a:extLst>
              <a:ext uri="{FF2B5EF4-FFF2-40B4-BE49-F238E27FC236}">
                <a16:creationId xmlns:a16="http://schemas.microsoft.com/office/drawing/2014/main" id="{D2F8C32A-2394-DC30-8F76-7D1CD0ABEF8A}"/>
              </a:ext>
            </a:extLst>
          </p:cNvPr>
          <p:cNvSpPr>
            <a:spLocks noGrp="1"/>
          </p:cNvSpPr>
          <p:nvPr>
            <p:ph type="title"/>
          </p:nvPr>
        </p:nvSpPr>
        <p:spPr>
          <a:xfrm>
            <a:off x="427233" y="200740"/>
            <a:ext cx="6641387" cy="847224"/>
          </a:xfrm>
        </p:spPr>
        <p:txBody>
          <a:bodyPr/>
          <a:lstStyle/>
          <a:p>
            <a:r>
              <a:rPr lang="en-US" sz="2400" kern="1100" cap="all" spc="200" dirty="0">
                <a:solidFill>
                  <a:srgbClr val="0070C0"/>
                </a:solidFill>
                <a:latin typeface="Verdana"/>
              </a:rPr>
              <a:t>Implementation Plan</a:t>
            </a:r>
            <a:endParaRPr lang="es-MX" sz="2400" kern="1100" cap="all" spc="200" dirty="0">
              <a:solidFill>
                <a:srgbClr val="0070C0"/>
              </a:solidFill>
              <a:latin typeface="Verdana"/>
            </a:endParaRPr>
          </a:p>
        </p:txBody>
      </p:sp>
      <p:graphicFrame>
        <p:nvGraphicFramePr>
          <p:cNvPr id="24" name="Table 23">
            <a:extLst>
              <a:ext uri="{FF2B5EF4-FFF2-40B4-BE49-F238E27FC236}">
                <a16:creationId xmlns:a16="http://schemas.microsoft.com/office/drawing/2014/main" id="{15553CB8-5FF9-2DA5-BE8D-2EF0FB6AD3FC}"/>
              </a:ext>
            </a:extLst>
          </p:cNvPr>
          <p:cNvGraphicFramePr>
            <a:graphicFrameLocks noGrp="1"/>
          </p:cNvGraphicFramePr>
          <p:nvPr>
            <p:extLst>
              <p:ext uri="{D42A27DB-BD31-4B8C-83A1-F6EECF244321}">
                <p14:modId xmlns:p14="http://schemas.microsoft.com/office/powerpoint/2010/main" val="317538509"/>
              </p:ext>
            </p:extLst>
          </p:nvPr>
        </p:nvGraphicFramePr>
        <p:xfrm>
          <a:off x="427233" y="1222450"/>
          <a:ext cx="10848975" cy="3533093"/>
        </p:xfrm>
        <a:graphic>
          <a:graphicData uri="http://schemas.openxmlformats.org/drawingml/2006/table">
            <a:tbl>
              <a:tblPr/>
              <a:tblGrid>
                <a:gridCol w="303383">
                  <a:extLst>
                    <a:ext uri="{9D8B030D-6E8A-4147-A177-3AD203B41FA5}">
                      <a16:colId xmlns:a16="http://schemas.microsoft.com/office/drawing/2014/main" val="552279307"/>
                    </a:ext>
                  </a:extLst>
                </a:gridCol>
                <a:gridCol w="3179454">
                  <a:extLst>
                    <a:ext uri="{9D8B030D-6E8A-4147-A177-3AD203B41FA5}">
                      <a16:colId xmlns:a16="http://schemas.microsoft.com/office/drawing/2014/main" val="4246153152"/>
                    </a:ext>
                  </a:extLst>
                </a:gridCol>
                <a:gridCol w="1492644">
                  <a:extLst>
                    <a:ext uri="{9D8B030D-6E8A-4147-A177-3AD203B41FA5}">
                      <a16:colId xmlns:a16="http://schemas.microsoft.com/office/drawing/2014/main" val="2747639802"/>
                    </a:ext>
                  </a:extLst>
                </a:gridCol>
                <a:gridCol w="898014">
                  <a:extLst>
                    <a:ext uri="{9D8B030D-6E8A-4147-A177-3AD203B41FA5}">
                      <a16:colId xmlns:a16="http://schemas.microsoft.com/office/drawing/2014/main" val="797466682"/>
                    </a:ext>
                  </a:extLst>
                </a:gridCol>
                <a:gridCol w="1092178">
                  <a:extLst>
                    <a:ext uri="{9D8B030D-6E8A-4147-A177-3AD203B41FA5}">
                      <a16:colId xmlns:a16="http://schemas.microsoft.com/office/drawing/2014/main" val="2587520466"/>
                    </a:ext>
                  </a:extLst>
                </a:gridCol>
                <a:gridCol w="582495">
                  <a:extLst>
                    <a:ext uri="{9D8B030D-6E8A-4147-A177-3AD203B41FA5}">
                      <a16:colId xmlns:a16="http://schemas.microsoft.com/office/drawing/2014/main" val="3972142144"/>
                    </a:ext>
                  </a:extLst>
                </a:gridCol>
                <a:gridCol w="1067908">
                  <a:extLst>
                    <a:ext uri="{9D8B030D-6E8A-4147-A177-3AD203B41FA5}">
                      <a16:colId xmlns:a16="http://schemas.microsoft.com/office/drawing/2014/main" val="6665373"/>
                    </a:ext>
                  </a:extLst>
                </a:gridCol>
                <a:gridCol w="2232899">
                  <a:extLst>
                    <a:ext uri="{9D8B030D-6E8A-4147-A177-3AD203B41FA5}">
                      <a16:colId xmlns:a16="http://schemas.microsoft.com/office/drawing/2014/main" val="1095671353"/>
                    </a:ext>
                  </a:extLst>
                </a:gridCol>
              </a:tblGrid>
              <a:tr h="338557">
                <a:tc gridSpan="7">
                  <a:txBody>
                    <a:bodyPr/>
                    <a:lstStyle/>
                    <a:p>
                      <a:pPr algn="ctr" rtl="0" fontAlgn="ctr"/>
                      <a:r>
                        <a:rPr lang="en-US" sz="1900" b="1" i="0" u="none" strike="noStrike" noProof="0" dirty="0">
                          <a:solidFill>
                            <a:srgbClr val="FFFFFF"/>
                          </a:solidFill>
                          <a:effectLst/>
                          <a:latin typeface="Calibri" panose="020F0502020204030204" pitchFamily="34" charset="0"/>
                        </a:rPr>
                        <a:t>Implementation Work Plan</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5B9BD5"/>
                    </a:solidFill>
                  </a:tcPr>
                </a:tc>
                <a:tc hMerge="1">
                  <a:txBody>
                    <a:bodyPr/>
                    <a:lstStyle/>
                    <a:p>
                      <a:endParaRPr lang="es-MX"/>
                    </a:p>
                  </a:txBody>
                  <a:tcPr/>
                </a:tc>
                <a:tc hMerge="1">
                  <a:txBody>
                    <a:bodyPr/>
                    <a:lstStyle/>
                    <a:p>
                      <a:endParaRPr lang="es-MX"/>
                    </a:p>
                  </a:txBody>
                  <a:tcPr/>
                </a:tc>
                <a:tc hMerge="1">
                  <a:txBody>
                    <a:bodyPr/>
                    <a:lstStyle/>
                    <a:p>
                      <a:endParaRPr lang="es-MX"/>
                    </a:p>
                  </a:txBody>
                  <a:tcPr/>
                </a:tc>
                <a:tc hMerge="1">
                  <a:txBody>
                    <a:bodyPr/>
                    <a:lstStyle/>
                    <a:p>
                      <a:endParaRPr lang="es-MX"/>
                    </a:p>
                  </a:txBody>
                  <a:tcPr/>
                </a:tc>
                <a:tc hMerge="1">
                  <a:txBody>
                    <a:bodyPr/>
                    <a:lstStyle/>
                    <a:p>
                      <a:endParaRPr lang="es-MX"/>
                    </a:p>
                  </a:txBody>
                  <a:tcPr/>
                </a:tc>
                <a:tc hMerge="1">
                  <a:txBody>
                    <a:bodyPr/>
                    <a:lstStyle/>
                    <a:p>
                      <a:endParaRPr lang="es-MX"/>
                    </a:p>
                  </a:txBody>
                  <a:tcPr/>
                </a:tc>
                <a:tc>
                  <a:txBody>
                    <a:bodyPr/>
                    <a:lstStyle/>
                    <a:p>
                      <a:pPr algn="l" fontAlgn="t"/>
                      <a:r>
                        <a:rPr lang="en-US" sz="1700" b="0" i="0" u="none" strike="noStrike" noProof="0" dirty="0">
                          <a:solidFill>
                            <a:srgbClr val="000000"/>
                          </a:solidFill>
                          <a:effectLst/>
                          <a:latin typeface="Arial" panose="020B0604020202020204" pitchFamily="34" charset="0"/>
                        </a:rPr>
                        <a:t> </a:t>
                      </a:r>
                    </a:p>
                  </a:txBody>
                  <a:tcPr marL="5881" marR="5881" marT="588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5B9BD5"/>
                    </a:solidFill>
                  </a:tcPr>
                </a:tc>
                <a:extLst>
                  <a:ext uri="{0D108BD9-81ED-4DB2-BD59-A6C34878D82A}">
                    <a16:rowId xmlns:a16="http://schemas.microsoft.com/office/drawing/2014/main" val="4105809566"/>
                  </a:ext>
                </a:extLst>
              </a:tr>
              <a:tr h="390891">
                <a:tc>
                  <a:txBody>
                    <a:bodyPr/>
                    <a:lstStyle/>
                    <a:p>
                      <a:pPr algn="ctr" rtl="0" fontAlgn="ctr"/>
                      <a:r>
                        <a:rPr lang="en-US" sz="1100" b="1" i="0" u="none" strike="noStrike" noProof="0" dirty="0">
                          <a:solidFill>
                            <a:srgbClr val="000000"/>
                          </a:solidFill>
                          <a:effectLst/>
                          <a:latin typeface="Calibri" panose="020F0502020204030204" pitchFamily="34" charset="0"/>
                        </a:rPr>
                        <a:t> </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algn="ctr" rtl="0" fontAlgn="ctr"/>
                      <a:r>
                        <a:rPr lang="en-US" sz="1100" b="1" i="0" u="none" strike="noStrike" noProof="0" dirty="0">
                          <a:solidFill>
                            <a:srgbClr val="000000"/>
                          </a:solidFill>
                          <a:effectLst/>
                          <a:latin typeface="Calibri" panose="020F0502020204030204" pitchFamily="34" charset="0"/>
                        </a:rPr>
                        <a:t>Action/Deliverable</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algn="ctr" rtl="0" fontAlgn="ctr"/>
                      <a:r>
                        <a:rPr lang="en-US" sz="1100" b="1" i="0" u="none" strike="noStrike" noProof="0" dirty="0">
                          <a:solidFill>
                            <a:srgbClr val="000000"/>
                          </a:solidFill>
                          <a:effectLst/>
                          <a:latin typeface="Calibri" panose="020F0502020204030204" pitchFamily="34" charset="0"/>
                        </a:rPr>
                        <a:t>Responsible/ Support</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algn="ctr" rtl="0" fontAlgn="ctr"/>
                      <a:r>
                        <a:rPr lang="en-US" sz="1100" b="1" i="0" u="none" strike="noStrike" noProof="0" dirty="0">
                          <a:solidFill>
                            <a:srgbClr val="000000"/>
                          </a:solidFill>
                          <a:effectLst/>
                          <a:latin typeface="Calibri" panose="020F0502020204030204" pitchFamily="34" charset="0"/>
                        </a:rPr>
                        <a:t>Start Date</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algn="ctr" rtl="0" fontAlgn="ctr"/>
                      <a:r>
                        <a:rPr lang="en-US" sz="1100" b="1" i="0" u="none" strike="noStrike" noProof="0" dirty="0">
                          <a:solidFill>
                            <a:srgbClr val="000000"/>
                          </a:solidFill>
                          <a:effectLst/>
                          <a:latin typeface="Calibri" panose="020F0502020204030204" pitchFamily="34" charset="0"/>
                        </a:rPr>
                        <a:t>Completion Date</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algn="ctr" rtl="0" fontAlgn="ctr"/>
                      <a:r>
                        <a:rPr lang="en-US" sz="1100" b="1" i="0" u="none" strike="noStrike" noProof="0" dirty="0">
                          <a:solidFill>
                            <a:srgbClr val="000000"/>
                          </a:solidFill>
                          <a:effectLst/>
                          <a:latin typeface="Calibri" panose="020F0502020204030204" pitchFamily="34" charset="0"/>
                        </a:rPr>
                        <a:t>Status</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algn="ctr" rtl="0" fontAlgn="ctr"/>
                      <a:r>
                        <a:rPr lang="en-US" sz="1100" b="1" i="0" u="none" strike="noStrike" noProof="0" dirty="0">
                          <a:solidFill>
                            <a:srgbClr val="000000"/>
                          </a:solidFill>
                          <a:effectLst/>
                          <a:latin typeface="Calibri" panose="020F0502020204030204" pitchFamily="34" charset="0"/>
                        </a:rPr>
                        <a:t>Phase</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algn="ctr" rtl="0" fontAlgn="ctr"/>
                      <a:r>
                        <a:rPr lang="en-US" sz="1100" b="1" i="0" u="none" strike="noStrike" noProof="0" dirty="0">
                          <a:solidFill>
                            <a:srgbClr val="000000"/>
                          </a:solidFill>
                          <a:effectLst/>
                          <a:latin typeface="Calibri" panose="020F0502020204030204" pitchFamily="34" charset="0"/>
                        </a:rPr>
                        <a:t>Comments</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extLst>
                  <a:ext uri="{0D108BD9-81ED-4DB2-BD59-A6C34878D82A}">
                    <a16:rowId xmlns:a16="http://schemas.microsoft.com/office/drawing/2014/main" val="1206681643"/>
                  </a:ext>
                </a:extLst>
              </a:tr>
              <a:tr h="215665">
                <a:tc>
                  <a:txBody>
                    <a:bodyPr/>
                    <a:lstStyle/>
                    <a:p>
                      <a:pPr algn="ctr" rtl="0" fontAlgn="ctr"/>
                      <a:r>
                        <a:rPr lang="en-US" sz="1100" b="0" i="0" u="none" strike="noStrike" noProof="0" dirty="0">
                          <a:solidFill>
                            <a:srgbClr val="000000"/>
                          </a:solidFill>
                          <a:effectLst/>
                          <a:latin typeface="Calibri" panose="020F0502020204030204" pitchFamily="34" charset="0"/>
                        </a:rPr>
                        <a:t>1</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algn="l" rtl="0" fontAlgn="ctr"/>
                      <a:r>
                        <a:rPr lang="en-US" sz="1100" b="0" i="0" u="none" strike="noStrike" noProof="0" dirty="0">
                          <a:solidFill>
                            <a:srgbClr val="000000"/>
                          </a:solidFill>
                          <a:effectLst/>
                          <a:latin typeface="Calibri" panose="020F0502020204030204" pitchFamily="34" charset="0"/>
                        </a:rPr>
                        <a:t>Sharepoint</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algn="ctr" rtl="0" fontAlgn="ctr"/>
                      <a:r>
                        <a:rPr lang="en-US" sz="1100" b="0" i="0" u="none" strike="noStrike" noProof="0" dirty="0">
                          <a:solidFill>
                            <a:srgbClr val="000000"/>
                          </a:solidFill>
                          <a:effectLst/>
                          <a:latin typeface="Calibri" panose="020F0502020204030204" pitchFamily="34" charset="0"/>
                        </a:rPr>
                        <a:t>(Leader)</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MM/DD/YYYY</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MM/DD/YYYY</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algn="ctr" rtl="0" fontAlgn="ctr"/>
                      <a:r>
                        <a:rPr lang="en-US" sz="1100" b="0" i="0" u="none" strike="noStrike" noProof="0" dirty="0">
                          <a:solidFill>
                            <a:srgbClr val="000000"/>
                          </a:solidFill>
                          <a:effectLst/>
                          <a:latin typeface="Calibri" panose="020F0502020204030204" pitchFamily="34" charset="0"/>
                        </a:rPr>
                        <a:t>100%</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92D05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Improve</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algn="ctr" fontAlgn="ctr"/>
                      <a:r>
                        <a:rPr lang="en-US" sz="900" b="0" i="0" u="none" strike="noStrike" noProof="0" dirty="0">
                          <a:solidFill>
                            <a:srgbClr val="000000"/>
                          </a:solidFill>
                          <a:effectLst/>
                          <a:latin typeface="Arial" panose="020B0604020202020204" pitchFamily="34" charset="0"/>
                        </a:rPr>
                        <a:t>...</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extLst>
                  <a:ext uri="{0D108BD9-81ED-4DB2-BD59-A6C34878D82A}">
                    <a16:rowId xmlns:a16="http://schemas.microsoft.com/office/drawing/2014/main" val="3614705930"/>
                  </a:ext>
                </a:extLst>
              </a:tr>
              <a:tr h="215665">
                <a:tc>
                  <a:txBody>
                    <a:bodyPr/>
                    <a:lstStyle/>
                    <a:p>
                      <a:pPr algn="ctr" rtl="0" fontAlgn="ctr"/>
                      <a:r>
                        <a:rPr lang="en-US" sz="1100" b="0" i="0" u="none" strike="noStrike" noProof="0" dirty="0">
                          <a:solidFill>
                            <a:srgbClr val="000000"/>
                          </a:solidFill>
                          <a:effectLst/>
                          <a:latin typeface="Calibri" panose="020F0502020204030204" pitchFamily="34" charset="0"/>
                        </a:rPr>
                        <a:t>2</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tc>
                  <a:txBody>
                    <a:bodyPr/>
                    <a:lstStyle/>
                    <a:p>
                      <a:pPr algn="l" rtl="0" fontAlgn="ctr"/>
                      <a:r>
                        <a:rPr lang="en-US" sz="1100" b="0" i="0" u="none" strike="noStrike" noProof="0" dirty="0">
                          <a:solidFill>
                            <a:srgbClr val="000000"/>
                          </a:solidFill>
                          <a:effectLst/>
                          <a:latin typeface="Calibri" panose="020F0502020204030204" pitchFamily="34" charset="0"/>
                        </a:rPr>
                        <a:t>Consolidated File</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tc>
                  <a:txBody>
                    <a:bodyPr/>
                    <a:lstStyle/>
                    <a:p>
                      <a:pPr algn="ctr" rtl="0" fontAlgn="ctr"/>
                      <a:r>
                        <a:rPr lang="en-US" sz="1100" b="0" i="0" u="none" strike="noStrike" noProof="0" dirty="0">
                          <a:solidFill>
                            <a:srgbClr val="000000"/>
                          </a:solidFill>
                          <a:effectLst/>
                          <a:latin typeface="Calibri" panose="020F0502020204030204" pitchFamily="34" charset="0"/>
                        </a:rPr>
                        <a:t>(Leader/ Team Member)</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MM/DD/YYYY</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MM/DD/YYYY</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tc>
                  <a:txBody>
                    <a:bodyPr/>
                    <a:lstStyle/>
                    <a:p>
                      <a:pPr algn="ctr" rtl="0" fontAlgn="ctr"/>
                      <a:r>
                        <a:rPr lang="en-US" sz="1100" b="0" i="0" u="none" strike="noStrike" noProof="0" dirty="0">
                          <a:solidFill>
                            <a:srgbClr val="000000"/>
                          </a:solidFill>
                          <a:effectLst/>
                          <a:latin typeface="Calibri" panose="020F0502020204030204" pitchFamily="34" charset="0"/>
                        </a:rPr>
                        <a:t>0%</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Improve</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tc>
                  <a:txBody>
                    <a:bodyPr/>
                    <a:lstStyle/>
                    <a:p>
                      <a:pPr algn="ctr" rtl="0" fontAlgn="ctr"/>
                      <a:r>
                        <a:rPr lang="en-US" sz="900" b="0" i="0" u="none" strike="noStrike" noProof="0" dirty="0">
                          <a:solidFill>
                            <a:srgbClr val="000000"/>
                          </a:solidFill>
                          <a:effectLst/>
                          <a:latin typeface="Calibri" panose="020F0502020204030204" pitchFamily="34" charset="0"/>
                        </a:rPr>
                        <a:t> </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extLst>
                  <a:ext uri="{0D108BD9-81ED-4DB2-BD59-A6C34878D82A}">
                    <a16:rowId xmlns:a16="http://schemas.microsoft.com/office/drawing/2014/main" val="1878427530"/>
                  </a:ext>
                </a:extLst>
              </a:tr>
              <a:tr h="215665">
                <a:tc>
                  <a:txBody>
                    <a:bodyPr/>
                    <a:lstStyle/>
                    <a:p>
                      <a:pPr algn="ctr" rtl="0" fontAlgn="ctr"/>
                      <a:r>
                        <a:rPr lang="en-US" sz="1100" b="0" i="0" u="none" strike="noStrike" noProof="0" dirty="0">
                          <a:solidFill>
                            <a:srgbClr val="000000"/>
                          </a:solidFill>
                          <a:effectLst/>
                          <a:latin typeface="Calibri" panose="020F0502020204030204" pitchFamily="34" charset="0"/>
                        </a:rPr>
                        <a:t>3</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algn="l" rtl="0" fontAlgn="ctr"/>
                      <a:r>
                        <a:rPr lang="en-US" sz="1100" b="0" i="0" u="none" strike="noStrike" noProof="0" dirty="0">
                          <a:solidFill>
                            <a:srgbClr val="000000"/>
                          </a:solidFill>
                          <a:effectLst/>
                          <a:latin typeface="Calibri" panose="020F0502020204030204" pitchFamily="34" charset="0"/>
                        </a:rPr>
                        <a:t>Power Bi</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algn="ctr" rtl="0" fontAlgn="ctr"/>
                      <a:r>
                        <a:rPr lang="en-US" sz="1100" b="0" i="0" u="none" strike="noStrike" noProof="0" dirty="0">
                          <a:solidFill>
                            <a:srgbClr val="000000"/>
                          </a:solidFill>
                          <a:effectLst/>
                          <a:latin typeface="Calibri" panose="020F0502020204030204" pitchFamily="34" charset="0"/>
                        </a:rPr>
                        <a:t>(Leader/ Team Member)</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MM/DD/YYYY</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MM/DD/YYYY</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algn="ctr" rtl="0" fontAlgn="ctr"/>
                      <a:r>
                        <a:rPr lang="en-US" sz="1100" b="0" i="0" u="none" strike="noStrike" noProof="0" dirty="0">
                          <a:solidFill>
                            <a:srgbClr val="000000"/>
                          </a:solidFill>
                          <a:effectLst/>
                          <a:latin typeface="Calibri" panose="020F0502020204030204" pitchFamily="34" charset="0"/>
                        </a:rPr>
                        <a:t>0%</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Improve</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algn="ctr" fontAlgn="ctr"/>
                      <a:r>
                        <a:rPr lang="en-US" sz="900" b="0" i="0" u="none" strike="noStrike" noProof="0" dirty="0">
                          <a:solidFill>
                            <a:srgbClr val="000000"/>
                          </a:solidFill>
                          <a:effectLst/>
                          <a:latin typeface="Arial" panose="020B0604020202020204" pitchFamily="34" charset="0"/>
                        </a:rPr>
                        <a:t> </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extLst>
                  <a:ext uri="{0D108BD9-81ED-4DB2-BD59-A6C34878D82A}">
                    <a16:rowId xmlns:a16="http://schemas.microsoft.com/office/drawing/2014/main" val="2970133388"/>
                  </a:ext>
                </a:extLst>
              </a:tr>
              <a:tr h="215665">
                <a:tc>
                  <a:txBody>
                    <a:bodyPr/>
                    <a:lstStyle/>
                    <a:p>
                      <a:pPr algn="ctr" rtl="0" fontAlgn="ctr"/>
                      <a:r>
                        <a:rPr lang="en-US" sz="1100" b="0" i="0" u="none" strike="noStrike" noProof="0" dirty="0">
                          <a:solidFill>
                            <a:srgbClr val="000000"/>
                          </a:solidFill>
                          <a:effectLst/>
                          <a:latin typeface="Calibri" panose="020F0502020204030204" pitchFamily="34" charset="0"/>
                        </a:rPr>
                        <a:t>4</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tc>
                  <a:txBody>
                    <a:bodyPr/>
                    <a:lstStyle/>
                    <a:p>
                      <a:pPr algn="l" rtl="0" fontAlgn="ctr"/>
                      <a:r>
                        <a:rPr lang="en-US" sz="1100" b="0" i="0" u="none" strike="noStrike" noProof="0" dirty="0">
                          <a:solidFill>
                            <a:srgbClr val="000000"/>
                          </a:solidFill>
                          <a:effectLst/>
                          <a:latin typeface="Calibri" panose="020F0502020204030204" pitchFamily="34" charset="0"/>
                        </a:rPr>
                        <a:t>Excel Tables</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tc>
                  <a:txBody>
                    <a:bodyPr/>
                    <a:lstStyle/>
                    <a:p>
                      <a:pPr algn="ctr" rtl="0" fontAlgn="ctr"/>
                      <a:r>
                        <a:rPr lang="en-US" sz="1100" b="0" i="0" u="none" strike="noStrike" noProof="0" dirty="0">
                          <a:solidFill>
                            <a:srgbClr val="000000"/>
                          </a:solidFill>
                          <a:effectLst/>
                          <a:latin typeface="Calibri" panose="020F0502020204030204" pitchFamily="34" charset="0"/>
                        </a:rPr>
                        <a:t>(Leader / Co-Leader)</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MM/DD/YYYY</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MM/DD/YYYY</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tc>
                  <a:txBody>
                    <a:bodyPr/>
                    <a:lstStyle/>
                    <a:p>
                      <a:pPr algn="ctr" rtl="0" fontAlgn="ctr"/>
                      <a:r>
                        <a:rPr lang="en-US" sz="1100" b="0" i="0" u="none" strike="noStrike" noProof="0" dirty="0">
                          <a:solidFill>
                            <a:srgbClr val="000000"/>
                          </a:solidFill>
                          <a:effectLst/>
                          <a:latin typeface="Calibri" panose="020F0502020204030204" pitchFamily="34" charset="0"/>
                        </a:rPr>
                        <a:t>0%</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Improve</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tc>
                  <a:txBody>
                    <a:bodyPr/>
                    <a:lstStyle/>
                    <a:p>
                      <a:pPr algn="ctr" rtl="0" fontAlgn="ctr"/>
                      <a:r>
                        <a:rPr lang="en-US" sz="900" b="0" i="0" u="none" strike="noStrike" noProof="0" dirty="0">
                          <a:solidFill>
                            <a:srgbClr val="000000"/>
                          </a:solidFill>
                          <a:effectLst/>
                          <a:latin typeface="Calibri" panose="020F0502020204030204" pitchFamily="34" charset="0"/>
                        </a:rPr>
                        <a:t> </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extLst>
                  <a:ext uri="{0D108BD9-81ED-4DB2-BD59-A6C34878D82A}">
                    <a16:rowId xmlns:a16="http://schemas.microsoft.com/office/drawing/2014/main" val="287670397"/>
                  </a:ext>
                </a:extLst>
              </a:tr>
              <a:tr h="215665">
                <a:tc>
                  <a:txBody>
                    <a:bodyPr/>
                    <a:lstStyle/>
                    <a:p>
                      <a:pPr algn="ctr" rtl="0" fontAlgn="ctr"/>
                      <a:r>
                        <a:rPr lang="en-US" sz="1100" b="0" i="0" u="none" strike="noStrike" noProof="0" dirty="0">
                          <a:solidFill>
                            <a:srgbClr val="000000"/>
                          </a:solidFill>
                          <a:effectLst/>
                          <a:latin typeface="Calibri" panose="020F0502020204030204" pitchFamily="34" charset="0"/>
                        </a:rPr>
                        <a:t>5</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algn="l" rtl="0" fontAlgn="ctr"/>
                      <a:r>
                        <a:rPr lang="en-US" sz="1100" b="0" i="0" u="none" strike="noStrike" noProof="0" dirty="0">
                          <a:solidFill>
                            <a:srgbClr val="000000"/>
                          </a:solidFill>
                          <a:effectLst/>
                          <a:latin typeface="Calibri" panose="020F0502020204030204" pitchFamily="34" charset="0"/>
                        </a:rPr>
                        <a:t>Future Process Map</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algn="ctr" rtl="0" fontAlgn="ctr"/>
                      <a:r>
                        <a:rPr lang="en-US" sz="1100" b="0" i="0" u="none" strike="noStrike" noProof="0" dirty="0">
                          <a:solidFill>
                            <a:srgbClr val="000000"/>
                          </a:solidFill>
                          <a:effectLst/>
                          <a:latin typeface="Calibri" panose="020F0502020204030204" pitchFamily="34" charset="0"/>
                        </a:rPr>
                        <a:t>(Leader)</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MM/DD/YYYY</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MM/DD/YYYY</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algn="ctr" rtl="0" fontAlgn="ctr"/>
                      <a:r>
                        <a:rPr lang="en-US" sz="1100" b="0" i="0" u="none" strike="noStrike" noProof="0" dirty="0">
                          <a:solidFill>
                            <a:srgbClr val="000000"/>
                          </a:solidFill>
                          <a:effectLst/>
                          <a:latin typeface="Calibri" panose="020F0502020204030204" pitchFamily="34" charset="0"/>
                        </a:rPr>
                        <a:t>0%</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Improve</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algn="ctr" fontAlgn="ctr"/>
                      <a:r>
                        <a:rPr lang="en-US" sz="900" b="0" i="0" u="none" strike="noStrike" noProof="0" dirty="0">
                          <a:solidFill>
                            <a:srgbClr val="000000"/>
                          </a:solidFill>
                          <a:effectLst/>
                          <a:latin typeface="Arial" panose="020B0604020202020204" pitchFamily="34" charset="0"/>
                        </a:rPr>
                        <a:t> </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extLst>
                  <a:ext uri="{0D108BD9-81ED-4DB2-BD59-A6C34878D82A}">
                    <a16:rowId xmlns:a16="http://schemas.microsoft.com/office/drawing/2014/main" val="2564564066"/>
                  </a:ext>
                </a:extLst>
              </a:tr>
              <a:tr h="215665">
                <a:tc>
                  <a:txBody>
                    <a:bodyPr/>
                    <a:lstStyle/>
                    <a:p>
                      <a:pPr algn="ctr" rtl="0" fontAlgn="ctr"/>
                      <a:r>
                        <a:rPr lang="en-US" sz="1100" b="0" i="0" u="none" strike="noStrike" noProof="0" dirty="0">
                          <a:solidFill>
                            <a:srgbClr val="000000"/>
                          </a:solidFill>
                          <a:effectLst/>
                          <a:latin typeface="Calibri" panose="020F0502020204030204" pitchFamily="34" charset="0"/>
                        </a:rPr>
                        <a:t>6</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tc>
                  <a:txBody>
                    <a:bodyPr/>
                    <a:lstStyle/>
                    <a:p>
                      <a:pPr algn="l" rtl="0" fontAlgn="ctr"/>
                      <a:r>
                        <a:rPr lang="en-US" sz="1100" b="0" i="0" u="none" strike="noStrike" noProof="0" dirty="0">
                          <a:solidFill>
                            <a:srgbClr val="000000"/>
                          </a:solidFill>
                          <a:effectLst/>
                          <a:latin typeface="Calibri" panose="020F0502020204030204" pitchFamily="34" charset="0"/>
                        </a:rPr>
                        <a:t>Solutions Evidence &amp; Pilots</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tc>
                  <a:txBody>
                    <a:bodyPr/>
                    <a:lstStyle/>
                    <a:p>
                      <a:pPr algn="ctr" rtl="0" fontAlgn="ctr"/>
                      <a:r>
                        <a:rPr lang="en-US" sz="1100" b="0" i="0" u="none" strike="noStrike" noProof="0" dirty="0">
                          <a:solidFill>
                            <a:srgbClr val="000000"/>
                          </a:solidFill>
                          <a:effectLst/>
                          <a:latin typeface="Calibri" panose="020F0502020204030204" pitchFamily="34" charset="0"/>
                        </a:rPr>
                        <a:t>(Leader)</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MM/DD/YYYY</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MM/DD/YYYY</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tc>
                  <a:txBody>
                    <a:bodyPr/>
                    <a:lstStyle/>
                    <a:p>
                      <a:pPr algn="ctr" rtl="0" fontAlgn="ctr"/>
                      <a:r>
                        <a:rPr lang="en-US" sz="1100" b="0" i="0" u="none" strike="noStrike" noProof="0" dirty="0">
                          <a:solidFill>
                            <a:srgbClr val="000000"/>
                          </a:solidFill>
                          <a:effectLst/>
                          <a:latin typeface="Calibri" panose="020F0502020204030204" pitchFamily="34" charset="0"/>
                        </a:rPr>
                        <a:t>0%</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Improve</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tc>
                  <a:txBody>
                    <a:bodyPr/>
                    <a:lstStyle/>
                    <a:p>
                      <a:pPr algn="ctr" rtl="0" fontAlgn="ctr"/>
                      <a:r>
                        <a:rPr lang="en-US" sz="900" b="0" i="0" u="none" strike="noStrike" noProof="0" dirty="0">
                          <a:solidFill>
                            <a:srgbClr val="000000"/>
                          </a:solidFill>
                          <a:effectLst/>
                          <a:latin typeface="Calibri" panose="020F0502020204030204" pitchFamily="34" charset="0"/>
                        </a:rPr>
                        <a:t> </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extLst>
                  <a:ext uri="{0D108BD9-81ED-4DB2-BD59-A6C34878D82A}">
                    <a16:rowId xmlns:a16="http://schemas.microsoft.com/office/drawing/2014/main" val="1995599048"/>
                  </a:ext>
                </a:extLst>
              </a:tr>
              <a:tr h="215665">
                <a:tc>
                  <a:txBody>
                    <a:bodyPr/>
                    <a:lstStyle/>
                    <a:p>
                      <a:pPr algn="ctr" rtl="0" fontAlgn="ctr"/>
                      <a:r>
                        <a:rPr lang="en-US" sz="1100" b="0" i="0" u="none" strike="noStrike" noProof="0" dirty="0">
                          <a:solidFill>
                            <a:srgbClr val="000000"/>
                          </a:solidFill>
                          <a:effectLst/>
                          <a:latin typeface="Calibri" panose="020F0502020204030204" pitchFamily="34" charset="0"/>
                        </a:rPr>
                        <a:t>7</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algn="l" rtl="0" fontAlgn="ctr"/>
                      <a:r>
                        <a:rPr lang="en-US" sz="1100" b="0" i="0" u="none" strike="noStrike" noProof="0" dirty="0">
                          <a:solidFill>
                            <a:srgbClr val="000000"/>
                          </a:solidFill>
                          <a:effectLst/>
                          <a:latin typeface="Calibri" panose="020F0502020204030204" pitchFamily="34" charset="0"/>
                        </a:rPr>
                        <a:t>Benefits Confirmation</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algn="ctr" rtl="0" fontAlgn="ctr"/>
                      <a:r>
                        <a:rPr lang="en-US" sz="1100" b="0" i="0" u="none" strike="noStrike" noProof="0" dirty="0">
                          <a:solidFill>
                            <a:srgbClr val="000000"/>
                          </a:solidFill>
                          <a:effectLst/>
                          <a:latin typeface="Calibri" panose="020F0502020204030204" pitchFamily="34" charset="0"/>
                        </a:rPr>
                        <a:t>(Leader)</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MM/DD/YYYY</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MM/DD/YYYY</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algn="ctr" rtl="0" fontAlgn="ctr"/>
                      <a:r>
                        <a:rPr lang="en-US" sz="1100" b="0" i="0" u="none" strike="noStrike" noProof="0" dirty="0">
                          <a:solidFill>
                            <a:srgbClr val="000000"/>
                          </a:solidFill>
                          <a:effectLst/>
                          <a:latin typeface="Calibri" panose="020F0502020204030204" pitchFamily="34" charset="0"/>
                        </a:rPr>
                        <a:t>0%</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Improve</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algn="ctr" fontAlgn="ctr"/>
                      <a:r>
                        <a:rPr lang="en-US" sz="900" b="0" i="0" u="none" strike="noStrike" noProof="0" dirty="0">
                          <a:solidFill>
                            <a:srgbClr val="000000"/>
                          </a:solidFill>
                          <a:effectLst/>
                          <a:latin typeface="Arial" panose="020B0604020202020204" pitchFamily="34" charset="0"/>
                        </a:rPr>
                        <a:t> </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extLst>
                  <a:ext uri="{0D108BD9-81ED-4DB2-BD59-A6C34878D82A}">
                    <a16:rowId xmlns:a16="http://schemas.microsoft.com/office/drawing/2014/main" val="452499403"/>
                  </a:ext>
                </a:extLst>
              </a:tr>
              <a:tr h="215665">
                <a:tc>
                  <a:txBody>
                    <a:bodyPr/>
                    <a:lstStyle/>
                    <a:p>
                      <a:pPr algn="ctr" rtl="0" fontAlgn="ctr"/>
                      <a:r>
                        <a:rPr lang="en-US" sz="1100" b="0" i="0" u="none" strike="noStrike" noProof="0" dirty="0">
                          <a:solidFill>
                            <a:srgbClr val="000000"/>
                          </a:solidFill>
                          <a:effectLst/>
                          <a:latin typeface="Calibri" panose="020F0502020204030204" pitchFamily="34" charset="0"/>
                        </a:rPr>
                        <a:t>8</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tc>
                  <a:txBody>
                    <a:bodyPr/>
                    <a:lstStyle/>
                    <a:p>
                      <a:pPr algn="l" rtl="0" fontAlgn="ctr"/>
                      <a:r>
                        <a:rPr lang="en-US" sz="1100" b="0" i="0" u="none" strike="noStrike" noProof="0" dirty="0">
                          <a:solidFill>
                            <a:srgbClr val="000000"/>
                          </a:solidFill>
                          <a:effectLst/>
                          <a:latin typeface="Calibri" panose="020F0502020204030204" pitchFamily="34" charset="0"/>
                        </a:rPr>
                        <a:t>Control Plan</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tc>
                  <a:txBody>
                    <a:bodyPr/>
                    <a:lstStyle/>
                    <a:p>
                      <a:pPr algn="ctr" rtl="0" fontAlgn="ctr"/>
                      <a:r>
                        <a:rPr lang="en-US" sz="1100" b="0" i="0" u="none" strike="noStrike" noProof="0" dirty="0">
                          <a:solidFill>
                            <a:srgbClr val="000000"/>
                          </a:solidFill>
                          <a:effectLst/>
                          <a:latin typeface="Calibri" panose="020F0502020204030204" pitchFamily="34" charset="0"/>
                        </a:rPr>
                        <a:t>(Leader / Co-Leader)</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MM/DD/YYYY</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MM/DD/YYYY</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0%</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gn="ctr" rtl="0" fontAlgn="ctr"/>
                      <a:r>
                        <a:rPr lang="es-MX" sz="1100" b="0" i="0" u="none" strike="noStrike" noProof="0" dirty="0">
                          <a:solidFill>
                            <a:srgbClr val="000000"/>
                          </a:solidFill>
                          <a:effectLst/>
                          <a:latin typeface="Calibri" panose="020F0502020204030204" pitchFamily="34" charset="0"/>
                        </a:rPr>
                        <a:t>Control</a:t>
                      </a:r>
                      <a:endParaRPr lang="en-US" sz="1100" b="0" i="0" u="none" strike="noStrike" noProof="0" dirty="0">
                        <a:solidFill>
                          <a:srgbClr val="000000"/>
                        </a:solidFill>
                        <a:effectLst/>
                        <a:latin typeface="Calibri" panose="020F0502020204030204" pitchFamily="34" charset="0"/>
                      </a:endParaRP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tc>
                  <a:txBody>
                    <a:bodyPr/>
                    <a:lstStyle/>
                    <a:p>
                      <a:pPr algn="ctr" rtl="0" fontAlgn="ctr"/>
                      <a:r>
                        <a:rPr lang="en-US" sz="900" b="0" i="0" u="none" strike="noStrike" noProof="0" dirty="0">
                          <a:solidFill>
                            <a:srgbClr val="000000"/>
                          </a:solidFill>
                          <a:effectLst/>
                          <a:latin typeface="Calibri" panose="020F0502020204030204" pitchFamily="34" charset="0"/>
                        </a:rPr>
                        <a:t> </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extLst>
                  <a:ext uri="{0D108BD9-81ED-4DB2-BD59-A6C34878D82A}">
                    <a16:rowId xmlns:a16="http://schemas.microsoft.com/office/drawing/2014/main" val="1369955608"/>
                  </a:ext>
                </a:extLst>
              </a:tr>
              <a:tr h="215665">
                <a:tc>
                  <a:txBody>
                    <a:bodyPr/>
                    <a:lstStyle/>
                    <a:p>
                      <a:pPr algn="ctr" rtl="0" fontAlgn="ctr"/>
                      <a:r>
                        <a:rPr lang="en-US" sz="1100" b="0" i="0" u="none" strike="noStrike" noProof="0" dirty="0">
                          <a:solidFill>
                            <a:srgbClr val="000000"/>
                          </a:solidFill>
                          <a:effectLst/>
                          <a:latin typeface="Calibri" panose="020F0502020204030204" pitchFamily="34" charset="0"/>
                        </a:rPr>
                        <a:t>9</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algn="l" rtl="0" fontAlgn="ctr"/>
                      <a:r>
                        <a:rPr lang="en-US" sz="1100" b="0" i="0" u="none" strike="noStrike" noProof="0" dirty="0">
                          <a:solidFill>
                            <a:srgbClr val="000000"/>
                          </a:solidFill>
                          <a:effectLst/>
                          <a:latin typeface="Calibri" panose="020F0502020204030204" pitchFamily="34" charset="0"/>
                        </a:rPr>
                        <a:t>Monitoring Plan</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algn="ctr" rtl="0" fontAlgn="ctr"/>
                      <a:r>
                        <a:rPr lang="en-US" sz="1100" b="0" i="0" u="none" strike="noStrike" noProof="0" dirty="0">
                          <a:solidFill>
                            <a:srgbClr val="000000"/>
                          </a:solidFill>
                          <a:effectLst/>
                          <a:latin typeface="Calibri" panose="020F0502020204030204" pitchFamily="34" charset="0"/>
                        </a:rPr>
                        <a:t>(Leader)</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MM/DD/YYYY</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MM/DD/YYYY</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0%</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s-MX"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Control</a:t>
                      </a:r>
                      <a:endParaRPr kumimoji="0" lang="en-US"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algn="ctr" fontAlgn="ctr"/>
                      <a:r>
                        <a:rPr lang="en-US" sz="900" b="0" i="0" u="none" strike="noStrike" noProof="0" dirty="0">
                          <a:solidFill>
                            <a:srgbClr val="000000"/>
                          </a:solidFill>
                          <a:effectLst/>
                          <a:latin typeface="Arial" panose="020B0604020202020204" pitchFamily="34" charset="0"/>
                        </a:rPr>
                        <a:t> </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extLst>
                  <a:ext uri="{0D108BD9-81ED-4DB2-BD59-A6C34878D82A}">
                    <a16:rowId xmlns:a16="http://schemas.microsoft.com/office/drawing/2014/main" val="3075724608"/>
                  </a:ext>
                </a:extLst>
              </a:tr>
              <a:tr h="215665">
                <a:tc>
                  <a:txBody>
                    <a:bodyPr/>
                    <a:lstStyle/>
                    <a:p>
                      <a:pPr algn="ctr" rtl="0" fontAlgn="ctr"/>
                      <a:r>
                        <a:rPr lang="en-US" sz="1100" b="0" i="0" u="none" strike="noStrike" noProof="0" dirty="0">
                          <a:solidFill>
                            <a:srgbClr val="000000"/>
                          </a:solidFill>
                          <a:effectLst/>
                          <a:latin typeface="Calibri" panose="020F0502020204030204" pitchFamily="34" charset="0"/>
                        </a:rPr>
                        <a:t>10</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tc>
                  <a:txBody>
                    <a:bodyPr/>
                    <a:lstStyle/>
                    <a:p>
                      <a:pPr algn="l" rtl="0" fontAlgn="ctr"/>
                      <a:r>
                        <a:rPr lang="en-US" sz="1100" b="0" i="0" u="none" strike="noStrike" noProof="0" dirty="0">
                          <a:solidFill>
                            <a:srgbClr val="000000"/>
                          </a:solidFill>
                          <a:effectLst/>
                          <a:latin typeface="Calibri" panose="020F0502020204030204" pitchFamily="34" charset="0"/>
                        </a:rPr>
                        <a:t> Standards and Procedures Developed and In Place</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tc>
                  <a:txBody>
                    <a:bodyPr/>
                    <a:lstStyle/>
                    <a:p>
                      <a:pPr algn="ctr" rtl="0" fontAlgn="ctr"/>
                      <a:r>
                        <a:rPr lang="en-US" sz="1100" b="0" i="0" u="none" strike="noStrike" noProof="0" dirty="0">
                          <a:solidFill>
                            <a:srgbClr val="000000"/>
                          </a:solidFill>
                          <a:effectLst/>
                          <a:latin typeface="Calibri" panose="020F0502020204030204" pitchFamily="34" charset="0"/>
                        </a:rPr>
                        <a:t>(Leader)</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MM/DD/YYYY</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MM/DD/YYYY</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0%</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s-MX"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Control</a:t>
                      </a:r>
                      <a:endParaRPr kumimoji="0" lang="en-US"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tc>
                  <a:txBody>
                    <a:bodyPr/>
                    <a:lstStyle/>
                    <a:p>
                      <a:pPr algn="ctr" rtl="0" fontAlgn="ctr"/>
                      <a:r>
                        <a:rPr lang="en-US" sz="900" b="0" i="0" u="none" strike="noStrike" noProof="0" dirty="0">
                          <a:solidFill>
                            <a:srgbClr val="000000"/>
                          </a:solidFill>
                          <a:effectLst/>
                          <a:latin typeface="Calibri" panose="020F0502020204030204" pitchFamily="34" charset="0"/>
                        </a:rPr>
                        <a:t> </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extLst>
                  <a:ext uri="{0D108BD9-81ED-4DB2-BD59-A6C34878D82A}">
                    <a16:rowId xmlns:a16="http://schemas.microsoft.com/office/drawing/2014/main" val="1895766614"/>
                  </a:ext>
                </a:extLst>
              </a:tr>
              <a:tr h="215665">
                <a:tc>
                  <a:txBody>
                    <a:bodyPr/>
                    <a:lstStyle/>
                    <a:p>
                      <a:pPr algn="ctr" rtl="0" fontAlgn="ctr"/>
                      <a:r>
                        <a:rPr lang="en-US" sz="1100" b="0" i="0" u="none" strike="noStrike" noProof="0" dirty="0">
                          <a:solidFill>
                            <a:srgbClr val="000000"/>
                          </a:solidFill>
                          <a:effectLst/>
                          <a:latin typeface="Calibri" panose="020F0502020204030204" pitchFamily="34" charset="0"/>
                        </a:rPr>
                        <a:t>11</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algn="l" rtl="0" fontAlgn="ctr"/>
                      <a:r>
                        <a:rPr lang="en-US" sz="1100" b="0" i="0" u="none" strike="noStrike" noProof="0" dirty="0">
                          <a:solidFill>
                            <a:srgbClr val="000000"/>
                          </a:solidFill>
                          <a:effectLst/>
                          <a:latin typeface="Calibri" panose="020F0502020204030204" pitchFamily="34" charset="0"/>
                        </a:rPr>
                        <a:t> Replication Opportunities Analysis</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algn="ctr" rtl="0" fontAlgn="ctr"/>
                      <a:r>
                        <a:rPr lang="en-US" sz="1100" b="0" i="0" u="none" strike="noStrike" noProof="0" dirty="0">
                          <a:solidFill>
                            <a:srgbClr val="000000"/>
                          </a:solidFill>
                          <a:effectLst/>
                          <a:latin typeface="Calibri" panose="020F0502020204030204" pitchFamily="34" charset="0"/>
                        </a:rPr>
                        <a:t>(Leader)</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MM/DD/YYYY</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MM/DD/YYYY</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0%</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s-MX"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Control</a:t>
                      </a:r>
                      <a:endParaRPr kumimoji="0" lang="en-US"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endParaRP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algn="ctr" fontAlgn="ctr"/>
                      <a:r>
                        <a:rPr lang="en-US" sz="900" b="0" i="0" u="none" strike="noStrike" noProof="0" dirty="0">
                          <a:solidFill>
                            <a:srgbClr val="000000"/>
                          </a:solidFill>
                          <a:effectLst/>
                          <a:latin typeface="Arial" panose="020B0604020202020204" pitchFamily="34" charset="0"/>
                        </a:rPr>
                        <a:t> </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extLst>
                  <a:ext uri="{0D108BD9-81ED-4DB2-BD59-A6C34878D82A}">
                    <a16:rowId xmlns:a16="http://schemas.microsoft.com/office/drawing/2014/main" val="1886324581"/>
                  </a:ext>
                </a:extLst>
              </a:tr>
              <a:tr h="215665">
                <a:tc>
                  <a:txBody>
                    <a:bodyPr/>
                    <a:lstStyle/>
                    <a:p>
                      <a:pPr algn="ctr" rtl="0" fontAlgn="ctr"/>
                      <a:r>
                        <a:rPr lang="en-US" sz="1100" b="0" i="0" u="none" strike="noStrike" noProof="0" dirty="0">
                          <a:solidFill>
                            <a:srgbClr val="000000"/>
                          </a:solidFill>
                          <a:effectLst/>
                          <a:latin typeface="Calibri" panose="020F0502020204030204" pitchFamily="34" charset="0"/>
                        </a:rPr>
                        <a:t>12</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tc>
                  <a:txBody>
                    <a:bodyPr/>
                    <a:lstStyle/>
                    <a:p>
                      <a:pPr algn="l" rtl="0" fontAlgn="ctr"/>
                      <a:r>
                        <a:rPr lang="en-US" sz="1100" b="0" i="0" u="none" strike="noStrike" noProof="0" dirty="0">
                          <a:solidFill>
                            <a:srgbClr val="000000"/>
                          </a:solidFill>
                          <a:effectLst/>
                          <a:latin typeface="Calibri" panose="020F0502020204030204" pitchFamily="34" charset="0"/>
                        </a:rPr>
                        <a:t> Process Improvements Monitoring (More Pilots)</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100" b="0" i="0" u="none" strike="noStrike" noProof="0" dirty="0">
                          <a:solidFill>
                            <a:srgbClr val="000000"/>
                          </a:solidFill>
                          <a:effectLst/>
                          <a:latin typeface="Calibri" panose="020F0502020204030204" pitchFamily="34" charset="0"/>
                        </a:rPr>
                        <a:t> (Leader)</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MM/DD/YYYY</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MM/DD/YYYY</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0%</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gn="ctr" rtl="0" fontAlgn="ctr"/>
                      <a:r>
                        <a:rPr lang="en-US" sz="1100" b="0" i="0" u="none" strike="noStrike" noProof="0" dirty="0">
                          <a:solidFill>
                            <a:srgbClr val="000000"/>
                          </a:solidFill>
                          <a:effectLst/>
                          <a:latin typeface="Calibri" panose="020F0502020204030204" pitchFamily="34" charset="0"/>
                        </a:rPr>
                        <a:t>Sustain </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tc>
                  <a:txBody>
                    <a:bodyPr/>
                    <a:lstStyle/>
                    <a:p>
                      <a:pPr algn="ctr" rtl="0" fontAlgn="ctr"/>
                      <a:r>
                        <a:rPr lang="en-US" sz="900" b="0" i="0" u="none" strike="noStrike" noProof="0" dirty="0">
                          <a:solidFill>
                            <a:srgbClr val="000000"/>
                          </a:solidFill>
                          <a:effectLst/>
                          <a:latin typeface="Calibri" panose="020F0502020204030204" pitchFamily="34" charset="0"/>
                        </a:rPr>
                        <a:t> </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7"/>
                    </a:solidFill>
                  </a:tcPr>
                </a:tc>
                <a:extLst>
                  <a:ext uri="{0D108BD9-81ED-4DB2-BD59-A6C34878D82A}">
                    <a16:rowId xmlns:a16="http://schemas.microsoft.com/office/drawing/2014/main" val="1206536523"/>
                  </a:ext>
                </a:extLst>
              </a:tr>
              <a:tr h="215665">
                <a:tc>
                  <a:txBody>
                    <a:bodyPr/>
                    <a:lstStyle/>
                    <a:p>
                      <a:pPr algn="ctr" rtl="0" fontAlgn="ctr"/>
                      <a:r>
                        <a:rPr lang="en-US" sz="1100" b="0" i="0" u="none" strike="noStrike" noProof="0" dirty="0">
                          <a:solidFill>
                            <a:srgbClr val="000000"/>
                          </a:solidFill>
                          <a:effectLst/>
                          <a:latin typeface="Calibri" panose="020F0502020204030204" pitchFamily="34" charset="0"/>
                        </a:rPr>
                        <a:t>13</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algn="l" rtl="0" fontAlgn="ctr"/>
                      <a:r>
                        <a:rPr lang="en-US" sz="1100" b="0" i="0" u="none" strike="noStrike" noProof="0" dirty="0">
                          <a:solidFill>
                            <a:srgbClr val="000000"/>
                          </a:solidFill>
                          <a:effectLst/>
                          <a:latin typeface="Calibri" panose="020F0502020204030204" pitchFamily="34" charset="0"/>
                        </a:rPr>
                        <a:t> </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algn="ctr" rtl="0" fontAlgn="ctr"/>
                      <a:r>
                        <a:rPr lang="en-US" sz="1100" b="0" i="0" u="none" strike="noStrike" noProof="0" dirty="0">
                          <a:solidFill>
                            <a:srgbClr val="000000"/>
                          </a:solidFill>
                          <a:effectLst/>
                          <a:latin typeface="Calibri" panose="020F0502020204030204" pitchFamily="34" charset="0"/>
                        </a:rPr>
                        <a:t> </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MM/DD/YYYY</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Calibri" panose="020F0502020204030204" pitchFamily="34" charset="0"/>
                          <a:ea typeface="+mn-ea"/>
                          <a:cs typeface="+mn-cs"/>
                        </a:rPr>
                        <a:t>MM/DD/YYYY</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algn="ctr" rtl="0" fontAlgn="ctr"/>
                      <a:r>
                        <a:rPr lang="en-US" sz="1100" b="0" i="0" u="none" strike="noStrike" noProof="0" dirty="0">
                          <a:solidFill>
                            <a:srgbClr val="000000"/>
                          </a:solidFill>
                          <a:effectLst/>
                          <a:latin typeface="Calibri" panose="020F0502020204030204" pitchFamily="34" charset="0"/>
                        </a:rPr>
                        <a:t> </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0000"/>
                    </a:solidFill>
                  </a:tcPr>
                </a:tc>
                <a:tc>
                  <a:txBody>
                    <a:bodyPr/>
                    <a:lstStyle/>
                    <a:p>
                      <a:pPr algn="ctr" rtl="0" fontAlgn="ctr"/>
                      <a:r>
                        <a:rPr lang="en-US" sz="1100" b="0" i="0" u="none" strike="noStrike" noProof="0" dirty="0">
                          <a:solidFill>
                            <a:srgbClr val="000000"/>
                          </a:solidFill>
                          <a:effectLst/>
                          <a:latin typeface="Calibri" panose="020F0502020204030204" pitchFamily="34" charset="0"/>
                        </a:rPr>
                        <a:t> </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tc>
                  <a:txBody>
                    <a:bodyPr/>
                    <a:lstStyle/>
                    <a:p>
                      <a:pPr algn="ctr" fontAlgn="ctr"/>
                      <a:r>
                        <a:rPr lang="en-US" sz="900" b="0" i="0" u="none" strike="noStrike" noProof="0" dirty="0">
                          <a:solidFill>
                            <a:srgbClr val="000000"/>
                          </a:solidFill>
                          <a:effectLst/>
                          <a:latin typeface="Arial" panose="020B0604020202020204" pitchFamily="34" charset="0"/>
                        </a:rPr>
                        <a:t> </a:t>
                      </a:r>
                    </a:p>
                  </a:txBody>
                  <a:tcPr marL="5881" marR="5881" marT="5881"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2DEEF"/>
                    </a:solidFill>
                  </a:tcPr>
                </a:tc>
                <a:extLst>
                  <a:ext uri="{0D108BD9-81ED-4DB2-BD59-A6C34878D82A}">
                    <a16:rowId xmlns:a16="http://schemas.microsoft.com/office/drawing/2014/main" val="3946310364"/>
                  </a:ext>
                </a:extLst>
              </a:tr>
            </a:tbl>
          </a:graphicData>
        </a:graphic>
      </p:graphicFrame>
      <p:sp>
        <p:nvSpPr>
          <p:cNvPr id="26" name="Oval 25">
            <a:extLst>
              <a:ext uri="{FF2B5EF4-FFF2-40B4-BE49-F238E27FC236}">
                <a16:creationId xmlns:a16="http://schemas.microsoft.com/office/drawing/2014/main" id="{3EFD6E6B-63CC-AAC0-939E-0037A9FB012C}"/>
              </a:ext>
            </a:extLst>
          </p:cNvPr>
          <p:cNvSpPr/>
          <p:nvPr/>
        </p:nvSpPr>
        <p:spPr>
          <a:xfrm>
            <a:off x="106224" y="1983963"/>
            <a:ext cx="302655" cy="149637"/>
          </a:xfrm>
          <a:prstGeom prst="ellipse">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Calibri"/>
                <a:ea typeface="+mn-ea"/>
                <a:cs typeface="+mn-cs"/>
              </a:rPr>
              <a:t>1</a:t>
            </a:r>
          </a:p>
        </p:txBody>
      </p:sp>
      <p:sp>
        <p:nvSpPr>
          <p:cNvPr id="27" name="Oval 26">
            <a:extLst>
              <a:ext uri="{FF2B5EF4-FFF2-40B4-BE49-F238E27FC236}">
                <a16:creationId xmlns:a16="http://schemas.microsoft.com/office/drawing/2014/main" id="{1D189A0D-4193-EFE5-E0A0-18FFABA7D9A7}"/>
              </a:ext>
            </a:extLst>
          </p:cNvPr>
          <p:cNvSpPr/>
          <p:nvPr/>
        </p:nvSpPr>
        <p:spPr>
          <a:xfrm>
            <a:off x="93808" y="2209800"/>
            <a:ext cx="315071" cy="149637"/>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Calibri"/>
                <a:ea typeface="+mn-ea"/>
                <a:cs typeface="+mn-cs"/>
              </a:rPr>
              <a:t>2</a:t>
            </a:r>
          </a:p>
        </p:txBody>
      </p:sp>
      <p:sp>
        <p:nvSpPr>
          <p:cNvPr id="28" name="Oval 27">
            <a:extLst>
              <a:ext uri="{FF2B5EF4-FFF2-40B4-BE49-F238E27FC236}">
                <a16:creationId xmlns:a16="http://schemas.microsoft.com/office/drawing/2014/main" id="{2CF8BCE5-0D77-5A9E-FD95-EFA702134A42}"/>
              </a:ext>
            </a:extLst>
          </p:cNvPr>
          <p:cNvSpPr/>
          <p:nvPr/>
        </p:nvSpPr>
        <p:spPr>
          <a:xfrm>
            <a:off x="87174" y="2416050"/>
            <a:ext cx="312876" cy="149638"/>
          </a:xfrm>
          <a:prstGeom prst="ellipse">
            <a:avLst/>
          </a:prstGeom>
          <a:solidFill>
            <a:srgbClr val="B8E08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Calibri"/>
                <a:ea typeface="+mn-ea"/>
                <a:cs typeface="+mn-cs"/>
              </a:rPr>
              <a:t>3</a:t>
            </a:r>
          </a:p>
        </p:txBody>
      </p:sp>
      <p:sp>
        <p:nvSpPr>
          <p:cNvPr id="29" name="Oval 28">
            <a:extLst>
              <a:ext uri="{FF2B5EF4-FFF2-40B4-BE49-F238E27FC236}">
                <a16:creationId xmlns:a16="http://schemas.microsoft.com/office/drawing/2014/main" id="{2761AE26-4AF2-9EDC-9D2C-24DA801017A7}"/>
              </a:ext>
            </a:extLst>
          </p:cNvPr>
          <p:cNvSpPr/>
          <p:nvPr/>
        </p:nvSpPr>
        <p:spPr>
          <a:xfrm>
            <a:off x="87174" y="2647585"/>
            <a:ext cx="312876" cy="149638"/>
          </a:xfrm>
          <a:prstGeom prst="ellips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Calibri"/>
                <a:ea typeface="+mn-ea"/>
                <a:cs typeface="+mn-cs"/>
              </a:rPr>
              <a:t>4</a:t>
            </a:r>
          </a:p>
        </p:txBody>
      </p:sp>
      <p:sp>
        <p:nvSpPr>
          <p:cNvPr id="31" name="TextBox 30">
            <a:extLst>
              <a:ext uri="{FF2B5EF4-FFF2-40B4-BE49-F238E27FC236}">
                <a16:creationId xmlns:a16="http://schemas.microsoft.com/office/drawing/2014/main" id="{A2A4F323-03C7-26FC-66A0-F6E64AA7E0B9}"/>
              </a:ext>
            </a:extLst>
          </p:cNvPr>
          <p:cNvSpPr txBox="1"/>
          <p:nvPr/>
        </p:nvSpPr>
        <p:spPr>
          <a:xfrm>
            <a:off x="1495425" y="6056846"/>
            <a:ext cx="9060538"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1800" b="1" i="0" u="none" strike="noStrike" kern="1200" cap="none" spc="0" normalizeH="0" baseline="0" noProof="0" dirty="0">
                <a:ln>
                  <a:noFill/>
                </a:ln>
                <a:solidFill>
                  <a:prstClr val="white"/>
                </a:solidFill>
                <a:effectLst/>
                <a:uLnTx/>
                <a:uFillTx/>
                <a:latin typeface="Calibri" panose="020F0502020204030204"/>
                <a:ea typeface="+mn-ea"/>
                <a:cs typeface="+mn-cs"/>
              </a:rPr>
              <a:t>A</a:t>
            </a:r>
            <a:r>
              <a:rPr kumimoji="0" lang="en-US" sz="1800" b="1" i="0" u="none" strike="noStrike" kern="1200" cap="none" spc="0" normalizeH="0" baseline="0" noProof="0" dirty="0">
                <a:ln>
                  <a:noFill/>
                </a:ln>
                <a:solidFill>
                  <a:prstClr val="white"/>
                </a:solidFill>
                <a:effectLst/>
                <a:uLnTx/>
                <a:uFillTx/>
                <a:latin typeface="Calibri" panose="020F0502020204030204"/>
                <a:ea typeface="+mn-ea"/>
                <a:cs typeface="+mn-cs"/>
              </a:rPr>
              <a:t>ll project activities added to implementation plan in order to get monitored and completed</a:t>
            </a:r>
          </a:p>
        </p:txBody>
      </p:sp>
      <p:sp>
        <p:nvSpPr>
          <p:cNvPr id="32" name="Oval 31">
            <a:extLst>
              <a:ext uri="{FF2B5EF4-FFF2-40B4-BE49-F238E27FC236}">
                <a16:creationId xmlns:a16="http://schemas.microsoft.com/office/drawing/2014/main" id="{4F1341E2-5AAD-140A-D20F-6E94ED39F064}"/>
              </a:ext>
            </a:extLst>
          </p:cNvPr>
          <p:cNvSpPr/>
          <p:nvPr/>
        </p:nvSpPr>
        <p:spPr>
          <a:xfrm>
            <a:off x="87174" y="2879120"/>
            <a:ext cx="312876" cy="149638"/>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Calibri"/>
                <a:ea typeface="+mn-ea"/>
                <a:cs typeface="+mn-cs"/>
              </a:rPr>
              <a:t>5</a:t>
            </a:r>
          </a:p>
        </p:txBody>
      </p:sp>
      <p:sp>
        <p:nvSpPr>
          <p:cNvPr id="33" name="Slide Number Placeholder 1">
            <a:extLst>
              <a:ext uri="{FF2B5EF4-FFF2-40B4-BE49-F238E27FC236}">
                <a16:creationId xmlns:a16="http://schemas.microsoft.com/office/drawing/2014/main" id="{A9F01B99-34BA-CC55-88C5-627381FC8BA5}"/>
              </a:ext>
            </a:extLst>
          </p:cNvPr>
          <p:cNvSpPr txBox="1">
            <a:spLocks/>
          </p:cNvSpPr>
          <p:nvPr/>
        </p:nvSpPr>
        <p:spPr>
          <a:xfrm>
            <a:off x="10235384" y="6356352"/>
            <a:ext cx="1548465"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8E565A5E-131F-486C-BEC3-CA739A37F925}" type="slidenum">
              <a:rPr lang="en-US" sz="1200" b="1" smtClean="0">
                <a:solidFill>
                  <a:prstClr val="black"/>
                </a:solidFill>
                <a:latin typeface="Calibri"/>
              </a:rPr>
              <a:pPr algn="r">
                <a:defRPr/>
              </a:pPr>
              <a:t>4</a:t>
            </a:fld>
            <a:endParaRPr lang="en-US" sz="1200" b="1" dirty="0">
              <a:solidFill>
                <a:prstClr val="black"/>
              </a:solidFill>
              <a:latin typeface="Calibri"/>
            </a:endParaRPr>
          </a:p>
        </p:txBody>
      </p:sp>
    </p:spTree>
    <p:extLst>
      <p:ext uri="{BB962C8B-B14F-4D97-AF65-F5344CB8AC3E}">
        <p14:creationId xmlns:p14="http://schemas.microsoft.com/office/powerpoint/2010/main" val="270065008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D7A7FBB-D52B-458F-95EC-BE01155758F9}"/>
              </a:ext>
            </a:extLst>
          </p:cNvPr>
          <p:cNvPicPr>
            <a:picLocks noChangeAspect="1"/>
          </p:cNvPicPr>
          <p:nvPr/>
        </p:nvPicPr>
        <p:blipFill>
          <a:blip r:embed="rId2"/>
          <a:stretch>
            <a:fillRect/>
          </a:stretch>
        </p:blipFill>
        <p:spPr>
          <a:xfrm>
            <a:off x="945876" y="2296481"/>
            <a:ext cx="2064212" cy="2665143"/>
          </a:xfrm>
          <a:prstGeom prst="rect">
            <a:avLst/>
          </a:prstGeom>
          <a:ln w="28575">
            <a:solidFill>
              <a:srgbClr val="0070C0"/>
            </a:solidFill>
          </a:ln>
        </p:spPr>
      </p:pic>
      <p:sp>
        <p:nvSpPr>
          <p:cNvPr id="100" name="Title 1">
            <a:extLst>
              <a:ext uri="{FF2B5EF4-FFF2-40B4-BE49-F238E27FC236}">
                <a16:creationId xmlns:a16="http://schemas.microsoft.com/office/drawing/2014/main" id="{990E16B5-ED28-4DA9-A3FB-D0B03A20265F}"/>
              </a:ext>
            </a:extLst>
          </p:cNvPr>
          <p:cNvSpPr txBox="1">
            <a:spLocks/>
          </p:cNvSpPr>
          <p:nvPr/>
        </p:nvSpPr>
        <p:spPr>
          <a:xfrm>
            <a:off x="1137971" y="740783"/>
            <a:ext cx="1593409" cy="65519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200" b="1" kern="1200">
                <a:solidFill>
                  <a:schemeClr val="tx1"/>
                </a:solidFill>
                <a:latin typeface="+mn-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s-MX" sz="2000" b="0" i="0" u="sng" strike="noStrike" kern="1200" cap="none" spc="0" normalizeH="0" baseline="0" noProof="0" dirty="0">
                <a:ln>
                  <a:noFill/>
                </a:ln>
                <a:solidFill>
                  <a:srgbClr val="0070C0"/>
                </a:solidFill>
                <a:effectLst/>
                <a:uLnTx/>
                <a:uFillTx/>
                <a:latin typeface="Verdana" panose="020B0604030504040204" pitchFamily="34" charset="0"/>
                <a:ea typeface="Verdana" panose="020B0604030504040204" pitchFamily="34" charset="0"/>
                <a:cs typeface="Verdana" panose="020B0604030504040204" pitchFamily="34" charset="0"/>
              </a:rPr>
              <a:t>Before</a:t>
            </a:r>
            <a:endParaRPr kumimoji="0" lang="en-US" sz="2000" b="0" i="0" u="sng" strike="noStrike" kern="1200" cap="none" spc="0" normalizeH="0" baseline="0" noProof="0" dirty="0">
              <a:ln>
                <a:noFill/>
              </a:ln>
              <a:solidFill>
                <a:srgbClr val="0070C0"/>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sp>
        <p:nvSpPr>
          <p:cNvPr id="101" name="Title 1">
            <a:extLst>
              <a:ext uri="{FF2B5EF4-FFF2-40B4-BE49-F238E27FC236}">
                <a16:creationId xmlns:a16="http://schemas.microsoft.com/office/drawing/2014/main" id="{DABF11C7-F783-46B9-8A39-61F097128E2F}"/>
              </a:ext>
            </a:extLst>
          </p:cNvPr>
          <p:cNvSpPr txBox="1">
            <a:spLocks/>
          </p:cNvSpPr>
          <p:nvPr/>
        </p:nvSpPr>
        <p:spPr>
          <a:xfrm>
            <a:off x="3141262" y="735832"/>
            <a:ext cx="4761120" cy="51210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200" b="1" kern="1200">
                <a:solidFill>
                  <a:schemeClr val="tx1"/>
                </a:solidFill>
                <a:latin typeface="+mn-lt"/>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0070C0"/>
                </a:solidFill>
                <a:effectLst/>
                <a:uLnTx/>
                <a:uFillTx/>
                <a:latin typeface="Calibri"/>
                <a:ea typeface="+mj-ea"/>
                <a:cs typeface="Times New Roman" pitchFamily="18" charset="0"/>
              </a:rPr>
              <a:t>Internal Request Process</a:t>
            </a:r>
          </a:p>
        </p:txBody>
      </p:sp>
      <p:sp>
        <p:nvSpPr>
          <p:cNvPr id="102" name="Title 1">
            <a:extLst>
              <a:ext uri="{FF2B5EF4-FFF2-40B4-BE49-F238E27FC236}">
                <a16:creationId xmlns:a16="http://schemas.microsoft.com/office/drawing/2014/main" id="{96D36E1A-A32F-48D5-9AFC-060589665637}"/>
              </a:ext>
            </a:extLst>
          </p:cNvPr>
          <p:cNvSpPr txBox="1">
            <a:spLocks/>
          </p:cNvSpPr>
          <p:nvPr/>
        </p:nvSpPr>
        <p:spPr>
          <a:xfrm>
            <a:off x="9377295" y="805950"/>
            <a:ext cx="1593409" cy="65519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200" b="1" kern="1200">
                <a:solidFill>
                  <a:schemeClr val="tx1"/>
                </a:solidFill>
                <a:latin typeface="+mn-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s-MX" sz="2000" b="0" i="0" u="sng" strike="noStrike" kern="1200" cap="none" spc="0" normalizeH="0" baseline="0" noProof="0" dirty="0">
                <a:ln>
                  <a:noFill/>
                </a:ln>
                <a:solidFill>
                  <a:srgbClr val="0070C0"/>
                </a:solidFill>
                <a:effectLst/>
                <a:uLnTx/>
                <a:uFillTx/>
                <a:latin typeface="Verdana" panose="020B0604030504040204" pitchFamily="34" charset="0"/>
                <a:ea typeface="Verdana" panose="020B0604030504040204" pitchFamily="34" charset="0"/>
                <a:cs typeface="Verdana" panose="020B0604030504040204" pitchFamily="34" charset="0"/>
              </a:rPr>
              <a:t>After</a:t>
            </a:r>
            <a:endParaRPr kumimoji="0" lang="en-US" sz="2000" b="0" i="0" u="sng" strike="noStrike" kern="1200" cap="none" spc="0" normalizeH="0" baseline="0" noProof="0" dirty="0">
              <a:ln>
                <a:noFill/>
              </a:ln>
              <a:solidFill>
                <a:srgbClr val="0070C0"/>
              </a:solidFill>
              <a:effectLst/>
              <a:uLnTx/>
              <a:uFillTx/>
              <a:latin typeface="Verdana" panose="020B0604030504040204" pitchFamily="34" charset="0"/>
              <a:ea typeface="Verdana" panose="020B0604030504040204" pitchFamily="34" charset="0"/>
              <a:cs typeface="Verdana" panose="020B0604030504040204" pitchFamily="34" charset="0"/>
            </a:endParaRPr>
          </a:p>
        </p:txBody>
      </p:sp>
      <p:pic>
        <p:nvPicPr>
          <p:cNvPr id="10" name="Picture 9">
            <a:extLst>
              <a:ext uri="{FF2B5EF4-FFF2-40B4-BE49-F238E27FC236}">
                <a16:creationId xmlns:a16="http://schemas.microsoft.com/office/drawing/2014/main" id="{B61B7ECD-9247-45A5-96F0-77984A152047}"/>
              </a:ext>
            </a:extLst>
          </p:cNvPr>
          <p:cNvPicPr>
            <a:picLocks noChangeAspect="1"/>
          </p:cNvPicPr>
          <p:nvPr/>
        </p:nvPicPr>
        <p:blipFill>
          <a:blip r:embed="rId3"/>
          <a:stretch>
            <a:fillRect/>
          </a:stretch>
        </p:blipFill>
        <p:spPr>
          <a:xfrm>
            <a:off x="8086055" y="2078917"/>
            <a:ext cx="2824855" cy="2785321"/>
          </a:xfrm>
          <a:prstGeom prst="rect">
            <a:avLst/>
          </a:prstGeom>
          <a:ln w="28575">
            <a:solidFill>
              <a:srgbClr val="0070C0"/>
            </a:solidFill>
          </a:ln>
        </p:spPr>
      </p:pic>
      <p:sp>
        <p:nvSpPr>
          <p:cNvPr id="15" name="Arrow: Striped Right 14">
            <a:extLst>
              <a:ext uri="{FF2B5EF4-FFF2-40B4-BE49-F238E27FC236}">
                <a16:creationId xmlns:a16="http://schemas.microsoft.com/office/drawing/2014/main" id="{849451FD-7FFE-4D10-B07D-4D3501618BDB}"/>
              </a:ext>
            </a:extLst>
          </p:cNvPr>
          <p:cNvSpPr/>
          <p:nvPr/>
        </p:nvSpPr>
        <p:spPr>
          <a:xfrm>
            <a:off x="4742917" y="3585172"/>
            <a:ext cx="1028310" cy="669957"/>
          </a:xfrm>
          <a:prstGeom prst="stripedRightArrow">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pic>
        <p:nvPicPr>
          <p:cNvPr id="1026" name="Picture 2">
            <a:extLst>
              <a:ext uri="{FF2B5EF4-FFF2-40B4-BE49-F238E27FC236}">
                <a16:creationId xmlns:a16="http://schemas.microsoft.com/office/drawing/2014/main" id="{0297A211-8B27-46E7-B705-6C6595EEBC72}"/>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163" y="1363826"/>
            <a:ext cx="939713" cy="87396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D111C62C-FA9B-40D2-98AC-AEAC2669D83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824537" y="2634123"/>
            <a:ext cx="1104794" cy="1079555"/>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2E74930A-E3D7-4CA5-8CF1-B0FB377DF58F}"/>
              </a:ext>
            </a:extLst>
          </p:cNvPr>
          <p:cNvSpPr txBox="1"/>
          <p:nvPr/>
        </p:nvSpPr>
        <p:spPr>
          <a:xfrm>
            <a:off x="1026445" y="1454674"/>
            <a:ext cx="2892853" cy="584775"/>
          </a:xfrm>
          <a:prstGeom prst="rect">
            <a:avLst/>
          </a:prstGeom>
          <a:solidFill>
            <a:schemeClr val="accent4">
              <a:lumMod val="20000"/>
              <a:lumOff val="8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An Excel form had to be filled out with each project criteria.</a:t>
            </a:r>
          </a:p>
        </p:txBody>
      </p:sp>
      <p:sp>
        <p:nvSpPr>
          <p:cNvPr id="20" name="TextBox 19">
            <a:extLst>
              <a:ext uri="{FF2B5EF4-FFF2-40B4-BE49-F238E27FC236}">
                <a16:creationId xmlns:a16="http://schemas.microsoft.com/office/drawing/2014/main" id="{DB803398-ABD6-48A8-9DF1-18E7047C8CAD}"/>
              </a:ext>
            </a:extLst>
          </p:cNvPr>
          <p:cNvSpPr txBox="1"/>
          <p:nvPr/>
        </p:nvSpPr>
        <p:spPr>
          <a:xfrm>
            <a:off x="6688581" y="1408988"/>
            <a:ext cx="5227588" cy="584775"/>
          </a:xfrm>
          <a:prstGeom prst="rect">
            <a:avLst/>
          </a:prstGeom>
          <a:solidFill>
            <a:schemeClr val="accent6">
              <a:lumMod val="20000"/>
              <a:lumOff val="8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A system was created in SharePoint with standard criteria, more friendly and easy to use, eliminating manual errors.</a:t>
            </a:r>
          </a:p>
        </p:txBody>
      </p:sp>
      <p:sp>
        <p:nvSpPr>
          <p:cNvPr id="6" name="Oval 5">
            <a:extLst>
              <a:ext uri="{FF2B5EF4-FFF2-40B4-BE49-F238E27FC236}">
                <a16:creationId xmlns:a16="http://schemas.microsoft.com/office/drawing/2014/main" id="{55D9ED31-2D19-2111-6F14-EC0B10EDE527}"/>
              </a:ext>
            </a:extLst>
          </p:cNvPr>
          <p:cNvSpPr/>
          <p:nvPr/>
        </p:nvSpPr>
        <p:spPr>
          <a:xfrm>
            <a:off x="114616" y="150395"/>
            <a:ext cx="339414" cy="333592"/>
          </a:xfrm>
          <a:prstGeom prst="ellipse">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1</a:t>
            </a:r>
          </a:p>
        </p:txBody>
      </p:sp>
      <p:sp>
        <p:nvSpPr>
          <p:cNvPr id="7" name="TextBox 6">
            <a:extLst>
              <a:ext uri="{FF2B5EF4-FFF2-40B4-BE49-F238E27FC236}">
                <a16:creationId xmlns:a16="http://schemas.microsoft.com/office/drawing/2014/main" id="{FE772637-268C-2726-5FDE-A79A4E585236}"/>
              </a:ext>
            </a:extLst>
          </p:cNvPr>
          <p:cNvSpPr txBox="1"/>
          <p:nvPr/>
        </p:nvSpPr>
        <p:spPr>
          <a:xfrm>
            <a:off x="470115" y="179247"/>
            <a:ext cx="7664235" cy="461071"/>
          </a:xfrm>
          <a:prstGeom prst="rect">
            <a:avLst/>
          </a:prstGeom>
        </p:spPr>
        <p:txBody>
          <a:bodyPr/>
          <a:lstStyle>
            <a:defPPr>
              <a:defRPr lang="en-US"/>
            </a:defPPr>
            <a:lvl1pPr marR="0" lvl="0" indent="0" fontAlgn="auto">
              <a:lnSpc>
                <a:spcPct val="90000"/>
              </a:lnSpc>
              <a:spcBef>
                <a:spcPct val="0"/>
              </a:spcBef>
              <a:spcAft>
                <a:spcPts val="0"/>
              </a:spcAft>
              <a:buClrTx/>
              <a:buSzTx/>
              <a:buFontTx/>
              <a:buNone/>
              <a:tabLst/>
              <a:defRPr kumimoji="0" sz="2400" b="1" i="0" u="none" strike="noStrike" kern="1100" cap="all" spc="200" normalizeH="0" baseline="0">
                <a:ln>
                  <a:noFill/>
                </a:ln>
                <a:solidFill>
                  <a:srgbClr val="0070C0"/>
                </a:solidFill>
                <a:effectLst/>
                <a:uLnTx/>
                <a:uFillTx/>
                <a:latin typeface="Verdana"/>
                <a:ea typeface="+mj-ea"/>
                <a:cs typeface="Verdana"/>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100" cap="all" spc="200" normalizeH="0" baseline="0" noProof="0" dirty="0">
                <a:ln>
                  <a:noFill/>
                </a:ln>
                <a:solidFill>
                  <a:srgbClr val="0070C0"/>
                </a:solidFill>
                <a:effectLst/>
                <a:uLnTx/>
                <a:uFillTx/>
                <a:latin typeface="Verdana"/>
                <a:ea typeface="+mj-ea"/>
              </a:rPr>
              <a:t>SOLUTIONS EVIDENCE &amp; pilots</a:t>
            </a:r>
          </a:p>
        </p:txBody>
      </p:sp>
      <p:sp>
        <p:nvSpPr>
          <p:cNvPr id="8" name="TextBox 7">
            <a:extLst>
              <a:ext uri="{FF2B5EF4-FFF2-40B4-BE49-F238E27FC236}">
                <a16:creationId xmlns:a16="http://schemas.microsoft.com/office/drawing/2014/main" id="{262F807C-FBA8-2CEB-ECB8-1FE53AA6CB42}"/>
              </a:ext>
            </a:extLst>
          </p:cNvPr>
          <p:cNvSpPr txBox="1"/>
          <p:nvPr/>
        </p:nvSpPr>
        <p:spPr>
          <a:xfrm>
            <a:off x="4033795" y="2119694"/>
            <a:ext cx="2446553" cy="1077218"/>
          </a:xfrm>
          <a:prstGeom prst="rect">
            <a:avLst/>
          </a:prstGeom>
          <a:solidFill>
            <a:schemeClr val="accent5">
              <a:lumMod val="20000"/>
              <a:lumOff val="8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Sharepoint Improvements were validated during May and June 2025. A total of two pilots implemented</a:t>
            </a:r>
          </a:p>
        </p:txBody>
      </p:sp>
      <p:pic>
        <p:nvPicPr>
          <p:cNvPr id="4" name="Picture 4">
            <a:extLst>
              <a:ext uri="{FF2B5EF4-FFF2-40B4-BE49-F238E27FC236}">
                <a16:creationId xmlns:a16="http://schemas.microsoft.com/office/drawing/2014/main" id="{FBA56368-56FB-6C28-6E7E-A45D75E87B0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8596" y="4701267"/>
            <a:ext cx="3715440" cy="2006338"/>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7740A26C-1A4F-0223-4BA3-AD49E0C36A09}"/>
              </a:ext>
            </a:extLst>
          </p:cNvPr>
          <p:cNvPicPr>
            <a:picLocks noChangeAspect="1"/>
          </p:cNvPicPr>
          <p:nvPr/>
        </p:nvPicPr>
        <p:blipFill>
          <a:blip r:embed="rId7"/>
          <a:stretch>
            <a:fillRect/>
          </a:stretch>
        </p:blipFill>
        <p:spPr>
          <a:xfrm>
            <a:off x="7664080" y="4628274"/>
            <a:ext cx="3668803" cy="2111542"/>
          </a:xfrm>
          <a:prstGeom prst="rect">
            <a:avLst/>
          </a:prstGeom>
        </p:spPr>
      </p:pic>
      <p:sp>
        <p:nvSpPr>
          <p:cNvPr id="11" name="TextBox 10">
            <a:extLst>
              <a:ext uri="{FF2B5EF4-FFF2-40B4-BE49-F238E27FC236}">
                <a16:creationId xmlns:a16="http://schemas.microsoft.com/office/drawing/2014/main" id="{6D45F764-A145-9D0D-0F1E-FAF290A4C482}"/>
              </a:ext>
            </a:extLst>
          </p:cNvPr>
          <p:cNvSpPr txBox="1"/>
          <p:nvPr/>
        </p:nvSpPr>
        <p:spPr>
          <a:xfrm>
            <a:off x="4112733" y="5224506"/>
            <a:ext cx="2446553" cy="1077218"/>
          </a:xfrm>
          <a:prstGeom prst="rect">
            <a:avLst/>
          </a:prstGeom>
          <a:solidFill>
            <a:schemeClr val="accent5">
              <a:lumMod val="20000"/>
              <a:lumOff val="80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Power Bi Improvements were validated during May and June 2025. A total of two pilots implemented</a:t>
            </a:r>
          </a:p>
        </p:txBody>
      </p:sp>
      <p:sp>
        <p:nvSpPr>
          <p:cNvPr id="12" name="TextBox 11">
            <a:extLst>
              <a:ext uri="{FF2B5EF4-FFF2-40B4-BE49-F238E27FC236}">
                <a16:creationId xmlns:a16="http://schemas.microsoft.com/office/drawing/2014/main" id="{25D25F34-9B5A-56E2-F72D-661309D6A2E5}"/>
              </a:ext>
            </a:extLst>
          </p:cNvPr>
          <p:cNvSpPr txBox="1"/>
          <p:nvPr/>
        </p:nvSpPr>
        <p:spPr>
          <a:xfrm>
            <a:off x="95566" y="4067043"/>
            <a:ext cx="4234399" cy="646331"/>
          </a:xfrm>
          <a:prstGeom prst="rect">
            <a:avLst/>
          </a:prstGeom>
          <a:solidFill>
            <a:schemeClr val="accent4">
              <a:lumMod val="20000"/>
              <a:lumOff val="80000"/>
            </a:schemeClr>
          </a:solidFill>
        </p:spPr>
        <p:txBody>
          <a:bodyPr wrap="square" rtlCol="0">
            <a:spAutoFit/>
          </a:bodyPr>
          <a:lstStyle>
            <a:defPPr>
              <a:defRPr lang="en-US"/>
            </a:defPPr>
            <a:lvl1pPr marR="0" lvl="0" indent="0" fontAlgn="auto">
              <a:lnSpc>
                <a:spcPct val="100000"/>
              </a:lnSpc>
              <a:spcBef>
                <a:spcPts val="0"/>
              </a:spcBef>
              <a:spcAft>
                <a:spcPts val="0"/>
              </a:spcAft>
              <a:buClrTx/>
              <a:buSzTx/>
              <a:buFontTx/>
              <a:buNone/>
              <a:tabLst/>
              <a:defRPr kumimoji="0" sz="1600" b="0" i="0" u="none" strike="noStrike" cap="none" spc="0" normalizeH="0" baseline="0">
                <a:ln>
                  <a:noFill/>
                </a:ln>
                <a:solidFill>
                  <a:prstClr val="black"/>
                </a:solidFill>
                <a:effectLst/>
                <a:uLnTx/>
                <a:uFillTx/>
                <a:latin typeface="Calibri"/>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alibri"/>
                <a:ea typeface="+mn-ea"/>
                <a:cs typeface="+mn-cs"/>
              </a:rPr>
              <a:t>Manual graphs are created from the consolidation of the master table, and they were passed to Power Point and then sent to management as a final report.</a:t>
            </a:r>
          </a:p>
        </p:txBody>
      </p:sp>
      <p:sp>
        <p:nvSpPr>
          <p:cNvPr id="13" name="TextBox 12">
            <a:extLst>
              <a:ext uri="{FF2B5EF4-FFF2-40B4-BE49-F238E27FC236}">
                <a16:creationId xmlns:a16="http://schemas.microsoft.com/office/drawing/2014/main" id="{67CB5C31-109D-F446-366C-8DD45FD3864A}"/>
              </a:ext>
            </a:extLst>
          </p:cNvPr>
          <p:cNvSpPr txBox="1"/>
          <p:nvPr/>
        </p:nvSpPr>
        <p:spPr>
          <a:xfrm>
            <a:off x="6763501" y="4202421"/>
            <a:ext cx="5227588" cy="523220"/>
          </a:xfrm>
          <a:prstGeom prst="rect">
            <a:avLst/>
          </a:prstGeom>
          <a:solidFill>
            <a:schemeClr val="accent6">
              <a:lumMod val="20000"/>
              <a:lumOff val="80000"/>
            </a:schemeClr>
          </a:solidFill>
        </p:spPr>
        <p:txBody>
          <a:bodyPr wrap="square" rtlCol="0">
            <a:spAutoFit/>
          </a:bodyPr>
          <a:lstStyle>
            <a:defPPr>
              <a:defRPr lang="en-US"/>
            </a:defPPr>
            <a:lvl1pPr marR="0" lvl="0" indent="0" fontAlgn="auto">
              <a:lnSpc>
                <a:spcPct val="100000"/>
              </a:lnSpc>
              <a:spcBef>
                <a:spcPts val="0"/>
              </a:spcBef>
              <a:spcAft>
                <a:spcPts val="0"/>
              </a:spcAft>
              <a:buClrTx/>
              <a:buSzTx/>
              <a:buFontTx/>
              <a:buNone/>
              <a:tabLst/>
              <a:defRPr kumimoji="0" sz="1600" b="0" i="0" u="none" strike="noStrike" cap="none" spc="0" normalizeH="0" baseline="0">
                <a:ln>
                  <a:noFill/>
                </a:ln>
                <a:solidFill>
                  <a:prstClr val="black"/>
                </a:solidFill>
                <a:effectLst/>
                <a:uLnTx/>
                <a:uFillTx/>
                <a:latin typeface="Calibri"/>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A Power BI linked directly to system information in SharePoint is created and hosted in Teams for real-time viewing.</a:t>
            </a:r>
          </a:p>
        </p:txBody>
      </p:sp>
      <p:sp>
        <p:nvSpPr>
          <p:cNvPr id="14" name="Oval 13">
            <a:extLst>
              <a:ext uri="{FF2B5EF4-FFF2-40B4-BE49-F238E27FC236}">
                <a16:creationId xmlns:a16="http://schemas.microsoft.com/office/drawing/2014/main" id="{557C7BAA-CBA2-C507-0AFC-A7C653547294}"/>
              </a:ext>
            </a:extLst>
          </p:cNvPr>
          <p:cNvSpPr/>
          <p:nvPr/>
        </p:nvSpPr>
        <p:spPr>
          <a:xfrm>
            <a:off x="113134" y="556276"/>
            <a:ext cx="339414" cy="326005"/>
          </a:xfrm>
          <a:prstGeom prst="ellipse">
            <a:avLst/>
          </a:prstGeom>
          <a:solidFill>
            <a:srgbClr val="B8E08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a:ea typeface="+mn-ea"/>
                <a:cs typeface="+mn-cs"/>
              </a:rPr>
              <a:t>3</a:t>
            </a:r>
          </a:p>
        </p:txBody>
      </p:sp>
      <p:sp>
        <p:nvSpPr>
          <p:cNvPr id="16" name="Title 1">
            <a:extLst>
              <a:ext uri="{FF2B5EF4-FFF2-40B4-BE49-F238E27FC236}">
                <a16:creationId xmlns:a16="http://schemas.microsoft.com/office/drawing/2014/main" id="{8C01BC02-1802-EA36-C807-5DF58552E951}"/>
              </a:ext>
            </a:extLst>
          </p:cNvPr>
          <p:cNvSpPr txBox="1">
            <a:spLocks/>
          </p:cNvSpPr>
          <p:nvPr/>
        </p:nvSpPr>
        <p:spPr>
          <a:xfrm>
            <a:off x="3063064" y="4639387"/>
            <a:ext cx="4761120" cy="51210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200" b="1" kern="1200">
                <a:solidFill>
                  <a:schemeClr val="tx1"/>
                </a:solidFill>
                <a:latin typeface="+mn-lt"/>
                <a:ea typeface="+mj-ea"/>
                <a:cs typeface="+mj-cs"/>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0070C0"/>
                </a:solidFill>
                <a:effectLst/>
                <a:uLnTx/>
                <a:uFillTx/>
                <a:latin typeface="Calibri"/>
                <a:ea typeface="+mj-ea"/>
                <a:cs typeface="Times New Roman" pitchFamily="18" charset="0"/>
              </a:rPr>
              <a:t>Generate Reports</a:t>
            </a:r>
          </a:p>
        </p:txBody>
      </p:sp>
      <p:sp>
        <p:nvSpPr>
          <p:cNvPr id="19" name="Title 1">
            <a:extLst>
              <a:ext uri="{FF2B5EF4-FFF2-40B4-BE49-F238E27FC236}">
                <a16:creationId xmlns:a16="http://schemas.microsoft.com/office/drawing/2014/main" id="{29BC84B8-52A3-4C15-A8B9-2FFCDAB36E34}"/>
              </a:ext>
            </a:extLst>
          </p:cNvPr>
          <p:cNvSpPr txBox="1">
            <a:spLocks/>
          </p:cNvSpPr>
          <p:nvPr/>
        </p:nvSpPr>
        <p:spPr>
          <a:xfrm>
            <a:off x="7209476" y="486714"/>
            <a:ext cx="3370777" cy="392777"/>
          </a:xfrm>
          <a:prstGeom prst="rect">
            <a:avLst/>
          </a:prstGeom>
        </p:spPr>
        <p:txBody>
          <a:bodyPr>
            <a:normAutofit/>
          </a:bodyPr>
          <a:lstStyle>
            <a:lvl1pPr algn="l" defTabSz="914400" rtl="0" eaLnBrk="1" latinLnBrk="0" hangingPunct="1">
              <a:lnSpc>
                <a:spcPct val="90000"/>
              </a:lnSpc>
              <a:spcBef>
                <a:spcPct val="0"/>
              </a:spcBef>
              <a:buNone/>
              <a:defRPr sz="3200" b="1" kern="1200">
                <a:solidFill>
                  <a:schemeClr val="tx1"/>
                </a:solidFill>
                <a:latin typeface="+mn-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j-ea"/>
                <a:cs typeface="Arial"/>
              </a:rPr>
              <a:t>ANALYZE &amp; IMPROVE</a:t>
            </a:r>
          </a:p>
        </p:txBody>
      </p:sp>
      <p:sp>
        <p:nvSpPr>
          <p:cNvPr id="21" name="Freeform 35">
            <a:extLst>
              <a:ext uri="{FF2B5EF4-FFF2-40B4-BE49-F238E27FC236}">
                <a16:creationId xmlns:a16="http://schemas.microsoft.com/office/drawing/2014/main" id="{9EBB10D6-D125-9D4B-D1B1-9ED3B2D9A732}"/>
              </a:ext>
            </a:extLst>
          </p:cNvPr>
          <p:cNvSpPr/>
          <p:nvPr/>
        </p:nvSpPr>
        <p:spPr>
          <a:xfrm>
            <a:off x="7344956" y="197008"/>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0 w 798090"/>
              <a:gd name="connsiteY5"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8090" h="319236">
                <a:moveTo>
                  <a:pt x="0" y="0"/>
                </a:moveTo>
                <a:lnTo>
                  <a:pt x="638472" y="0"/>
                </a:lnTo>
                <a:lnTo>
                  <a:pt x="798090" y="159618"/>
                </a:lnTo>
                <a:lnTo>
                  <a:pt x="638472" y="319236"/>
                </a:lnTo>
                <a:lnTo>
                  <a:pt x="0" y="319236"/>
                </a:lnTo>
                <a:lnTo>
                  <a:pt x="0" y="0"/>
                </a:lnTo>
                <a:close/>
              </a:path>
            </a:pathLst>
          </a:custGeom>
          <a:solidFill>
            <a:srgbClr val="7030A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marL="0" marR="0" lvl="0" indent="0" algn="ctr" defTabSz="622275"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a:ea typeface="+mn-ea"/>
                <a:cs typeface="Arial"/>
              </a:rPr>
              <a:t>D</a:t>
            </a:r>
          </a:p>
        </p:txBody>
      </p:sp>
      <p:sp>
        <p:nvSpPr>
          <p:cNvPr id="22" name="Freeform 36">
            <a:extLst>
              <a:ext uri="{FF2B5EF4-FFF2-40B4-BE49-F238E27FC236}">
                <a16:creationId xmlns:a16="http://schemas.microsoft.com/office/drawing/2014/main" id="{2FB9F34F-6BFD-D6C5-528A-2BB27C91930B}"/>
              </a:ext>
            </a:extLst>
          </p:cNvPr>
          <p:cNvSpPr/>
          <p:nvPr/>
        </p:nvSpPr>
        <p:spPr>
          <a:xfrm>
            <a:off x="7946467" y="197008"/>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rgbClr val="7030A0"/>
          </a:solidFill>
          <a:ln>
            <a:solidFill>
              <a:schemeClr val="bg2"/>
            </a:solid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marL="0" marR="0" lvl="0" indent="0" algn="ctr" defTabSz="622275"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a:ea typeface="+mn-ea"/>
                <a:cs typeface="Arial"/>
              </a:rPr>
              <a:t>M</a:t>
            </a:r>
          </a:p>
        </p:txBody>
      </p:sp>
      <p:sp>
        <p:nvSpPr>
          <p:cNvPr id="23" name="Freeform 37">
            <a:extLst>
              <a:ext uri="{FF2B5EF4-FFF2-40B4-BE49-F238E27FC236}">
                <a16:creationId xmlns:a16="http://schemas.microsoft.com/office/drawing/2014/main" id="{53884297-9E7F-45E1-C9EA-8473F9429162}"/>
              </a:ext>
            </a:extLst>
          </p:cNvPr>
          <p:cNvSpPr/>
          <p:nvPr/>
        </p:nvSpPr>
        <p:spPr>
          <a:xfrm>
            <a:off x="8548651" y="197008"/>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rgbClr val="7030A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marL="0" marR="0" lvl="0" indent="0" algn="ctr" defTabSz="622275"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a:ea typeface="+mn-ea"/>
                <a:cs typeface="Arial"/>
              </a:rPr>
              <a:t>A</a:t>
            </a:r>
          </a:p>
        </p:txBody>
      </p:sp>
      <p:sp>
        <p:nvSpPr>
          <p:cNvPr id="24" name="Freeform 38">
            <a:extLst>
              <a:ext uri="{FF2B5EF4-FFF2-40B4-BE49-F238E27FC236}">
                <a16:creationId xmlns:a16="http://schemas.microsoft.com/office/drawing/2014/main" id="{8D9F2DDB-E623-F734-F5DC-97F7AEA4BDAF}"/>
              </a:ext>
            </a:extLst>
          </p:cNvPr>
          <p:cNvSpPr/>
          <p:nvPr/>
        </p:nvSpPr>
        <p:spPr>
          <a:xfrm>
            <a:off x="9187124" y="197008"/>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rgbClr val="7030A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marL="0" marR="0" lvl="0" indent="0" algn="ctr" defTabSz="622275"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a:ea typeface="+mn-ea"/>
                <a:cs typeface="Arial"/>
              </a:rPr>
              <a:t>I</a:t>
            </a:r>
          </a:p>
        </p:txBody>
      </p:sp>
      <p:sp>
        <p:nvSpPr>
          <p:cNvPr id="25" name="Freeform 39">
            <a:extLst>
              <a:ext uri="{FF2B5EF4-FFF2-40B4-BE49-F238E27FC236}">
                <a16:creationId xmlns:a16="http://schemas.microsoft.com/office/drawing/2014/main" id="{A59CAEC8-CF9C-1D94-7113-E1DEC3979CD7}"/>
              </a:ext>
            </a:extLst>
          </p:cNvPr>
          <p:cNvSpPr/>
          <p:nvPr/>
        </p:nvSpPr>
        <p:spPr>
          <a:xfrm>
            <a:off x="9763774" y="197008"/>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chemeClr val="bg1">
              <a:lumMod val="65000"/>
            </a:schemeClr>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74676" tIns="37338" rIns="98478" bIns="37338" numCol="1" spcCol="1270" anchor="ctr" anchorCtr="0">
            <a:noAutofit/>
          </a:bodyPr>
          <a:lstStyle/>
          <a:p>
            <a:pPr marL="0" marR="0" lvl="0" indent="0" algn="ctr" defTabSz="622275"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a:ea typeface="+mn-ea"/>
                <a:cs typeface="Arial"/>
              </a:rPr>
              <a:t>C</a:t>
            </a:r>
          </a:p>
        </p:txBody>
      </p:sp>
      <p:pic>
        <p:nvPicPr>
          <p:cNvPr id="27" name="Picture 26" descr="A black and white logo&#10;&#10;AI-generated content may be incorrect.">
            <a:extLst>
              <a:ext uri="{FF2B5EF4-FFF2-40B4-BE49-F238E27FC236}">
                <a16:creationId xmlns:a16="http://schemas.microsoft.com/office/drawing/2014/main" id="{D5C2341F-0386-B49E-AF68-3FC0335D74CF}"/>
              </a:ext>
            </a:extLst>
          </p:cNvPr>
          <p:cNvPicPr>
            <a:picLocks noChangeAspect="1"/>
          </p:cNvPicPr>
          <p:nvPr/>
        </p:nvPicPr>
        <p:blipFill>
          <a:blip r:embed="rId8"/>
          <a:stretch>
            <a:fillRect/>
          </a:stretch>
        </p:blipFill>
        <p:spPr>
          <a:xfrm>
            <a:off x="10557318" y="121767"/>
            <a:ext cx="1549998" cy="955573"/>
          </a:xfrm>
          <a:prstGeom prst="rect">
            <a:avLst/>
          </a:prstGeom>
        </p:spPr>
      </p:pic>
      <p:sp>
        <p:nvSpPr>
          <p:cNvPr id="28" name="Slide Number Placeholder 1">
            <a:extLst>
              <a:ext uri="{FF2B5EF4-FFF2-40B4-BE49-F238E27FC236}">
                <a16:creationId xmlns:a16="http://schemas.microsoft.com/office/drawing/2014/main" id="{F8885944-81B0-A158-2E83-91EB16FFD0E8}"/>
              </a:ext>
            </a:extLst>
          </p:cNvPr>
          <p:cNvSpPr txBox="1">
            <a:spLocks/>
          </p:cNvSpPr>
          <p:nvPr/>
        </p:nvSpPr>
        <p:spPr>
          <a:xfrm>
            <a:off x="10235384" y="6356352"/>
            <a:ext cx="1548465"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8E565A5E-131F-486C-BEC3-CA739A37F925}" type="slidenum">
              <a:rPr lang="en-US" sz="1200" b="1" smtClean="0">
                <a:solidFill>
                  <a:prstClr val="black"/>
                </a:solidFill>
                <a:latin typeface="Calibri"/>
              </a:rPr>
              <a:pPr algn="r">
                <a:defRPr/>
              </a:pPr>
              <a:t>5</a:t>
            </a:fld>
            <a:endParaRPr lang="en-US" sz="1200" b="1" dirty="0">
              <a:solidFill>
                <a:prstClr val="black"/>
              </a:solidFill>
              <a:latin typeface="Calibri"/>
            </a:endParaRPr>
          </a:p>
        </p:txBody>
      </p:sp>
    </p:spTree>
    <p:extLst>
      <p:ext uri="{BB962C8B-B14F-4D97-AF65-F5344CB8AC3E}">
        <p14:creationId xmlns:p14="http://schemas.microsoft.com/office/powerpoint/2010/main" val="12540161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61386-CEA9-9068-FB3B-A9E88BC4C4A9}"/>
            </a:ext>
          </a:extLst>
        </p:cNvPr>
        <p:cNvGrpSpPr/>
        <p:nvPr/>
      </p:nvGrpSpPr>
      <p:grpSpPr>
        <a:xfrm>
          <a:off x="0" y="0"/>
          <a:ext cx="0" cy="0"/>
          <a:chOff x="0" y="0"/>
          <a:chExt cx="0" cy="0"/>
        </a:xfrm>
      </p:grpSpPr>
      <p:pic>
        <p:nvPicPr>
          <p:cNvPr id="9" name="Picture 8" descr="A black and white logo&#10;&#10;AI-generated content may be incorrect.">
            <a:extLst>
              <a:ext uri="{FF2B5EF4-FFF2-40B4-BE49-F238E27FC236}">
                <a16:creationId xmlns:a16="http://schemas.microsoft.com/office/drawing/2014/main" id="{AFBD7607-E29F-73A7-469E-69A9B94B131D}"/>
              </a:ext>
            </a:extLst>
          </p:cNvPr>
          <p:cNvPicPr>
            <a:picLocks noChangeAspect="1"/>
          </p:cNvPicPr>
          <p:nvPr/>
        </p:nvPicPr>
        <p:blipFill>
          <a:blip r:embed="rId2"/>
          <a:stretch>
            <a:fillRect/>
          </a:stretch>
        </p:blipFill>
        <p:spPr>
          <a:xfrm>
            <a:off x="10557318" y="84443"/>
            <a:ext cx="1549998" cy="955573"/>
          </a:xfrm>
          <a:prstGeom prst="rect">
            <a:avLst/>
          </a:prstGeom>
        </p:spPr>
      </p:pic>
      <p:sp>
        <p:nvSpPr>
          <p:cNvPr id="17" name="Rectangle: Rounded Corners 16">
            <a:extLst>
              <a:ext uri="{FF2B5EF4-FFF2-40B4-BE49-F238E27FC236}">
                <a16:creationId xmlns:a16="http://schemas.microsoft.com/office/drawing/2014/main" id="{1CF0D616-52B2-1EDC-7B72-5EA2C7BFAF31}"/>
              </a:ext>
            </a:extLst>
          </p:cNvPr>
          <p:cNvSpPr/>
          <p:nvPr/>
        </p:nvSpPr>
        <p:spPr>
          <a:xfrm>
            <a:off x="1309600" y="6061196"/>
            <a:ext cx="9699755" cy="66236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8" name="Title 1">
            <a:extLst>
              <a:ext uri="{FF2B5EF4-FFF2-40B4-BE49-F238E27FC236}">
                <a16:creationId xmlns:a16="http://schemas.microsoft.com/office/drawing/2014/main" id="{1DC07865-64A5-9EB4-09A2-54FEE1CA141F}"/>
              </a:ext>
            </a:extLst>
          </p:cNvPr>
          <p:cNvSpPr txBox="1">
            <a:spLocks/>
          </p:cNvSpPr>
          <p:nvPr/>
        </p:nvSpPr>
        <p:spPr>
          <a:xfrm>
            <a:off x="132652" y="80122"/>
            <a:ext cx="6641387" cy="624032"/>
          </a:xfrm>
          <a:prstGeom prst="rect">
            <a:avLst/>
          </a:prstGeom>
        </p:spPr>
        <p:txBody>
          <a:bodyPr vert="horz" lIns="91440" tIns="45720" rIns="91440" bIns="45720" rtlCol="0" anchor="ctr">
            <a:normAutofit/>
          </a:bodyPr>
          <a:lstStyle>
            <a:lvl1pPr>
              <a:lnSpc>
                <a:spcPct val="90000"/>
              </a:lnSpc>
              <a:spcBef>
                <a:spcPct val="0"/>
              </a:spcBef>
              <a:buNone/>
              <a:defRPr sz="2400" b="1" kern="1100" cap="all" spc="200">
                <a:solidFill>
                  <a:srgbClr val="0070C0"/>
                </a:solidFill>
                <a:latin typeface="Verdana"/>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s-MX" sz="2400" b="1" i="0" u="none" strike="noStrike" kern="1100" cap="all" spc="200" normalizeH="0" baseline="0" noProof="0" dirty="0">
                <a:ln>
                  <a:noFill/>
                </a:ln>
                <a:solidFill>
                  <a:srgbClr val="0070C0"/>
                </a:solidFill>
                <a:effectLst/>
                <a:uLnTx/>
                <a:uFillTx/>
                <a:latin typeface="Verdana"/>
                <a:ea typeface="+mj-ea"/>
                <a:cs typeface="+mj-cs"/>
              </a:rPr>
              <a:t>Control Plan</a:t>
            </a:r>
            <a:endParaRPr kumimoji="0" lang="en-US" sz="2400" b="1" i="0" u="none" strike="noStrike" kern="1100" cap="all" spc="200" normalizeH="0" baseline="0" noProof="0" dirty="0">
              <a:ln>
                <a:noFill/>
              </a:ln>
              <a:solidFill>
                <a:srgbClr val="0070C0"/>
              </a:solidFill>
              <a:effectLst/>
              <a:uLnTx/>
              <a:uFillTx/>
              <a:latin typeface="Verdana"/>
              <a:ea typeface="+mj-ea"/>
              <a:cs typeface="+mj-cs"/>
            </a:endParaRPr>
          </a:p>
        </p:txBody>
      </p:sp>
      <p:graphicFrame>
        <p:nvGraphicFramePr>
          <p:cNvPr id="26" name="Table 25">
            <a:extLst>
              <a:ext uri="{FF2B5EF4-FFF2-40B4-BE49-F238E27FC236}">
                <a16:creationId xmlns:a16="http://schemas.microsoft.com/office/drawing/2014/main" id="{CA086594-0BC0-7BF2-C875-91398487AD13}"/>
              </a:ext>
            </a:extLst>
          </p:cNvPr>
          <p:cNvGraphicFramePr>
            <a:graphicFrameLocks noGrp="1"/>
          </p:cNvGraphicFramePr>
          <p:nvPr>
            <p:extLst>
              <p:ext uri="{D42A27DB-BD31-4B8C-83A1-F6EECF244321}">
                <p14:modId xmlns:p14="http://schemas.microsoft.com/office/powerpoint/2010/main" val="606333247"/>
              </p:ext>
            </p:extLst>
          </p:nvPr>
        </p:nvGraphicFramePr>
        <p:xfrm>
          <a:off x="132652" y="822940"/>
          <a:ext cx="11879994" cy="4933426"/>
        </p:xfrm>
        <a:graphic>
          <a:graphicData uri="http://schemas.openxmlformats.org/drawingml/2006/table">
            <a:tbl>
              <a:tblPr firstRow="1" bandRow="1">
                <a:tableStyleId>{7DF18680-E054-41AD-8BC1-D1AEF772440D}</a:tableStyleId>
              </a:tblPr>
              <a:tblGrid>
                <a:gridCol w="1267523">
                  <a:extLst>
                    <a:ext uri="{9D8B030D-6E8A-4147-A177-3AD203B41FA5}">
                      <a16:colId xmlns:a16="http://schemas.microsoft.com/office/drawing/2014/main" val="20000"/>
                    </a:ext>
                  </a:extLst>
                </a:gridCol>
                <a:gridCol w="942975">
                  <a:extLst>
                    <a:ext uri="{9D8B030D-6E8A-4147-A177-3AD203B41FA5}">
                      <a16:colId xmlns:a16="http://schemas.microsoft.com/office/drawing/2014/main" val="20001"/>
                    </a:ext>
                  </a:extLst>
                </a:gridCol>
                <a:gridCol w="1847850">
                  <a:extLst>
                    <a:ext uri="{9D8B030D-6E8A-4147-A177-3AD203B41FA5}">
                      <a16:colId xmlns:a16="http://schemas.microsoft.com/office/drawing/2014/main" val="20002"/>
                    </a:ext>
                  </a:extLst>
                </a:gridCol>
                <a:gridCol w="1527241">
                  <a:extLst>
                    <a:ext uri="{9D8B030D-6E8A-4147-A177-3AD203B41FA5}">
                      <a16:colId xmlns:a16="http://schemas.microsoft.com/office/drawing/2014/main" val="20003"/>
                    </a:ext>
                  </a:extLst>
                </a:gridCol>
                <a:gridCol w="860301">
                  <a:extLst>
                    <a:ext uri="{9D8B030D-6E8A-4147-A177-3AD203B41FA5}">
                      <a16:colId xmlns:a16="http://schemas.microsoft.com/office/drawing/2014/main" val="20004"/>
                    </a:ext>
                  </a:extLst>
                </a:gridCol>
                <a:gridCol w="1279583">
                  <a:extLst>
                    <a:ext uri="{9D8B030D-6E8A-4147-A177-3AD203B41FA5}">
                      <a16:colId xmlns:a16="http://schemas.microsoft.com/office/drawing/2014/main" val="20005"/>
                    </a:ext>
                  </a:extLst>
                </a:gridCol>
                <a:gridCol w="704850">
                  <a:extLst>
                    <a:ext uri="{9D8B030D-6E8A-4147-A177-3AD203B41FA5}">
                      <a16:colId xmlns:a16="http://schemas.microsoft.com/office/drawing/2014/main" val="20006"/>
                    </a:ext>
                  </a:extLst>
                </a:gridCol>
                <a:gridCol w="3449671">
                  <a:extLst>
                    <a:ext uri="{9D8B030D-6E8A-4147-A177-3AD203B41FA5}">
                      <a16:colId xmlns:a16="http://schemas.microsoft.com/office/drawing/2014/main" val="20007"/>
                    </a:ext>
                  </a:extLst>
                </a:gridCol>
              </a:tblGrid>
              <a:tr h="0">
                <a:tc>
                  <a:txBody>
                    <a:bodyPr/>
                    <a:lstStyle/>
                    <a:p>
                      <a:pPr algn="ctr"/>
                      <a:r>
                        <a:rPr lang="en-US" sz="1600" dirty="0"/>
                        <a:t>X´s</a:t>
                      </a:r>
                      <a:r>
                        <a:rPr lang="en-US" sz="1600" baseline="0" dirty="0"/>
                        <a:t> </a:t>
                      </a:r>
                      <a:endParaRPr lang="en-US" sz="1600" dirty="0"/>
                    </a:p>
                  </a:txBody>
                  <a:tcPr marL="121920" marR="121920" marT="60960" marB="60960" anchor="ctr"/>
                </a:tc>
                <a:tc>
                  <a:txBody>
                    <a:bodyPr/>
                    <a:lstStyle/>
                    <a:p>
                      <a:pPr algn="ctr"/>
                      <a:r>
                        <a:rPr lang="en-US" sz="1600" dirty="0"/>
                        <a:t>Target</a:t>
                      </a:r>
                    </a:p>
                  </a:txBody>
                  <a:tcPr marL="121920" marR="121920" marT="60960" marB="60960" anchor="ctr"/>
                </a:tc>
                <a:tc>
                  <a:txBody>
                    <a:bodyPr/>
                    <a:lstStyle/>
                    <a:p>
                      <a:pPr algn="ctr"/>
                      <a:r>
                        <a:rPr lang="en-US" sz="1600" dirty="0"/>
                        <a:t>Control</a:t>
                      </a:r>
                      <a:r>
                        <a:rPr lang="en-US" sz="1600" baseline="0" dirty="0"/>
                        <a:t> Method </a:t>
                      </a:r>
                      <a:endParaRPr lang="en-US" sz="1600" dirty="0"/>
                    </a:p>
                  </a:txBody>
                  <a:tcPr marL="121920" marR="121920" marT="60960" marB="60960" anchor="ctr"/>
                </a:tc>
                <a:tc>
                  <a:txBody>
                    <a:bodyPr/>
                    <a:lstStyle/>
                    <a:p>
                      <a:pPr algn="ctr"/>
                      <a:r>
                        <a:rPr lang="en-US" sz="1600" dirty="0"/>
                        <a:t>Action</a:t>
                      </a:r>
                      <a:r>
                        <a:rPr lang="en-US" sz="1600" baseline="0" dirty="0"/>
                        <a:t> Required</a:t>
                      </a:r>
                      <a:endParaRPr lang="en-US" sz="1600" dirty="0"/>
                    </a:p>
                  </a:txBody>
                  <a:tcPr marL="121920" marR="121920" marT="60960" marB="60960" anchor="ctr"/>
                </a:tc>
                <a:tc>
                  <a:txBody>
                    <a:bodyPr/>
                    <a:lstStyle/>
                    <a:p>
                      <a:pPr algn="ctr"/>
                      <a:r>
                        <a:rPr lang="en-US" sz="1600" dirty="0"/>
                        <a:t>How</a:t>
                      </a:r>
                      <a:r>
                        <a:rPr lang="en-US" sz="1600" baseline="0" dirty="0"/>
                        <a:t> Often?</a:t>
                      </a:r>
                      <a:endParaRPr lang="en-US" sz="1600" dirty="0"/>
                    </a:p>
                  </a:txBody>
                  <a:tcPr marL="121920" marR="121920" marT="60960" marB="60960" anchor="ctr"/>
                </a:tc>
                <a:tc>
                  <a:txBody>
                    <a:bodyPr/>
                    <a:lstStyle/>
                    <a:p>
                      <a:pPr algn="ctr"/>
                      <a:r>
                        <a:rPr lang="en-US" sz="1600" b="1" kern="1200" dirty="0">
                          <a:solidFill>
                            <a:schemeClr val="lt1"/>
                          </a:solidFill>
                        </a:rPr>
                        <a:t>Responsible</a:t>
                      </a:r>
                      <a:endParaRPr lang="en-US" sz="1600" b="1" kern="1200" dirty="0">
                        <a:solidFill>
                          <a:schemeClr val="lt1"/>
                        </a:solidFill>
                        <a:latin typeface="+mn-lt"/>
                        <a:ea typeface="+mn-ea"/>
                        <a:cs typeface="+mn-cs"/>
                      </a:endParaRPr>
                    </a:p>
                  </a:txBody>
                  <a:tcPr marL="121920" marR="121920" marT="60960" marB="60960" anchor="ctr"/>
                </a:tc>
                <a:tc>
                  <a:txBody>
                    <a:bodyPr/>
                    <a:lstStyle/>
                    <a:p>
                      <a:pPr algn="ctr"/>
                      <a:r>
                        <a:rPr lang="en-US" sz="1400" b="1" kern="1200" dirty="0">
                          <a:solidFill>
                            <a:schemeClr val="lt1"/>
                          </a:solidFill>
                        </a:rPr>
                        <a:t>Start Date </a:t>
                      </a:r>
                      <a:endParaRPr lang="en-US" sz="1400" b="1" kern="1200" dirty="0">
                        <a:solidFill>
                          <a:schemeClr val="lt1"/>
                        </a:solidFill>
                        <a:latin typeface="+mn-lt"/>
                        <a:ea typeface="+mn-ea"/>
                        <a:cs typeface="+mn-cs"/>
                      </a:endParaRPr>
                    </a:p>
                  </a:txBody>
                  <a:tcPr marL="121920" marR="121920" marT="60960" marB="60960" anchor="ctr"/>
                </a:tc>
                <a:tc>
                  <a:txBody>
                    <a:bodyPr/>
                    <a:lstStyle/>
                    <a:p>
                      <a:pPr algn="ctr"/>
                      <a:r>
                        <a:rPr lang="en-US" sz="1600" b="1" kern="1200" dirty="0">
                          <a:solidFill>
                            <a:schemeClr val="lt1"/>
                          </a:solidFill>
                        </a:rPr>
                        <a:t>Reaction Plan </a:t>
                      </a:r>
                      <a:endParaRPr lang="en-US" sz="1600" b="1" kern="1200" dirty="0">
                        <a:solidFill>
                          <a:schemeClr val="lt1"/>
                        </a:solidFill>
                        <a:latin typeface="+mn-lt"/>
                        <a:ea typeface="+mn-ea"/>
                        <a:cs typeface="+mn-cs"/>
                      </a:endParaRPr>
                    </a:p>
                  </a:txBody>
                  <a:tcPr marL="121920" marR="121920" marT="60960" marB="60960" anchor="ctr"/>
                </a:tc>
                <a:extLst>
                  <a:ext uri="{0D108BD9-81ED-4DB2-BD59-A6C34878D82A}">
                    <a16:rowId xmlns:a16="http://schemas.microsoft.com/office/drawing/2014/main" val="10000"/>
                  </a:ext>
                </a:extLst>
              </a:tr>
              <a:tr h="1142709">
                <a:tc>
                  <a:txBody>
                    <a:bodyPr/>
                    <a:lstStyle/>
                    <a:p>
                      <a:pPr marL="0" algn="ctr" defTabSz="914400" rtl="0" eaLnBrk="1" latinLnBrk="0" hangingPunct="1"/>
                      <a:r>
                        <a:rPr lang="en-US" sz="800" kern="1200" baseline="0" dirty="0">
                          <a:solidFill>
                            <a:schemeClr val="dk1"/>
                          </a:solidFill>
                          <a:latin typeface="+mn-lt"/>
                          <a:ea typeface="+mn-ea"/>
                          <a:cs typeface="+mn-cs"/>
                        </a:rPr>
                        <a:t>X1: Document and consolidate the information in Sharepoint.</a:t>
                      </a:r>
                    </a:p>
                  </a:txBody>
                  <a:tcPr marL="121920" marR="121920" marT="60960" marB="60960"/>
                </a:tc>
                <a:tc>
                  <a:txBody>
                    <a:bodyPr/>
                    <a:lstStyle/>
                    <a:p>
                      <a:pPr algn="ctr"/>
                      <a:r>
                        <a:rPr lang="es-MX" sz="800" b="0" kern="1200" baseline="0" dirty="0">
                          <a:solidFill>
                            <a:schemeClr val="dk1"/>
                          </a:solidFill>
                          <a:latin typeface="+mn-lt"/>
                          <a:ea typeface="+mn-ea"/>
                          <a:cs typeface="+mn-cs"/>
                        </a:rPr>
                        <a:t>X1 &lt;= 48 mnts</a:t>
                      </a:r>
                    </a:p>
                    <a:p>
                      <a:pPr algn="ctr"/>
                      <a:r>
                        <a:rPr lang="en-US" sz="800" baseline="0" noProof="0" dirty="0"/>
                        <a:t>Monthly</a:t>
                      </a:r>
                    </a:p>
                  </a:txBody>
                  <a:tcPr marL="121920" marR="121920" marT="60960" marB="60960"/>
                </a:tc>
                <a:tc>
                  <a:txBody>
                    <a:bodyPr/>
                    <a:lstStyle/>
                    <a:p>
                      <a:pPr algn="ctr"/>
                      <a:r>
                        <a:rPr lang="en-US" sz="800" noProof="0" dirty="0"/>
                        <a:t>Capture the time that take the process to fill data in</a:t>
                      </a:r>
                    </a:p>
                    <a:p>
                      <a:pPr algn="ctr"/>
                      <a:r>
                        <a:rPr lang="en-US" sz="800" noProof="0" dirty="0"/>
                        <a:t>SharePoint.</a:t>
                      </a:r>
                    </a:p>
                    <a:p>
                      <a:pPr algn="ctr"/>
                      <a:endParaRPr lang="en-US" sz="800" noProof="0" dirty="0"/>
                    </a:p>
                    <a:p>
                      <a:pPr algn="ctr"/>
                      <a:endParaRPr lang="en-US" sz="800" noProof="0" dirty="0"/>
                    </a:p>
                  </a:txBody>
                  <a:tcPr marL="121920" marR="121920" marT="60960" marB="60960"/>
                </a:tc>
                <a:tc>
                  <a:txBody>
                    <a:bodyPr/>
                    <a:lstStyle/>
                    <a:p>
                      <a:pPr marL="171450" marR="0" lvl="0" indent="-171450" algn="ctr" defTabSz="914400" rtl="0" eaLnBrk="1" fontAlgn="auto" latinLnBrk="0" hangingPunct="1">
                        <a:lnSpc>
                          <a:spcPct val="100000"/>
                        </a:lnSpc>
                        <a:spcBef>
                          <a:spcPts val="0"/>
                        </a:spcBef>
                        <a:spcAft>
                          <a:spcPts val="0"/>
                        </a:spcAft>
                        <a:buClrTx/>
                        <a:buSzTx/>
                        <a:buFontTx/>
                        <a:buChar char="-"/>
                        <a:tabLst/>
                        <a:defRPr/>
                      </a:pPr>
                      <a:r>
                        <a:rPr lang="en-US" sz="800" baseline="0" dirty="0"/>
                        <a:t>Measure the time that takes to capture, create and visualized the information of project.</a:t>
                      </a:r>
                    </a:p>
                  </a:txBody>
                  <a:tcPr marL="121920" marR="121920" marT="60960" marB="60960"/>
                </a:tc>
                <a:tc>
                  <a:txBody>
                    <a:bodyPr/>
                    <a:lstStyle/>
                    <a:p>
                      <a:pPr algn="ctr"/>
                      <a:r>
                        <a:rPr lang="en-US" sz="800" baseline="0" noProof="0" dirty="0"/>
                        <a:t>Monthly</a:t>
                      </a:r>
                    </a:p>
                  </a:txBody>
                  <a:tcPr marL="121920" marR="121920" marT="60960" marB="60960"/>
                </a:tc>
                <a:tc>
                  <a:txBody>
                    <a:bodyPr/>
                    <a:lstStyle/>
                    <a:p>
                      <a:pPr algn="ctr"/>
                      <a:r>
                        <a:rPr lang="en-US" sz="800" dirty="0"/>
                        <a:t>Saul Marquez /</a:t>
                      </a:r>
                    </a:p>
                    <a:p>
                      <a:pPr algn="ctr"/>
                      <a:r>
                        <a:rPr lang="en-US" sz="800" dirty="0"/>
                        <a:t>David Garcia</a:t>
                      </a:r>
                    </a:p>
                  </a:txBody>
                  <a:tcPr marL="121920" marR="121920" marT="60960" marB="6096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noProof="0" dirty="0"/>
                        <a:t>May 2025</a:t>
                      </a:r>
                    </a:p>
                  </a:txBody>
                  <a:tcPr marL="121920" marR="121920" marT="60960" marB="6096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noProof="0" dirty="0"/>
                        <a:t>Communicate and provide feedback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800" noProof="0" dirty="0"/>
                        <a:t>f X1 &gt; 48 minutes; planned action items:</a:t>
                      </a:r>
                      <a:br>
                        <a:rPr lang="en-US" sz="800" noProof="0" dirty="0"/>
                      </a:br>
                      <a:br>
                        <a:rPr lang="en-US" sz="800" noProof="0" dirty="0"/>
                      </a:br>
                      <a:r>
                        <a:rPr lang="en-US" sz="800" noProof="0" dirty="0"/>
                        <a:t>- Verify that the automatic information (area, department, supervisor, analyst) is displayed correctly.</a:t>
                      </a:r>
                      <a:br>
                        <a:rPr lang="en-US" sz="800" noProof="0" dirty="0"/>
                      </a:br>
                      <a:r>
                        <a:rPr lang="en-US" sz="800" noProof="0" dirty="0"/>
                        <a:t>- Check that the notification is sent.</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800" noProof="0" dirty="0"/>
                        <a:t>- Confirm main root causes and implement action plans- </a:t>
                      </a:r>
                    </a:p>
                  </a:txBody>
                  <a:tcPr marL="121920" marR="121920" marT="60960" marB="60960"/>
                </a:tc>
                <a:extLst>
                  <a:ext uri="{0D108BD9-81ED-4DB2-BD59-A6C34878D82A}">
                    <a16:rowId xmlns:a16="http://schemas.microsoft.com/office/drawing/2014/main" val="10001"/>
                  </a:ext>
                </a:extLst>
              </a:tr>
              <a:tr h="500549">
                <a:tc>
                  <a:txBody>
                    <a:bodyPr/>
                    <a:lstStyle/>
                    <a:p>
                      <a:pPr marL="0" algn="ctr" defTabSz="914400" rtl="0" eaLnBrk="1" latinLnBrk="0" hangingPunct="1"/>
                      <a:r>
                        <a:rPr lang="en-US" sz="800" kern="1200" baseline="0" dirty="0">
                          <a:solidFill>
                            <a:schemeClr val="dk1"/>
                          </a:solidFill>
                          <a:latin typeface="+mn-lt"/>
                          <a:ea typeface="+mn-ea"/>
                          <a:cs typeface="+mn-cs"/>
                        </a:rPr>
                        <a:t>X2: Update reports in Power Bi</a:t>
                      </a:r>
                    </a:p>
                  </a:txBody>
                  <a:tcPr marL="121920" marR="121920" marT="60960" marB="60960"/>
                </a:tc>
                <a:tc>
                  <a:txBody>
                    <a:bodyPr/>
                    <a:lstStyle/>
                    <a:p>
                      <a:pPr algn="ctr"/>
                      <a:endParaRPr lang="es-MX" sz="800" b="0" kern="1200" baseline="0" dirty="0">
                        <a:solidFill>
                          <a:schemeClr val="dk1"/>
                        </a:solidFill>
                        <a:latin typeface="+mn-lt"/>
                        <a:ea typeface="+mn-ea"/>
                        <a:cs typeface="+mn-cs"/>
                      </a:endParaRPr>
                    </a:p>
                    <a:p>
                      <a:pPr algn="ctr"/>
                      <a:r>
                        <a:rPr lang="es-MX" sz="800" b="0" kern="1200" baseline="0" dirty="0">
                          <a:solidFill>
                            <a:schemeClr val="dk1"/>
                          </a:solidFill>
                          <a:latin typeface="+mn-lt"/>
                          <a:ea typeface="+mn-ea"/>
                          <a:cs typeface="+mn-cs"/>
                        </a:rPr>
                        <a:t>X2 &lt;= 12 mnts</a:t>
                      </a:r>
                    </a:p>
                    <a:p>
                      <a:pPr algn="ctr"/>
                      <a:r>
                        <a:rPr lang="en-US" sz="800" baseline="0" noProof="0" dirty="0"/>
                        <a:t>Monthly</a:t>
                      </a:r>
                    </a:p>
                  </a:txBody>
                  <a:tcPr marL="121920" marR="121920" marT="60960" marB="60960"/>
                </a:tc>
                <a:tc>
                  <a:txBody>
                    <a:bodyPr/>
                    <a:lstStyle/>
                    <a:p>
                      <a:pPr algn="ctr"/>
                      <a:r>
                        <a:rPr lang="en-US" sz="800" noProof="0" dirty="0"/>
                        <a:t>Capture the time that take the process to visualized dashboard at Power BI automation tool.</a:t>
                      </a:r>
                    </a:p>
                  </a:txBody>
                  <a:tcPr marL="121920" marR="121920" marT="60960" marB="60960"/>
                </a:tc>
                <a:tc>
                  <a:txBody>
                    <a:bodyPr/>
                    <a:lstStyle/>
                    <a:p>
                      <a:pPr marL="171450" marR="0" lvl="0" indent="-171450" algn="ctr" defTabSz="914400" rtl="0" eaLnBrk="1" fontAlgn="auto" latinLnBrk="0" hangingPunct="1">
                        <a:lnSpc>
                          <a:spcPct val="100000"/>
                        </a:lnSpc>
                        <a:spcBef>
                          <a:spcPts val="0"/>
                        </a:spcBef>
                        <a:spcAft>
                          <a:spcPts val="0"/>
                        </a:spcAft>
                        <a:buClrTx/>
                        <a:buSzTx/>
                        <a:buFontTx/>
                        <a:buChar char="-"/>
                        <a:tabLst/>
                        <a:defRPr/>
                      </a:pPr>
                      <a:r>
                        <a:rPr lang="en-US" sz="800" baseline="0" dirty="0"/>
                        <a:t>Measure the time it takes to create the report to verify that it is within the determined range.</a:t>
                      </a:r>
                    </a:p>
                  </a:txBody>
                  <a:tcPr marL="121920" marR="121920" marT="60960" marB="60960"/>
                </a:tc>
                <a:tc>
                  <a:txBody>
                    <a:bodyPr/>
                    <a:lstStyle/>
                    <a:p>
                      <a:pPr algn="ctr"/>
                      <a:r>
                        <a:rPr lang="en-US" sz="800" baseline="0" noProof="0" dirty="0"/>
                        <a:t>Monthly</a:t>
                      </a:r>
                    </a:p>
                  </a:txBody>
                  <a:tcPr marL="121920" marR="121920" marT="60960" marB="60960"/>
                </a:tc>
                <a:tc>
                  <a:txBody>
                    <a:bodyPr/>
                    <a:lstStyle/>
                    <a:p>
                      <a:pPr algn="ctr"/>
                      <a:r>
                        <a:rPr lang="es-MX" sz="800" dirty="0"/>
                        <a:t>David Garcia / Saul Marquez</a:t>
                      </a:r>
                      <a:endParaRPr lang="en-US" sz="800" dirty="0"/>
                    </a:p>
                  </a:txBody>
                  <a:tcPr marL="121920" marR="121920" marT="60960" marB="6096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MX" sz="800" noProof="0" dirty="0"/>
                        <a:t>May 2025</a:t>
                      </a:r>
                      <a:endParaRPr lang="en-US" sz="800" noProof="0" dirty="0"/>
                    </a:p>
                  </a:txBody>
                  <a:tcPr marL="121920" marR="121920" marT="60960" marB="60960"/>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800" noProof="0" dirty="0"/>
                        <a:t>Communicate and provide feedback </a:t>
                      </a:r>
                    </a:p>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800" noProof="0" dirty="0"/>
                        <a:t>f X2 &gt; 12 minutes; planned action items:</a:t>
                      </a:r>
                      <a:br>
                        <a:rPr lang="en-US" sz="800" noProof="0" dirty="0"/>
                      </a:br>
                      <a:br>
                        <a:rPr lang="en-US" sz="800" noProof="0" dirty="0"/>
                      </a:br>
                      <a:r>
                        <a:rPr lang="en-US" sz="800" noProof="0" dirty="0"/>
                        <a:t>- Verify the connections between SharePoint and Power BI are configured correctly.</a:t>
                      </a:r>
                      <a:br>
                        <a:rPr lang="en-US" sz="800" noProof="0" dirty="0"/>
                      </a:br>
                      <a:r>
                        <a:rPr lang="en-US" sz="800" noProof="0" dirty="0"/>
                        <a:t>- Review if the hosting on Teams is working.</a:t>
                      </a:r>
                    </a:p>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800" noProof="0" dirty="0"/>
                        <a:t>- Review the scheduled refresh is working.</a:t>
                      </a:r>
                    </a:p>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800" noProof="0" dirty="0"/>
                        <a:t>- Confirm main root causes and implement action plans</a:t>
                      </a:r>
                    </a:p>
                  </a:txBody>
                  <a:tcPr marL="121920" marR="121920" marT="60960" marB="60960"/>
                </a:tc>
                <a:extLst>
                  <a:ext uri="{0D108BD9-81ED-4DB2-BD59-A6C34878D82A}">
                    <a16:rowId xmlns:a16="http://schemas.microsoft.com/office/drawing/2014/main" val="2001915483"/>
                  </a:ext>
                </a:extLst>
              </a:tr>
              <a:tr h="10481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kern="1200" baseline="0" dirty="0">
                          <a:solidFill>
                            <a:schemeClr val="dk1"/>
                          </a:solidFill>
                          <a:latin typeface="+mn-lt"/>
                          <a:ea typeface="+mn-ea"/>
                          <a:cs typeface="+mn-cs"/>
                        </a:rPr>
                        <a:t>X3: Cost Optimization Monitoring</a:t>
                      </a:r>
                    </a:p>
                  </a:txBody>
                  <a:tcPr marL="121920" marR="121920" marT="60960" marB="6096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aseline="0" noProof="0" dirty="0"/>
                        <a:t>X3 = $0 USD</a:t>
                      </a:r>
                    </a:p>
                  </a:txBody>
                  <a:tcPr marL="121920" marR="121920" marT="60960" marB="6096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noProof="0" dirty="0"/>
                        <a:t>Capture the cost per lost project per month</a:t>
                      </a:r>
                    </a:p>
                  </a:txBody>
                  <a:tcPr marL="121920" marR="121920" marT="60960" marB="60960"/>
                </a:tc>
                <a:tc>
                  <a:txBody>
                    <a:bodyPr/>
                    <a:lstStyle/>
                    <a:p>
                      <a:pPr marL="171450" marR="0" lvl="0" indent="-171450" algn="ctr" defTabSz="914400" rtl="0" eaLnBrk="1" fontAlgn="auto" latinLnBrk="0" hangingPunct="1">
                        <a:lnSpc>
                          <a:spcPct val="100000"/>
                        </a:lnSpc>
                        <a:spcBef>
                          <a:spcPts val="0"/>
                        </a:spcBef>
                        <a:spcAft>
                          <a:spcPts val="0"/>
                        </a:spcAft>
                        <a:buClrTx/>
                        <a:buSzTx/>
                        <a:buFontTx/>
                        <a:buChar char="-"/>
                        <a:tabLst/>
                        <a:defRPr/>
                      </a:pPr>
                      <a:r>
                        <a:rPr lang="en-US" sz="800" baseline="0" dirty="0"/>
                        <a:t>Measure the cost it takes per lost project</a:t>
                      </a:r>
                    </a:p>
                  </a:txBody>
                  <a:tcPr marL="121920" marR="121920" marT="60960" marB="6096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aseline="0" noProof="0" dirty="0"/>
                        <a:t>Monthly</a:t>
                      </a:r>
                    </a:p>
                  </a:txBody>
                  <a:tcPr marL="121920" marR="121920" marT="60960" marB="6096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MX" sz="800" dirty="0"/>
                        <a:t>David Garcia / Saul Marquez</a:t>
                      </a:r>
                      <a:endParaRPr lang="en-US" sz="800" dirty="0"/>
                    </a:p>
                  </a:txBody>
                  <a:tcPr marL="121920" marR="121920" marT="60960" marB="6096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MX" sz="800" noProof="0" dirty="0"/>
                        <a:t>May 2025</a:t>
                      </a:r>
                      <a:endParaRPr lang="en-US" sz="800" noProof="0" dirty="0"/>
                    </a:p>
                  </a:txBody>
                  <a:tcPr marL="121920" marR="121920" marT="60960" marB="60960"/>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800" noProof="0" dirty="0"/>
                        <a:t>Communicate and provide feedback </a:t>
                      </a:r>
                    </a:p>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800" noProof="0" dirty="0"/>
                        <a:t>f X3 &gt; 0 USD; planned action items:</a:t>
                      </a:r>
                      <a:br>
                        <a:rPr lang="en-US" sz="800" noProof="0" dirty="0"/>
                      </a:br>
                      <a:br>
                        <a:rPr lang="en-US" sz="800" noProof="0" dirty="0"/>
                      </a:br>
                      <a:r>
                        <a:rPr lang="en-US" sz="800" noProof="0" dirty="0"/>
                        <a:t>- Confirm action plans are implemented and adopted</a:t>
                      </a:r>
                    </a:p>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800" noProof="0" dirty="0"/>
                        <a:t>Confirm process is implemented</a:t>
                      </a:r>
                    </a:p>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800" noProof="0" dirty="0"/>
                        <a:t>Make sure finance information is accurate</a:t>
                      </a:r>
                    </a:p>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800" noProof="0" dirty="0"/>
                        <a:t>Analyze root cause and implement action plans</a:t>
                      </a:r>
                    </a:p>
                  </a:txBody>
                  <a:tcPr marL="121920" marR="121920" marT="60960" marB="60960"/>
                </a:tc>
                <a:extLst>
                  <a:ext uri="{0D108BD9-81ED-4DB2-BD59-A6C34878D82A}">
                    <a16:rowId xmlns:a16="http://schemas.microsoft.com/office/drawing/2014/main" val="948654387"/>
                  </a:ext>
                </a:extLst>
              </a:tr>
              <a:tr h="103569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kern="1200" baseline="0" dirty="0">
                          <a:solidFill>
                            <a:schemeClr val="dk1"/>
                          </a:solidFill>
                          <a:latin typeface="+mn-lt"/>
                          <a:ea typeface="+mn-ea"/>
                          <a:cs typeface="+mn-cs"/>
                        </a:rPr>
                        <a:t>X3: Implement Future Process Map</a:t>
                      </a:r>
                    </a:p>
                  </a:txBody>
                  <a:tcPr marL="121920" marR="121920" marT="60960" marB="6096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aseline="0" noProof="0" dirty="0"/>
                        <a:t>Make sure Future State Map is followed as defined</a:t>
                      </a:r>
                    </a:p>
                  </a:txBody>
                  <a:tcPr marL="121920" marR="121920" marT="60960" marB="6096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noProof="0" dirty="0"/>
                        <a:t>Follow Future State Map and evaluate it during pilots</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noProof="0" dirty="0"/>
                    </a:p>
                    <a:p>
                      <a:pPr marL="0" marR="0" lvl="0" indent="0" algn="ctr" defTabSz="914400" rtl="0" eaLnBrk="1" fontAlgn="auto" latinLnBrk="0" hangingPunct="1">
                        <a:lnSpc>
                          <a:spcPct val="100000"/>
                        </a:lnSpc>
                        <a:spcBef>
                          <a:spcPts val="0"/>
                        </a:spcBef>
                        <a:spcAft>
                          <a:spcPts val="0"/>
                        </a:spcAft>
                        <a:buClrTx/>
                        <a:buSzTx/>
                        <a:buFontTx/>
                        <a:buNone/>
                        <a:tabLst/>
                        <a:defRPr/>
                      </a:pPr>
                      <a:endParaRPr lang="en-US" sz="800" noProof="0" dirty="0"/>
                    </a:p>
                  </a:txBody>
                  <a:tcPr marL="121920" marR="121920" marT="60960" marB="60960"/>
                </a:tc>
                <a:tc>
                  <a:txBody>
                    <a:bodyPr/>
                    <a:lstStyle/>
                    <a:p>
                      <a:pPr marL="171450" marR="0" lvl="0" indent="-171450" algn="ctr" defTabSz="914400" rtl="0" eaLnBrk="1" fontAlgn="auto" latinLnBrk="0" hangingPunct="1">
                        <a:lnSpc>
                          <a:spcPct val="100000"/>
                        </a:lnSpc>
                        <a:spcBef>
                          <a:spcPts val="0"/>
                        </a:spcBef>
                        <a:spcAft>
                          <a:spcPts val="0"/>
                        </a:spcAft>
                        <a:buClrTx/>
                        <a:buSzTx/>
                        <a:buFontTx/>
                        <a:buChar char="-"/>
                        <a:tabLst/>
                        <a:defRPr/>
                      </a:pPr>
                      <a:r>
                        <a:rPr lang="en-US" sz="800" baseline="0" noProof="0" dirty="0"/>
                        <a:t>Implement Future State Map activities into improved process and validate it during pilot runs</a:t>
                      </a:r>
                    </a:p>
                  </a:txBody>
                  <a:tcPr marL="121920" marR="121920" marT="60960" marB="6096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aseline="0" noProof="0" dirty="0"/>
                        <a:t>Monthly</a:t>
                      </a:r>
                    </a:p>
                  </a:txBody>
                  <a:tcPr marL="121920" marR="121920" marT="60960" marB="6096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MX" sz="800" dirty="0"/>
                        <a:t>David Garcia / Saul Marquez</a:t>
                      </a:r>
                      <a:endParaRPr lang="en-US" sz="800" dirty="0"/>
                    </a:p>
                  </a:txBody>
                  <a:tcPr marL="121920" marR="121920" marT="60960" marB="6096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MX" sz="800" noProof="0" dirty="0"/>
                        <a:t>May 2025</a:t>
                      </a:r>
                      <a:endParaRPr lang="en-US" sz="800" noProof="0" dirty="0"/>
                    </a:p>
                  </a:txBody>
                  <a:tcPr marL="121920" marR="121920" marT="60960" marB="60960"/>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noProof="0" dirty="0"/>
                        <a:t>- Communicate and provide feedback if X3: real process ≠ than Future State Map; planned action items:</a:t>
                      </a:r>
                    </a:p>
                    <a:p>
                      <a:pPr algn="ctr"/>
                      <a:r>
                        <a:rPr lang="en-US" sz="800" noProof="0" dirty="0"/>
                        <a:t>- Communicate and agree</a:t>
                      </a:r>
                      <a:r>
                        <a:rPr lang="en-US" sz="800" baseline="0" noProof="0" dirty="0"/>
                        <a:t> any changes needed in Future process map to the team and explain why updates are needed</a:t>
                      </a:r>
                    </a:p>
                    <a:p>
                      <a:pPr algn="ctr"/>
                      <a:r>
                        <a:rPr lang="en-US" sz="800" noProof="0" dirty="0"/>
                        <a:t>- Confirm main root causes and implement action plans</a:t>
                      </a:r>
                    </a:p>
                  </a:txBody>
                  <a:tcPr marL="121920" marR="121920" marT="60960" marB="60960"/>
                </a:tc>
                <a:extLst>
                  <a:ext uri="{0D108BD9-81ED-4DB2-BD59-A6C34878D82A}">
                    <a16:rowId xmlns:a16="http://schemas.microsoft.com/office/drawing/2014/main" val="3731066986"/>
                  </a:ext>
                </a:extLst>
              </a:tr>
            </a:tbl>
          </a:graphicData>
        </a:graphic>
      </p:graphicFrame>
      <p:sp>
        <p:nvSpPr>
          <p:cNvPr id="28" name="Rectangle: Rounded Corners 27">
            <a:extLst>
              <a:ext uri="{FF2B5EF4-FFF2-40B4-BE49-F238E27FC236}">
                <a16:creationId xmlns:a16="http://schemas.microsoft.com/office/drawing/2014/main" id="{36E6D59B-9777-06BE-F759-B4D6FDF61988}"/>
              </a:ext>
            </a:extLst>
          </p:cNvPr>
          <p:cNvSpPr/>
          <p:nvPr/>
        </p:nvSpPr>
        <p:spPr>
          <a:xfrm>
            <a:off x="1399356" y="6090716"/>
            <a:ext cx="9393288" cy="66236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Calibri"/>
                <a:ea typeface="+mn-ea"/>
                <a:cs typeface="+mn-cs"/>
              </a:rPr>
              <a:t>A control plan is stablished in order to keep monitoring improved metrics/kpis in this project and make sure improvements are sustained</a:t>
            </a:r>
          </a:p>
        </p:txBody>
      </p:sp>
      <p:sp>
        <p:nvSpPr>
          <p:cNvPr id="29" name="Title 1">
            <a:extLst>
              <a:ext uri="{FF2B5EF4-FFF2-40B4-BE49-F238E27FC236}">
                <a16:creationId xmlns:a16="http://schemas.microsoft.com/office/drawing/2014/main" id="{726EC6BB-1E23-85EC-82DF-206B951EA233}"/>
              </a:ext>
            </a:extLst>
          </p:cNvPr>
          <p:cNvSpPr txBox="1">
            <a:spLocks/>
          </p:cNvSpPr>
          <p:nvPr/>
        </p:nvSpPr>
        <p:spPr>
          <a:xfrm>
            <a:off x="7209476" y="486714"/>
            <a:ext cx="3370777" cy="392777"/>
          </a:xfrm>
          <a:prstGeom prst="rect">
            <a:avLst/>
          </a:prstGeom>
        </p:spPr>
        <p:txBody>
          <a:bodyPr>
            <a:normAutofit/>
          </a:bodyPr>
          <a:lstStyle>
            <a:lvl1pPr algn="l" defTabSz="914400" rtl="0" eaLnBrk="1" latinLnBrk="0" hangingPunct="1">
              <a:lnSpc>
                <a:spcPct val="90000"/>
              </a:lnSpc>
              <a:spcBef>
                <a:spcPct val="0"/>
              </a:spcBef>
              <a:buNone/>
              <a:defRPr sz="3200" b="1" kern="1200">
                <a:solidFill>
                  <a:schemeClr val="tx1"/>
                </a:solidFill>
                <a:latin typeface="+mn-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j-ea"/>
                <a:cs typeface="Arial"/>
              </a:rPr>
              <a:t>CONTROL</a:t>
            </a:r>
          </a:p>
        </p:txBody>
      </p:sp>
      <p:sp>
        <p:nvSpPr>
          <p:cNvPr id="30" name="Freeform 35">
            <a:extLst>
              <a:ext uri="{FF2B5EF4-FFF2-40B4-BE49-F238E27FC236}">
                <a16:creationId xmlns:a16="http://schemas.microsoft.com/office/drawing/2014/main" id="{15BC8CFB-C33A-EF9B-733E-270166774BFF}"/>
              </a:ext>
            </a:extLst>
          </p:cNvPr>
          <p:cNvSpPr/>
          <p:nvPr/>
        </p:nvSpPr>
        <p:spPr>
          <a:xfrm>
            <a:off x="7344956" y="197008"/>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0 w 798090"/>
              <a:gd name="connsiteY5"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8090" h="319236">
                <a:moveTo>
                  <a:pt x="0" y="0"/>
                </a:moveTo>
                <a:lnTo>
                  <a:pt x="638472" y="0"/>
                </a:lnTo>
                <a:lnTo>
                  <a:pt x="798090" y="159618"/>
                </a:lnTo>
                <a:lnTo>
                  <a:pt x="638472" y="319236"/>
                </a:lnTo>
                <a:lnTo>
                  <a:pt x="0" y="319236"/>
                </a:lnTo>
                <a:lnTo>
                  <a:pt x="0" y="0"/>
                </a:lnTo>
                <a:close/>
              </a:path>
            </a:pathLst>
          </a:custGeom>
          <a:solidFill>
            <a:srgbClr val="7030A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marL="0" marR="0" lvl="0" indent="0" algn="ctr" defTabSz="622275"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a:ea typeface="+mn-ea"/>
                <a:cs typeface="Arial"/>
              </a:rPr>
              <a:t>D</a:t>
            </a:r>
          </a:p>
        </p:txBody>
      </p:sp>
      <p:sp>
        <p:nvSpPr>
          <p:cNvPr id="31" name="Freeform 37">
            <a:extLst>
              <a:ext uri="{FF2B5EF4-FFF2-40B4-BE49-F238E27FC236}">
                <a16:creationId xmlns:a16="http://schemas.microsoft.com/office/drawing/2014/main" id="{7820E505-C1C7-2E0C-384B-CBBE4CED69F0}"/>
              </a:ext>
            </a:extLst>
          </p:cNvPr>
          <p:cNvSpPr/>
          <p:nvPr/>
        </p:nvSpPr>
        <p:spPr>
          <a:xfrm>
            <a:off x="8548651" y="197008"/>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rgbClr val="7030A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marL="0" marR="0" lvl="0" indent="0" algn="ctr" defTabSz="622275"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a:ea typeface="+mn-ea"/>
                <a:cs typeface="Arial"/>
              </a:rPr>
              <a:t>A</a:t>
            </a:r>
          </a:p>
        </p:txBody>
      </p:sp>
      <p:sp>
        <p:nvSpPr>
          <p:cNvPr id="32" name="Freeform 38">
            <a:extLst>
              <a:ext uri="{FF2B5EF4-FFF2-40B4-BE49-F238E27FC236}">
                <a16:creationId xmlns:a16="http://schemas.microsoft.com/office/drawing/2014/main" id="{16A31A9E-A787-B951-2EB8-8553AD55F5A0}"/>
              </a:ext>
            </a:extLst>
          </p:cNvPr>
          <p:cNvSpPr/>
          <p:nvPr/>
        </p:nvSpPr>
        <p:spPr>
          <a:xfrm>
            <a:off x="9187124" y="197008"/>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rgbClr val="7030A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marL="0" marR="0" lvl="0" indent="0" algn="ctr" defTabSz="622275"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a:ea typeface="+mn-ea"/>
                <a:cs typeface="Arial"/>
              </a:rPr>
              <a:t>I</a:t>
            </a:r>
          </a:p>
        </p:txBody>
      </p:sp>
      <p:sp>
        <p:nvSpPr>
          <p:cNvPr id="33" name="Freeform 39">
            <a:extLst>
              <a:ext uri="{FF2B5EF4-FFF2-40B4-BE49-F238E27FC236}">
                <a16:creationId xmlns:a16="http://schemas.microsoft.com/office/drawing/2014/main" id="{B8ABB73F-F5E3-39F8-A33F-B09A01F85910}"/>
              </a:ext>
            </a:extLst>
          </p:cNvPr>
          <p:cNvSpPr/>
          <p:nvPr/>
        </p:nvSpPr>
        <p:spPr>
          <a:xfrm>
            <a:off x="9763774" y="197008"/>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rgbClr val="7030A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74676" tIns="37338" rIns="98478" bIns="37338" numCol="1" spcCol="1270" anchor="ctr" anchorCtr="0">
            <a:noAutofit/>
          </a:bodyPr>
          <a:lstStyle/>
          <a:p>
            <a:pPr marL="0" marR="0" lvl="0" indent="0" algn="ctr" defTabSz="622275"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a:ea typeface="+mn-ea"/>
                <a:cs typeface="Arial"/>
              </a:rPr>
              <a:t>C</a:t>
            </a:r>
          </a:p>
        </p:txBody>
      </p:sp>
      <p:sp>
        <p:nvSpPr>
          <p:cNvPr id="34" name="Freeform 36">
            <a:extLst>
              <a:ext uri="{FF2B5EF4-FFF2-40B4-BE49-F238E27FC236}">
                <a16:creationId xmlns:a16="http://schemas.microsoft.com/office/drawing/2014/main" id="{D9353BC0-CC7B-7D80-3FFC-72EAACC68DCE}"/>
              </a:ext>
            </a:extLst>
          </p:cNvPr>
          <p:cNvSpPr/>
          <p:nvPr/>
        </p:nvSpPr>
        <p:spPr>
          <a:xfrm>
            <a:off x="7946467" y="197008"/>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rgbClr val="7030A0"/>
          </a:solidFill>
          <a:ln>
            <a:solidFill>
              <a:schemeClr val="bg2"/>
            </a:solid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marL="0" marR="0" lvl="0" indent="0" algn="ctr" defTabSz="622275"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a:ea typeface="+mn-ea"/>
                <a:cs typeface="Arial"/>
              </a:rPr>
              <a:t>M</a:t>
            </a:r>
          </a:p>
        </p:txBody>
      </p:sp>
      <p:pic>
        <p:nvPicPr>
          <p:cNvPr id="35" name="Picture 34">
            <a:extLst>
              <a:ext uri="{FF2B5EF4-FFF2-40B4-BE49-F238E27FC236}">
                <a16:creationId xmlns:a16="http://schemas.microsoft.com/office/drawing/2014/main" id="{6C298EFB-3FAC-0027-63D5-5144792F3C6F}"/>
              </a:ext>
            </a:extLst>
          </p:cNvPr>
          <p:cNvPicPr>
            <a:picLocks noChangeAspect="1"/>
          </p:cNvPicPr>
          <p:nvPr/>
        </p:nvPicPr>
        <p:blipFill>
          <a:blip r:embed="rId3"/>
          <a:stretch>
            <a:fillRect/>
          </a:stretch>
        </p:blipFill>
        <p:spPr>
          <a:xfrm>
            <a:off x="2783310" y="1928043"/>
            <a:ext cx="1017165" cy="575063"/>
          </a:xfrm>
          <a:prstGeom prst="rect">
            <a:avLst/>
          </a:prstGeom>
        </p:spPr>
      </p:pic>
      <p:pic>
        <p:nvPicPr>
          <p:cNvPr id="36" name="Picture 35">
            <a:extLst>
              <a:ext uri="{FF2B5EF4-FFF2-40B4-BE49-F238E27FC236}">
                <a16:creationId xmlns:a16="http://schemas.microsoft.com/office/drawing/2014/main" id="{19EE116D-B410-9F33-89A3-4B3937A2F9E2}"/>
              </a:ext>
            </a:extLst>
          </p:cNvPr>
          <p:cNvPicPr>
            <a:picLocks noChangeAspect="1"/>
          </p:cNvPicPr>
          <p:nvPr/>
        </p:nvPicPr>
        <p:blipFill>
          <a:blip r:embed="rId4"/>
          <a:stretch>
            <a:fillRect/>
          </a:stretch>
        </p:blipFill>
        <p:spPr>
          <a:xfrm>
            <a:off x="2788623" y="3016996"/>
            <a:ext cx="1017165" cy="576949"/>
          </a:xfrm>
          <a:prstGeom prst="rect">
            <a:avLst/>
          </a:prstGeom>
        </p:spPr>
      </p:pic>
      <p:pic>
        <p:nvPicPr>
          <p:cNvPr id="37" name="Picture 36">
            <a:extLst>
              <a:ext uri="{FF2B5EF4-FFF2-40B4-BE49-F238E27FC236}">
                <a16:creationId xmlns:a16="http://schemas.microsoft.com/office/drawing/2014/main" id="{5FCA9601-2F09-ED4F-E71D-CC023BABBE34}"/>
              </a:ext>
            </a:extLst>
          </p:cNvPr>
          <p:cNvPicPr>
            <a:picLocks noChangeAspect="1"/>
          </p:cNvPicPr>
          <p:nvPr/>
        </p:nvPicPr>
        <p:blipFill>
          <a:blip r:embed="rId5"/>
          <a:stretch>
            <a:fillRect/>
          </a:stretch>
        </p:blipFill>
        <p:spPr>
          <a:xfrm>
            <a:off x="2789077" y="5089714"/>
            <a:ext cx="1094502" cy="615658"/>
          </a:xfrm>
          <a:prstGeom prst="rect">
            <a:avLst/>
          </a:prstGeom>
        </p:spPr>
      </p:pic>
      <p:sp>
        <p:nvSpPr>
          <p:cNvPr id="38" name="Slide Number Placeholder 1">
            <a:extLst>
              <a:ext uri="{FF2B5EF4-FFF2-40B4-BE49-F238E27FC236}">
                <a16:creationId xmlns:a16="http://schemas.microsoft.com/office/drawing/2014/main" id="{8CB25371-A3BC-ACC1-3985-D2B35C6612CD}"/>
              </a:ext>
            </a:extLst>
          </p:cNvPr>
          <p:cNvSpPr txBox="1">
            <a:spLocks/>
          </p:cNvSpPr>
          <p:nvPr/>
        </p:nvSpPr>
        <p:spPr>
          <a:xfrm>
            <a:off x="10235384" y="6356352"/>
            <a:ext cx="1548465"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8E565A5E-131F-486C-BEC3-CA739A37F925}" type="slidenum">
              <a:rPr lang="en-US" sz="1200" b="1" smtClean="0">
                <a:solidFill>
                  <a:prstClr val="black"/>
                </a:solidFill>
                <a:latin typeface="Calibri"/>
              </a:rPr>
              <a:pPr algn="r">
                <a:defRPr/>
              </a:pPr>
              <a:t>6</a:t>
            </a:fld>
            <a:endParaRPr lang="en-US" sz="1200" b="1" dirty="0">
              <a:solidFill>
                <a:prstClr val="black"/>
              </a:solidFill>
              <a:latin typeface="Calibri"/>
            </a:endParaRPr>
          </a:p>
        </p:txBody>
      </p:sp>
      <p:pic>
        <p:nvPicPr>
          <p:cNvPr id="5" name="Picture 4">
            <a:extLst>
              <a:ext uri="{FF2B5EF4-FFF2-40B4-BE49-F238E27FC236}">
                <a16:creationId xmlns:a16="http://schemas.microsoft.com/office/drawing/2014/main" id="{35CC1059-3967-552C-B9CC-B7A619D2BFCE}"/>
              </a:ext>
            </a:extLst>
          </p:cNvPr>
          <p:cNvPicPr>
            <a:picLocks noChangeAspect="1"/>
          </p:cNvPicPr>
          <p:nvPr/>
        </p:nvPicPr>
        <p:blipFill>
          <a:blip r:embed="rId6"/>
          <a:stretch>
            <a:fillRect/>
          </a:stretch>
        </p:blipFill>
        <p:spPr>
          <a:xfrm>
            <a:off x="2744072" y="4018491"/>
            <a:ext cx="1094503" cy="615658"/>
          </a:xfrm>
          <a:prstGeom prst="rect">
            <a:avLst/>
          </a:prstGeom>
        </p:spPr>
      </p:pic>
    </p:spTree>
    <p:extLst>
      <p:ext uri="{BB962C8B-B14F-4D97-AF65-F5344CB8AC3E}">
        <p14:creationId xmlns:p14="http://schemas.microsoft.com/office/powerpoint/2010/main" val="4091351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71D954-CD78-8EF5-63C8-13356EE83681}"/>
            </a:ext>
          </a:extLst>
        </p:cNvPr>
        <p:cNvGrpSpPr/>
        <p:nvPr/>
      </p:nvGrpSpPr>
      <p:grpSpPr>
        <a:xfrm>
          <a:off x="0" y="0"/>
          <a:ext cx="0" cy="0"/>
          <a:chOff x="0" y="0"/>
          <a:chExt cx="0" cy="0"/>
        </a:xfrm>
      </p:grpSpPr>
      <p:pic>
        <p:nvPicPr>
          <p:cNvPr id="14" name="Picture 13" descr="A black and white logo&#10;&#10;AI-generated content may be incorrect.">
            <a:extLst>
              <a:ext uri="{FF2B5EF4-FFF2-40B4-BE49-F238E27FC236}">
                <a16:creationId xmlns:a16="http://schemas.microsoft.com/office/drawing/2014/main" id="{68BCFBB6-7B73-94FC-0462-325A375D8D5D}"/>
              </a:ext>
            </a:extLst>
          </p:cNvPr>
          <p:cNvPicPr>
            <a:picLocks noChangeAspect="1"/>
          </p:cNvPicPr>
          <p:nvPr/>
        </p:nvPicPr>
        <p:blipFill>
          <a:blip r:embed="rId2"/>
          <a:stretch>
            <a:fillRect/>
          </a:stretch>
        </p:blipFill>
        <p:spPr>
          <a:xfrm>
            <a:off x="10669096" y="817"/>
            <a:ext cx="1393442" cy="859056"/>
          </a:xfrm>
          <a:prstGeom prst="rect">
            <a:avLst/>
          </a:prstGeom>
        </p:spPr>
      </p:pic>
      <p:sp>
        <p:nvSpPr>
          <p:cNvPr id="13" name="Slide Number Placeholder 5">
            <a:extLst>
              <a:ext uri="{FF2B5EF4-FFF2-40B4-BE49-F238E27FC236}">
                <a16:creationId xmlns:a16="http://schemas.microsoft.com/office/drawing/2014/main" id="{B2BE5168-EF6C-19DE-158B-A79CD66AB9FB}"/>
              </a:ext>
            </a:extLst>
          </p:cNvPr>
          <p:cNvSpPr txBox="1">
            <a:spLocks/>
          </p:cNvSpPr>
          <p:nvPr/>
        </p:nvSpPr>
        <p:spPr>
          <a:xfrm>
            <a:off x="11143450" y="6535584"/>
            <a:ext cx="251621" cy="255014"/>
          </a:xfrm>
          <a:prstGeom prst="rect">
            <a:avLst/>
          </a:prstGeom>
        </p:spPr>
        <p:txBody>
          <a:bodyPr vert="horz" lIns="0" tIns="0" rIns="0" bIns="0" rtlCol="0" anchor="ctr"/>
          <a:lstStyle>
            <a:defPPr>
              <a:defRPr lang="en-US"/>
            </a:defPPr>
            <a:lvl1pPr marL="0" algn="r" defTabSz="914400" rtl="0" eaLnBrk="1" latinLnBrk="0" hangingPunct="1">
              <a:defRPr sz="1050" kern="1200">
                <a:solidFill>
                  <a:schemeClr val="tx1">
                    <a:tint val="75000"/>
                  </a:schemeClr>
                </a:solidFill>
                <a:latin typeface="Arial"/>
                <a:ea typeface="+mn-ea"/>
                <a:cs typeface="Aria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90322"/>
            <a:fld id="{1FDCBFC0-33F0-E948-9894-A80DB9F8B74D}" type="slidenum">
              <a:rPr lang="en-US" sz="788">
                <a:solidFill>
                  <a:srgbClr val="393C40">
                    <a:tint val="75000"/>
                  </a:srgbClr>
                </a:solidFill>
              </a:rPr>
              <a:pPr defTabSz="490322"/>
              <a:t>7</a:t>
            </a:fld>
            <a:endParaRPr lang="en-US" sz="788">
              <a:solidFill>
                <a:srgbClr val="393C40">
                  <a:tint val="75000"/>
                </a:srgbClr>
              </a:solidFill>
            </a:endParaRPr>
          </a:p>
        </p:txBody>
      </p:sp>
      <p:sp>
        <p:nvSpPr>
          <p:cNvPr id="36" name="Rectangle: Rounded Corners 35">
            <a:extLst>
              <a:ext uri="{FF2B5EF4-FFF2-40B4-BE49-F238E27FC236}">
                <a16:creationId xmlns:a16="http://schemas.microsoft.com/office/drawing/2014/main" id="{0DA4EE36-9F40-6003-81E8-79A31D38358B}"/>
              </a:ext>
            </a:extLst>
          </p:cNvPr>
          <p:cNvSpPr/>
          <p:nvPr/>
        </p:nvSpPr>
        <p:spPr>
          <a:xfrm>
            <a:off x="2456689" y="6286010"/>
            <a:ext cx="8111714" cy="508064"/>
          </a:xfrm>
          <a:prstGeom prst="round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r>
              <a:rPr lang="en-US" sz="1500" b="1">
                <a:solidFill>
                  <a:prstClr val="white"/>
                </a:solidFill>
                <a:latin typeface="Calibri"/>
              </a:rPr>
              <a:t>A monitoring plan is stablished in order to keep monitoring improved metric/</a:t>
            </a:r>
            <a:r>
              <a:rPr lang="en-US" sz="1500" b="1" err="1">
                <a:solidFill>
                  <a:prstClr val="white"/>
                </a:solidFill>
                <a:latin typeface="Calibri"/>
              </a:rPr>
              <a:t>kpi</a:t>
            </a:r>
            <a:r>
              <a:rPr lang="en-US" sz="1500" b="1">
                <a:solidFill>
                  <a:prstClr val="white"/>
                </a:solidFill>
                <a:latin typeface="Calibri"/>
              </a:rPr>
              <a:t> in this project and make sure improvements are sustained</a:t>
            </a:r>
          </a:p>
        </p:txBody>
      </p:sp>
      <p:grpSp>
        <p:nvGrpSpPr>
          <p:cNvPr id="37" name="Group 36">
            <a:extLst>
              <a:ext uri="{FF2B5EF4-FFF2-40B4-BE49-F238E27FC236}">
                <a16:creationId xmlns:a16="http://schemas.microsoft.com/office/drawing/2014/main" id="{07BA2E49-1CE4-6D45-B574-0632E32BA6B1}"/>
              </a:ext>
            </a:extLst>
          </p:cNvPr>
          <p:cNvGrpSpPr/>
          <p:nvPr/>
        </p:nvGrpSpPr>
        <p:grpSpPr>
          <a:xfrm>
            <a:off x="1212049" y="711105"/>
            <a:ext cx="4327731" cy="2810096"/>
            <a:chOff x="5796677" y="1433558"/>
            <a:chExt cx="6452893" cy="4190011"/>
          </a:xfrm>
        </p:grpSpPr>
        <p:pic>
          <p:nvPicPr>
            <p:cNvPr id="38" name="Picture 4">
              <a:extLst>
                <a:ext uri="{FF2B5EF4-FFF2-40B4-BE49-F238E27FC236}">
                  <a16:creationId xmlns:a16="http://schemas.microsoft.com/office/drawing/2014/main" id="{9F5884B9-A303-D4CE-3881-1AC7FEB3AEC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375"/>
            <a:stretch/>
          </p:blipFill>
          <p:spPr bwMode="auto">
            <a:xfrm>
              <a:off x="5796677" y="1433558"/>
              <a:ext cx="6452893" cy="3544284"/>
            </a:xfrm>
            <a:prstGeom prst="rect">
              <a:avLst/>
            </a:prstGeom>
            <a:noFill/>
            <a:ln>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39" name="TextBox 38">
              <a:extLst>
                <a:ext uri="{FF2B5EF4-FFF2-40B4-BE49-F238E27FC236}">
                  <a16:creationId xmlns:a16="http://schemas.microsoft.com/office/drawing/2014/main" id="{8B6FF4EA-6BC6-CF06-340E-C4587F5AB6F6}"/>
                </a:ext>
              </a:extLst>
            </p:cNvPr>
            <p:cNvSpPr txBox="1"/>
            <p:nvPr/>
          </p:nvSpPr>
          <p:spPr>
            <a:xfrm>
              <a:off x="9279801" y="2710894"/>
              <a:ext cx="1411964" cy="860460"/>
            </a:xfrm>
            <a:prstGeom prst="rect">
              <a:avLst/>
            </a:prstGeom>
            <a:solidFill>
              <a:srgbClr val="B8E08C"/>
            </a:solidFill>
            <a:ln>
              <a:solidFill>
                <a:schemeClr val="bg1">
                  <a:lumMod val="75000"/>
                </a:schemeClr>
              </a:solidFill>
            </a:ln>
          </p:spPr>
          <p:txBody>
            <a:bodyPr wrap="square">
              <a:spAutoFit/>
            </a:bodyPr>
            <a:lstStyle/>
            <a:p>
              <a:pPr algn="ctr" defTabSz="685800">
                <a:defRPr/>
              </a:pPr>
              <a:r>
                <a:rPr lang="en-US" sz="1050">
                  <a:solidFill>
                    <a:prstClr val="black"/>
                  </a:solidFill>
                  <a:latin typeface="Calibri"/>
                </a:rPr>
                <a:t>X1 &lt;= 48 mnts</a:t>
              </a:r>
            </a:p>
            <a:p>
              <a:pPr algn="ctr" defTabSz="685800">
                <a:defRPr/>
              </a:pPr>
              <a:r>
                <a:rPr lang="en-US" sz="1050">
                  <a:solidFill>
                    <a:prstClr val="black"/>
                  </a:solidFill>
                  <a:latin typeface="Calibri"/>
                </a:rPr>
                <a:t>Monthly</a:t>
              </a:r>
            </a:p>
          </p:txBody>
        </p:sp>
        <p:sp>
          <p:nvSpPr>
            <p:cNvPr id="40" name="Left Brace 39">
              <a:extLst>
                <a:ext uri="{FF2B5EF4-FFF2-40B4-BE49-F238E27FC236}">
                  <a16:creationId xmlns:a16="http://schemas.microsoft.com/office/drawing/2014/main" id="{7A09A588-F18B-30C9-52F8-E768382F14A9}"/>
                </a:ext>
              </a:extLst>
            </p:cNvPr>
            <p:cNvSpPr/>
            <p:nvPr/>
          </p:nvSpPr>
          <p:spPr>
            <a:xfrm rot="16200000">
              <a:off x="7595508" y="4624840"/>
              <a:ext cx="94251" cy="772078"/>
            </a:xfrm>
            <a:prstGeom prst="leftBrace">
              <a:avLst>
                <a:gd name="adj1" fmla="val 87352"/>
                <a:gd name="adj2" fmla="val 47363"/>
              </a:avLst>
            </a:prstGeom>
            <a:ln w="28575">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defTabSz="685800">
                <a:defRPr/>
              </a:pPr>
              <a:endParaRPr lang="en-US" sz="1350">
                <a:solidFill>
                  <a:prstClr val="black"/>
                </a:solidFill>
                <a:latin typeface="Calibri"/>
              </a:endParaRPr>
            </a:p>
          </p:txBody>
        </p:sp>
        <p:sp>
          <p:nvSpPr>
            <p:cNvPr id="41" name="Left Brace 40">
              <a:extLst>
                <a:ext uri="{FF2B5EF4-FFF2-40B4-BE49-F238E27FC236}">
                  <a16:creationId xmlns:a16="http://schemas.microsoft.com/office/drawing/2014/main" id="{20D5F1BB-461A-71B7-E407-4D69032B6F11}"/>
                </a:ext>
              </a:extLst>
            </p:cNvPr>
            <p:cNvSpPr/>
            <p:nvPr/>
          </p:nvSpPr>
          <p:spPr>
            <a:xfrm rot="16200000">
              <a:off x="10001347" y="2985213"/>
              <a:ext cx="94250" cy="4039594"/>
            </a:xfrm>
            <a:prstGeom prst="leftBrace">
              <a:avLst>
                <a:gd name="adj1" fmla="val 87352"/>
                <a:gd name="adj2" fmla="val 47363"/>
              </a:avLst>
            </a:prstGeom>
            <a:ln w="28575">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defTabSz="685800">
                <a:defRPr/>
              </a:pPr>
              <a:endParaRPr lang="en-US" sz="1350">
                <a:solidFill>
                  <a:prstClr val="black"/>
                </a:solidFill>
                <a:latin typeface="Calibri"/>
              </a:endParaRPr>
            </a:p>
          </p:txBody>
        </p:sp>
        <p:sp>
          <p:nvSpPr>
            <p:cNvPr id="42" name="TextBox 41">
              <a:extLst>
                <a:ext uri="{FF2B5EF4-FFF2-40B4-BE49-F238E27FC236}">
                  <a16:creationId xmlns:a16="http://schemas.microsoft.com/office/drawing/2014/main" id="{6B0031FA-61F1-3C7D-CE4C-DD38C87A927A}"/>
                </a:ext>
              </a:extLst>
            </p:cNvPr>
            <p:cNvSpPr txBox="1"/>
            <p:nvPr/>
          </p:nvSpPr>
          <p:spPr>
            <a:xfrm>
              <a:off x="9119476" y="5166376"/>
              <a:ext cx="1801996" cy="447439"/>
            </a:xfrm>
            <a:prstGeom prst="rect">
              <a:avLst/>
            </a:prstGeom>
            <a:noFill/>
            <a:ln>
              <a:solidFill>
                <a:schemeClr val="accent3"/>
              </a:solidFill>
            </a:ln>
          </p:spPr>
          <p:txBody>
            <a:bodyPr wrap="none" rtlCol="0">
              <a:spAutoFit/>
            </a:bodyPr>
            <a:lstStyle/>
            <a:p>
              <a:pPr defTabSz="685800">
                <a:defRPr/>
              </a:pPr>
              <a:r>
                <a:rPr lang="en-US" sz="1350">
                  <a:solidFill>
                    <a:prstClr val="black"/>
                  </a:solidFill>
                  <a:latin typeface="Calibri"/>
                </a:rPr>
                <a:t>Improvements</a:t>
              </a:r>
            </a:p>
          </p:txBody>
        </p:sp>
        <p:sp>
          <p:nvSpPr>
            <p:cNvPr id="43" name="TextBox 42">
              <a:extLst>
                <a:ext uri="{FF2B5EF4-FFF2-40B4-BE49-F238E27FC236}">
                  <a16:creationId xmlns:a16="http://schemas.microsoft.com/office/drawing/2014/main" id="{FBFB7277-A2EA-6C99-AC7E-10F8C3EAA393}"/>
                </a:ext>
              </a:extLst>
            </p:cNvPr>
            <p:cNvSpPr txBox="1"/>
            <p:nvPr/>
          </p:nvSpPr>
          <p:spPr>
            <a:xfrm>
              <a:off x="7085324" y="5176130"/>
              <a:ext cx="1362136" cy="447439"/>
            </a:xfrm>
            <a:prstGeom prst="rect">
              <a:avLst/>
            </a:prstGeom>
            <a:noFill/>
            <a:ln>
              <a:solidFill>
                <a:schemeClr val="accent3"/>
              </a:solidFill>
            </a:ln>
          </p:spPr>
          <p:txBody>
            <a:bodyPr wrap="square" rtlCol="0">
              <a:spAutoFit/>
            </a:bodyPr>
            <a:lstStyle/>
            <a:p>
              <a:pPr defTabSz="685800">
                <a:defRPr/>
              </a:pPr>
              <a:r>
                <a:rPr lang="en-US" sz="1350">
                  <a:solidFill>
                    <a:prstClr val="black"/>
                  </a:solidFill>
                  <a:latin typeface="Calibri"/>
                </a:rPr>
                <a:t>Base Line</a:t>
              </a:r>
            </a:p>
          </p:txBody>
        </p:sp>
      </p:grpSp>
      <p:sp>
        <p:nvSpPr>
          <p:cNvPr id="44" name="Rectangle 43">
            <a:extLst>
              <a:ext uri="{FF2B5EF4-FFF2-40B4-BE49-F238E27FC236}">
                <a16:creationId xmlns:a16="http://schemas.microsoft.com/office/drawing/2014/main" id="{6AC9AEF0-3A0B-5EDA-1EDE-1D17302B1AFB}"/>
              </a:ext>
            </a:extLst>
          </p:cNvPr>
          <p:cNvSpPr/>
          <p:nvPr/>
        </p:nvSpPr>
        <p:spPr>
          <a:xfrm>
            <a:off x="3311578" y="2340264"/>
            <a:ext cx="134755" cy="255574"/>
          </a:xfrm>
          <a:prstGeom prst="rect">
            <a:avLst/>
          </a:prstGeom>
          <a:solidFill>
            <a:srgbClr val="4472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a:endParaRPr>
          </a:p>
        </p:txBody>
      </p:sp>
      <p:sp>
        <p:nvSpPr>
          <p:cNvPr id="45" name="TextBox 44">
            <a:extLst>
              <a:ext uri="{FF2B5EF4-FFF2-40B4-BE49-F238E27FC236}">
                <a16:creationId xmlns:a16="http://schemas.microsoft.com/office/drawing/2014/main" id="{2F082394-BC5E-64D2-1311-20603DD55321}"/>
              </a:ext>
            </a:extLst>
          </p:cNvPr>
          <p:cNvSpPr txBox="1"/>
          <p:nvPr/>
        </p:nvSpPr>
        <p:spPr>
          <a:xfrm>
            <a:off x="3266361" y="2112565"/>
            <a:ext cx="287258" cy="213585"/>
          </a:xfrm>
          <a:prstGeom prst="rect">
            <a:avLst/>
          </a:prstGeom>
          <a:noFill/>
          <a:ln>
            <a:noFill/>
          </a:ln>
        </p:spPr>
        <p:txBody>
          <a:bodyPr wrap="none" rtlCol="0">
            <a:spAutoFit/>
          </a:bodyPr>
          <a:lstStyle/>
          <a:p>
            <a:pPr defTabSz="685800">
              <a:defRPr/>
            </a:pPr>
            <a:r>
              <a:rPr lang="en-US" sz="788">
                <a:solidFill>
                  <a:prstClr val="black"/>
                </a:solidFill>
                <a:latin typeface="Calibri"/>
              </a:rPr>
              <a:t>40</a:t>
            </a:r>
          </a:p>
        </p:txBody>
      </p:sp>
      <p:grpSp>
        <p:nvGrpSpPr>
          <p:cNvPr id="46" name="Group 45">
            <a:extLst>
              <a:ext uri="{FF2B5EF4-FFF2-40B4-BE49-F238E27FC236}">
                <a16:creationId xmlns:a16="http://schemas.microsoft.com/office/drawing/2014/main" id="{C7B03573-CFE6-B7A7-0D3B-22490D953288}"/>
              </a:ext>
            </a:extLst>
          </p:cNvPr>
          <p:cNvGrpSpPr/>
          <p:nvPr/>
        </p:nvGrpSpPr>
        <p:grpSpPr>
          <a:xfrm>
            <a:off x="6434549" y="741601"/>
            <a:ext cx="4234547" cy="2805284"/>
            <a:chOff x="75823" y="1764617"/>
            <a:chExt cx="5984341" cy="3808422"/>
          </a:xfrm>
        </p:grpSpPr>
        <p:pic>
          <p:nvPicPr>
            <p:cNvPr id="47" name="Picture 2">
              <a:extLst>
                <a:ext uri="{FF2B5EF4-FFF2-40B4-BE49-F238E27FC236}">
                  <a16:creationId xmlns:a16="http://schemas.microsoft.com/office/drawing/2014/main" id="{048DADBF-95FE-88F5-1E53-8EDC3557137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823" y="1764617"/>
              <a:ext cx="5984341" cy="3201121"/>
            </a:xfrm>
            <a:prstGeom prst="rect">
              <a:avLst/>
            </a:prstGeom>
            <a:noFill/>
            <a:ln>
              <a:solidFill>
                <a:schemeClr val="accent3"/>
              </a:solidFill>
            </a:ln>
            <a:extLst>
              <a:ext uri="{909E8E84-426E-40DD-AFC4-6F175D3DCCD1}">
                <a14:hiddenFill xmlns:a14="http://schemas.microsoft.com/office/drawing/2010/main">
                  <a:solidFill>
                    <a:srgbClr val="FFFFFF"/>
                  </a:solidFill>
                </a14:hiddenFill>
              </a:ext>
            </a:extLst>
          </p:spPr>
        </p:pic>
        <p:sp>
          <p:nvSpPr>
            <p:cNvPr id="48" name="TextBox 47">
              <a:extLst>
                <a:ext uri="{FF2B5EF4-FFF2-40B4-BE49-F238E27FC236}">
                  <a16:creationId xmlns:a16="http://schemas.microsoft.com/office/drawing/2014/main" id="{4FC73108-5F7D-1F5A-B7EB-F30DC50C6BFF}"/>
                </a:ext>
              </a:extLst>
            </p:cNvPr>
            <p:cNvSpPr txBox="1"/>
            <p:nvPr/>
          </p:nvSpPr>
          <p:spPr>
            <a:xfrm>
              <a:off x="3176635" y="2872226"/>
              <a:ext cx="1585489" cy="564075"/>
            </a:xfrm>
            <a:prstGeom prst="rect">
              <a:avLst/>
            </a:prstGeom>
            <a:solidFill>
              <a:srgbClr val="B8E08C"/>
            </a:solidFill>
            <a:ln>
              <a:solidFill>
                <a:schemeClr val="accent3"/>
              </a:solidFill>
            </a:ln>
          </p:spPr>
          <p:txBody>
            <a:bodyPr wrap="square">
              <a:spAutoFit/>
            </a:bodyPr>
            <a:lstStyle/>
            <a:p>
              <a:pPr algn="ctr" defTabSz="685800">
                <a:defRPr/>
              </a:pPr>
              <a:r>
                <a:rPr lang="en-US" sz="1050">
                  <a:solidFill>
                    <a:prstClr val="black"/>
                  </a:solidFill>
                  <a:latin typeface="Calibri"/>
                </a:rPr>
                <a:t>X2 &lt;= 12 mnts</a:t>
              </a:r>
            </a:p>
            <a:p>
              <a:pPr algn="ctr" defTabSz="685800">
                <a:defRPr/>
              </a:pPr>
              <a:r>
                <a:rPr lang="en-US" sz="1050">
                  <a:solidFill>
                    <a:prstClr val="black"/>
                  </a:solidFill>
                  <a:latin typeface="Calibri"/>
                </a:rPr>
                <a:t>Monthly</a:t>
              </a:r>
            </a:p>
          </p:txBody>
        </p:sp>
        <p:sp>
          <p:nvSpPr>
            <p:cNvPr id="49" name="Left Brace 48">
              <a:extLst>
                <a:ext uri="{FF2B5EF4-FFF2-40B4-BE49-F238E27FC236}">
                  <a16:creationId xmlns:a16="http://schemas.microsoft.com/office/drawing/2014/main" id="{06438466-6A62-1B4D-CE7E-AF9D61245FD4}"/>
                </a:ext>
              </a:extLst>
            </p:cNvPr>
            <p:cNvSpPr/>
            <p:nvPr/>
          </p:nvSpPr>
          <p:spPr>
            <a:xfrm rot="16200000">
              <a:off x="1813401" y="4668238"/>
              <a:ext cx="105456" cy="685818"/>
            </a:xfrm>
            <a:prstGeom prst="leftBrace">
              <a:avLst>
                <a:gd name="adj1" fmla="val 87352"/>
                <a:gd name="adj2" fmla="val 47363"/>
              </a:avLst>
            </a:prstGeom>
            <a:ln w="28575">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defTabSz="685800">
                <a:defRPr/>
              </a:pPr>
              <a:endParaRPr lang="en-US" sz="1350">
                <a:solidFill>
                  <a:prstClr val="black"/>
                </a:solidFill>
                <a:latin typeface="Calibri"/>
              </a:endParaRPr>
            </a:p>
          </p:txBody>
        </p:sp>
        <p:sp>
          <p:nvSpPr>
            <p:cNvPr id="50" name="Left Brace 49">
              <a:extLst>
                <a:ext uri="{FF2B5EF4-FFF2-40B4-BE49-F238E27FC236}">
                  <a16:creationId xmlns:a16="http://schemas.microsoft.com/office/drawing/2014/main" id="{997D4B6C-D5B5-93DA-F9D8-E99F109D9EF4}"/>
                </a:ext>
              </a:extLst>
            </p:cNvPr>
            <p:cNvSpPr/>
            <p:nvPr/>
          </p:nvSpPr>
          <p:spPr>
            <a:xfrm rot="16200000">
              <a:off x="3979644" y="3181942"/>
              <a:ext cx="116391" cy="3657602"/>
            </a:xfrm>
            <a:prstGeom prst="leftBrace">
              <a:avLst>
                <a:gd name="adj1" fmla="val 87352"/>
                <a:gd name="adj2" fmla="val 47363"/>
              </a:avLst>
            </a:prstGeom>
            <a:ln w="28575">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defTabSz="685800">
                <a:defRPr/>
              </a:pPr>
              <a:endParaRPr lang="en-US" sz="1350">
                <a:solidFill>
                  <a:prstClr val="black"/>
                </a:solidFill>
                <a:latin typeface="Calibri"/>
              </a:endParaRPr>
            </a:p>
          </p:txBody>
        </p:sp>
        <p:sp>
          <p:nvSpPr>
            <p:cNvPr id="51" name="TextBox 50">
              <a:extLst>
                <a:ext uri="{FF2B5EF4-FFF2-40B4-BE49-F238E27FC236}">
                  <a16:creationId xmlns:a16="http://schemas.microsoft.com/office/drawing/2014/main" id="{894AA7C2-B018-CF23-A504-C0027B223728}"/>
                </a:ext>
              </a:extLst>
            </p:cNvPr>
            <p:cNvSpPr txBox="1"/>
            <p:nvPr/>
          </p:nvSpPr>
          <p:spPr>
            <a:xfrm>
              <a:off x="3176635" y="5165651"/>
              <a:ext cx="1707926" cy="407388"/>
            </a:xfrm>
            <a:prstGeom prst="rect">
              <a:avLst/>
            </a:prstGeom>
            <a:noFill/>
            <a:ln>
              <a:solidFill>
                <a:schemeClr val="accent3"/>
              </a:solidFill>
            </a:ln>
          </p:spPr>
          <p:txBody>
            <a:bodyPr wrap="none" rtlCol="0">
              <a:spAutoFit/>
            </a:bodyPr>
            <a:lstStyle/>
            <a:p>
              <a:pPr defTabSz="685800">
                <a:defRPr/>
              </a:pPr>
              <a:r>
                <a:rPr lang="en-US" sz="1350">
                  <a:solidFill>
                    <a:prstClr val="black"/>
                  </a:solidFill>
                  <a:latin typeface="Calibri"/>
                </a:rPr>
                <a:t>Improvements</a:t>
              </a:r>
            </a:p>
          </p:txBody>
        </p:sp>
        <p:sp>
          <p:nvSpPr>
            <p:cNvPr id="52" name="TextBox 51">
              <a:extLst>
                <a:ext uri="{FF2B5EF4-FFF2-40B4-BE49-F238E27FC236}">
                  <a16:creationId xmlns:a16="http://schemas.microsoft.com/office/drawing/2014/main" id="{E098AD22-13CE-2D76-B1C6-0F839252DE69}"/>
                </a:ext>
              </a:extLst>
            </p:cNvPr>
            <p:cNvSpPr txBox="1"/>
            <p:nvPr/>
          </p:nvSpPr>
          <p:spPr>
            <a:xfrm>
              <a:off x="1345385" y="5164623"/>
              <a:ext cx="1194315" cy="407388"/>
            </a:xfrm>
            <a:prstGeom prst="rect">
              <a:avLst/>
            </a:prstGeom>
            <a:noFill/>
            <a:ln>
              <a:solidFill>
                <a:schemeClr val="accent3"/>
              </a:solidFill>
            </a:ln>
          </p:spPr>
          <p:txBody>
            <a:bodyPr wrap="none" rtlCol="0">
              <a:spAutoFit/>
            </a:bodyPr>
            <a:lstStyle/>
            <a:p>
              <a:pPr defTabSz="685800">
                <a:defRPr/>
              </a:pPr>
              <a:r>
                <a:rPr lang="en-US" sz="1350">
                  <a:solidFill>
                    <a:prstClr val="black"/>
                  </a:solidFill>
                  <a:latin typeface="Calibri"/>
                </a:rPr>
                <a:t>Base Line</a:t>
              </a:r>
            </a:p>
          </p:txBody>
        </p:sp>
      </p:grpSp>
      <p:sp>
        <p:nvSpPr>
          <p:cNvPr id="53" name="Rectangle 52">
            <a:extLst>
              <a:ext uri="{FF2B5EF4-FFF2-40B4-BE49-F238E27FC236}">
                <a16:creationId xmlns:a16="http://schemas.microsoft.com/office/drawing/2014/main" id="{0D04F6F0-68B1-1ECB-C6D7-5C9E6885ABAF}"/>
              </a:ext>
            </a:extLst>
          </p:cNvPr>
          <p:cNvSpPr/>
          <p:nvPr/>
        </p:nvSpPr>
        <p:spPr>
          <a:xfrm>
            <a:off x="8530509" y="2407080"/>
            <a:ext cx="146023" cy="205692"/>
          </a:xfrm>
          <a:prstGeom prst="rect">
            <a:avLst/>
          </a:prstGeom>
          <a:solidFill>
            <a:srgbClr val="4472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a:endParaRPr>
          </a:p>
        </p:txBody>
      </p:sp>
      <p:sp>
        <p:nvSpPr>
          <p:cNvPr id="54" name="TextBox 53">
            <a:extLst>
              <a:ext uri="{FF2B5EF4-FFF2-40B4-BE49-F238E27FC236}">
                <a16:creationId xmlns:a16="http://schemas.microsoft.com/office/drawing/2014/main" id="{26DEB8A0-86CF-A652-A5C0-D802115FEC73}"/>
              </a:ext>
            </a:extLst>
          </p:cNvPr>
          <p:cNvSpPr txBox="1"/>
          <p:nvPr/>
        </p:nvSpPr>
        <p:spPr>
          <a:xfrm>
            <a:off x="8480169" y="2194473"/>
            <a:ext cx="287258" cy="213585"/>
          </a:xfrm>
          <a:prstGeom prst="rect">
            <a:avLst/>
          </a:prstGeom>
          <a:noFill/>
          <a:ln>
            <a:noFill/>
          </a:ln>
        </p:spPr>
        <p:txBody>
          <a:bodyPr wrap="none" rtlCol="0">
            <a:spAutoFit/>
          </a:bodyPr>
          <a:lstStyle/>
          <a:p>
            <a:pPr defTabSz="685800">
              <a:defRPr/>
            </a:pPr>
            <a:r>
              <a:rPr lang="en-US" sz="788">
                <a:solidFill>
                  <a:prstClr val="black"/>
                </a:solidFill>
                <a:latin typeface="Calibri"/>
              </a:rPr>
              <a:t>11</a:t>
            </a:r>
          </a:p>
        </p:txBody>
      </p:sp>
      <p:sp>
        <p:nvSpPr>
          <p:cNvPr id="55" name="Rectangle 54">
            <a:extLst>
              <a:ext uri="{FF2B5EF4-FFF2-40B4-BE49-F238E27FC236}">
                <a16:creationId xmlns:a16="http://schemas.microsoft.com/office/drawing/2014/main" id="{8A1992B6-B3A7-47F9-7675-C9FB66209013}"/>
              </a:ext>
            </a:extLst>
          </p:cNvPr>
          <p:cNvSpPr/>
          <p:nvPr/>
        </p:nvSpPr>
        <p:spPr>
          <a:xfrm>
            <a:off x="3785852" y="2346036"/>
            <a:ext cx="134755" cy="255574"/>
          </a:xfrm>
          <a:prstGeom prst="rect">
            <a:avLst/>
          </a:prstGeom>
          <a:solidFill>
            <a:srgbClr val="4472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a:endParaRPr>
          </a:p>
        </p:txBody>
      </p:sp>
      <p:sp>
        <p:nvSpPr>
          <p:cNvPr id="56" name="TextBox 55">
            <a:extLst>
              <a:ext uri="{FF2B5EF4-FFF2-40B4-BE49-F238E27FC236}">
                <a16:creationId xmlns:a16="http://schemas.microsoft.com/office/drawing/2014/main" id="{011A61B1-311F-42F1-FB60-715670393BB7}"/>
              </a:ext>
            </a:extLst>
          </p:cNvPr>
          <p:cNvSpPr txBox="1"/>
          <p:nvPr/>
        </p:nvSpPr>
        <p:spPr>
          <a:xfrm>
            <a:off x="3740635" y="2118336"/>
            <a:ext cx="287258" cy="213585"/>
          </a:xfrm>
          <a:prstGeom prst="rect">
            <a:avLst/>
          </a:prstGeom>
          <a:noFill/>
          <a:ln>
            <a:noFill/>
          </a:ln>
        </p:spPr>
        <p:txBody>
          <a:bodyPr wrap="none" rtlCol="0">
            <a:spAutoFit/>
          </a:bodyPr>
          <a:lstStyle/>
          <a:p>
            <a:pPr defTabSz="685800">
              <a:defRPr/>
            </a:pPr>
            <a:r>
              <a:rPr lang="en-US" sz="788">
                <a:solidFill>
                  <a:prstClr val="black"/>
                </a:solidFill>
                <a:latin typeface="Calibri"/>
              </a:rPr>
              <a:t>41</a:t>
            </a:r>
          </a:p>
        </p:txBody>
      </p:sp>
      <p:sp>
        <p:nvSpPr>
          <p:cNvPr id="57" name="Rectangle 56">
            <a:extLst>
              <a:ext uri="{FF2B5EF4-FFF2-40B4-BE49-F238E27FC236}">
                <a16:creationId xmlns:a16="http://schemas.microsoft.com/office/drawing/2014/main" id="{30B21A25-137B-6053-20CB-A0E38235CA90}"/>
              </a:ext>
            </a:extLst>
          </p:cNvPr>
          <p:cNvSpPr/>
          <p:nvPr/>
        </p:nvSpPr>
        <p:spPr>
          <a:xfrm>
            <a:off x="4248835" y="2339415"/>
            <a:ext cx="134755" cy="255574"/>
          </a:xfrm>
          <a:prstGeom prst="rect">
            <a:avLst/>
          </a:prstGeom>
          <a:solidFill>
            <a:srgbClr val="4472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a:endParaRPr>
          </a:p>
        </p:txBody>
      </p:sp>
      <p:sp>
        <p:nvSpPr>
          <p:cNvPr id="58" name="TextBox 57">
            <a:extLst>
              <a:ext uri="{FF2B5EF4-FFF2-40B4-BE49-F238E27FC236}">
                <a16:creationId xmlns:a16="http://schemas.microsoft.com/office/drawing/2014/main" id="{8B1432B1-C9B0-D74B-45EC-B65E3DBC6110}"/>
              </a:ext>
            </a:extLst>
          </p:cNvPr>
          <p:cNvSpPr txBox="1"/>
          <p:nvPr/>
        </p:nvSpPr>
        <p:spPr>
          <a:xfrm>
            <a:off x="4203618" y="2111715"/>
            <a:ext cx="287258" cy="213585"/>
          </a:xfrm>
          <a:prstGeom prst="rect">
            <a:avLst/>
          </a:prstGeom>
          <a:noFill/>
          <a:ln>
            <a:noFill/>
          </a:ln>
        </p:spPr>
        <p:txBody>
          <a:bodyPr wrap="none" rtlCol="0">
            <a:spAutoFit/>
          </a:bodyPr>
          <a:lstStyle/>
          <a:p>
            <a:pPr defTabSz="685800">
              <a:defRPr/>
            </a:pPr>
            <a:r>
              <a:rPr lang="en-US" sz="788">
                <a:solidFill>
                  <a:prstClr val="black"/>
                </a:solidFill>
                <a:latin typeface="Calibri"/>
              </a:rPr>
              <a:t>44</a:t>
            </a:r>
          </a:p>
        </p:txBody>
      </p:sp>
      <p:sp>
        <p:nvSpPr>
          <p:cNvPr id="59" name="Rectangle 58">
            <a:extLst>
              <a:ext uri="{FF2B5EF4-FFF2-40B4-BE49-F238E27FC236}">
                <a16:creationId xmlns:a16="http://schemas.microsoft.com/office/drawing/2014/main" id="{182D0FC3-4C8E-7D8F-A8CF-54CDA77DAB2C}"/>
              </a:ext>
            </a:extLst>
          </p:cNvPr>
          <p:cNvSpPr/>
          <p:nvPr/>
        </p:nvSpPr>
        <p:spPr>
          <a:xfrm>
            <a:off x="4716605" y="2283479"/>
            <a:ext cx="150848" cy="309754"/>
          </a:xfrm>
          <a:prstGeom prst="rect">
            <a:avLst/>
          </a:prstGeom>
          <a:solidFill>
            <a:srgbClr val="4472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a:endParaRPr>
          </a:p>
        </p:txBody>
      </p:sp>
      <p:sp>
        <p:nvSpPr>
          <p:cNvPr id="60" name="TextBox 59">
            <a:extLst>
              <a:ext uri="{FF2B5EF4-FFF2-40B4-BE49-F238E27FC236}">
                <a16:creationId xmlns:a16="http://schemas.microsoft.com/office/drawing/2014/main" id="{57BDC581-1FFB-5273-A4F9-D3ECFB87FE27}"/>
              </a:ext>
            </a:extLst>
          </p:cNvPr>
          <p:cNvSpPr txBox="1"/>
          <p:nvPr/>
        </p:nvSpPr>
        <p:spPr>
          <a:xfrm>
            <a:off x="4671388" y="2109960"/>
            <a:ext cx="287258" cy="213585"/>
          </a:xfrm>
          <a:prstGeom prst="rect">
            <a:avLst/>
          </a:prstGeom>
          <a:noFill/>
          <a:ln>
            <a:noFill/>
          </a:ln>
        </p:spPr>
        <p:txBody>
          <a:bodyPr wrap="none" rtlCol="0">
            <a:spAutoFit/>
          </a:bodyPr>
          <a:lstStyle/>
          <a:p>
            <a:pPr defTabSz="685800">
              <a:defRPr/>
            </a:pPr>
            <a:r>
              <a:rPr lang="en-US" sz="788">
                <a:solidFill>
                  <a:prstClr val="black"/>
                </a:solidFill>
                <a:latin typeface="Calibri"/>
              </a:rPr>
              <a:t>48</a:t>
            </a:r>
          </a:p>
        </p:txBody>
      </p:sp>
      <p:sp>
        <p:nvSpPr>
          <p:cNvPr id="61" name="Rectangle 60">
            <a:extLst>
              <a:ext uri="{FF2B5EF4-FFF2-40B4-BE49-F238E27FC236}">
                <a16:creationId xmlns:a16="http://schemas.microsoft.com/office/drawing/2014/main" id="{FA4978E4-794A-E129-23A0-895F7BD1D739}"/>
              </a:ext>
            </a:extLst>
          </p:cNvPr>
          <p:cNvSpPr/>
          <p:nvPr/>
        </p:nvSpPr>
        <p:spPr>
          <a:xfrm>
            <a:off x="5160922" y="2352098"/>
            <a:ext cx="134755" cy="255574"/>
          </a:xfrm>
          <a:prstGeom prst="rect">
            <a:avLst/>
          </a:prstGeom>
          <a:solidFill>
            <a:srgbClr val="4472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a:endParaRPr>
          </a:p>
        </p:txBody>
      </p:sp>
      <p:sp>
        <p:nvSpPr>
          <p:cNvPr id="62" name="TextBox 61">
            <a:extLst>
              <a:ext uri="{FF2B5EF4-FFF2-40B4-BE49-F238E27FC236}">
                <a16:creationId xmlns:a16="http://schemas.microsoft.com/office/drawing/2014/main" id="{9009FC24-9A61-D2E1-1FD4-4188DB4CB3D1}"/>
              </a:ext>
            </a:extLst>
          </p:cNvPr>
          <p:cNvSpPr txBox="1"/>
          <p:nvPr/>
        </p:nvSpPr>
        <p:spPr>
          <a:xfrm>
            <a:off x="5115705" y="2124399"/>
            <a:ext cx="287258" cy="213585"/>
          </a:xfrm>
          <a:prstGeom prst="rect">
            <a:avLst/>
          </a:prstGeom>
          <a:noFill/>
          <a:ln>
            <a:noFill/>
          </a:ln>
        </p:spPr>
        <p:txBody>
          <a:bodyPr wrap="none" rtlCol="0">
            <a:spAutoFit/>
          </a:bodyPr>
          <a:lstStyle/>
          <a:p>
            <a:pPr defTabSz="685800">
              <a:defRPr/>
            </a:pPr>
            <a:r>
              <a:rPr lang="en-US" sz="788">
                <a:solidFill>
                  <a:prstClr val="black"/>
                </a:solidFill>
                <a:latin typeface="Calibri"/>
              </a:rPr>
              <a:t>43</a:t>
            </a:r>
          </a:p>
        </p:txBody>
      </p:sp>
      <p:sp>
        <p:nvSpPr>
          <p:cNvPr id="63" name="Rectangle 62">
            <a:extLst>
              <a:ext uri="{FF2B5EF4-FFF2-40B4-BE49-F238E27FC236}">
                <a16:creationId xmlns:a16="http://schemas.microsoft.com/office/drawing/2014/main" id="{A96EB918-A0DC-EE40-D58F-5339A4CE97AC}"/>
              </a:ext>
            </a:extLst>
          </p:cNvPr>
          <p:cNvSpPr/>
          <p:nvPr/>
        </p:nvSpPr>
        <p:spPr>
          <a:xfrm>
            <a:off x="8970289" y="2407080"/>
            <a:ext cx="146023" cy="205692"/>
          </a:xfrm>
          <a:prstGeom prst="rect">
            <a:avLst/>
          </a:prstGeom>
          <a:solidFill>
            <a:srgbClr val="4472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a:endParaRPr>
          </a:p>
        </p:txBody>
      </p:sp>
      <p:sp>
        <p:nvSpPr>
          <p:cNvPr id="64" name="TextBox 63">
            <a:extLst>
              <a:ext uri="{FF2B5EF4-FFF2-40B4-BE49-F238E27FC236}">
                <a16:creationId xmlns:a16="http://schemas.microsoft.com/office/drawing/2014/main" id="{1DD8A490-951C-B41A-1670-04D72E54DBA4}"/>
              </a:ext>
            </a:extLst>
          </p:cNvPr>
          <p:cNvSpPr txBox="1"/>
          <p:nvPr/>
        </p:nvSpPr>
        <p:spPr>
          <a:xfrm>
            <a:off x="8919949" y="2194473"/>
            <a:ext cx="287258" cy="213585"/>
          </a:xfrm>
          <a:prstGeom prst="rect">
            <a:avLst/>
          </a:prstGeom>
          <a:noFill/>
          <a:ln>
            <a:noFill/>
          </a:ln>
        </p:spPr>
        <p:txBody>
          <a:bodyPr wrap="none" rtlCol="0">
            <a:spAutoFit/>
          </a:bodyPr>
          <a:lstStyle/>
          <a:p>
            <a:pPr defTabSz="685800">
              <a:defRPr/>
            </a:pPr>
            <a:r>
              <a:rPr lang="en-US" sz="788">
                <a:solidFill>
                  <a:prstClr val="black"/>
                </a:solidFill>
                <a:latin typeface="Calibri"/>
              </a:rPr>
              <a:t>11</a:t>
            </a:r>
          </a:p>
        </p:txBody>
      </p:sp>
      <p:sp>
        <p:nvSpPr>
          <p:cNvPr id="65" name="Rectangle 64">
            <a:extLst>
              <a:ext uri="{FF2B5EF4-FFF2-40B4-BE49-F238E27FC236}">
                <a16:creationId xmlns:a16="http://schemas.microsoft.com/office/drawing/2014/main" id="{69F3E331-AE72-5AA0-9341-0A85341DEFD9}"/>
              </a:ext>
            </a:extLst>
          </p:cNvPr>
          <p:cNvSpPr/>
          <p:nvPr/>
        </p:nvSpPr>
        <p:spPr>
          <a:xfrm>
            <a:off x="9410069" y="2420228"/>
            <a:ext cx="146023" cy="205692"/>
          </a:xfrm>
          <a:prstGeom prst="rect">
            <a:avLst/>
          </a:prstGeom>
          <a:solidFill>
            <a:srgbClr val="4472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a:endParaRPr>
          </a:p>
        </p:txBody>
      </p:sp>
      <p:sp>
        <p:nvSpPr>
          <p:cNvPr id="66" name="TextBox 65">
            <a:extLst>
              <a:ext uri="{FF2B5EF4-FFF2-40B4-BE49-F238E27FC236}">
                <a16:creationId xmlns:a16="http://schemas.microsoft.com/office/drawing/2014/main" id="{A291B223-3E7C-6297-9436-88B4619A78EE}"/>
              </a:ext>
            </a:extLst>
          </p:cNvPr>
          <p:cNvSpPr txBox="1"/>
          <p:nvPr/>
        </p:nvSpPr>
        <p:spPr>
          <a:xfrm>
            <a:off x="9359728" y="2207620"/>
            <a:ext cx="287258" cy="213585"/>
          </a:xfrm>
          <a:prstGeom prst="rect">
            <a:avLst/>
          </a:prstGeom>
          <a:noFill/>
          <a:ln>
            <a:noFill/>
          </a:ln>
        </p:spPr>
        <p:txBody>
          <a:bodyPr wrap="none" rtlCol="0">
            <a:spAutoFit/>
          </a:bodyPr>
          <a:lstStyle/>
          <a:p>
            <a:pPr defTabSz="685800">
              <a:defRPr/>
            </a:pPr>
            <a:r>
              <a:rPr lang="en-US" sz="788">
                <a:solidFill>
                  <a:prstClr val="black"/>
                </a:solidFill>
                <a:latin typeface="Calibri"/>
              </a:rPr>
              <a:t>10</a:t>
            </a:r>
          </a:p>
        </p:txBody>
      </p:sp>
      <p:sp>
        <p:nvSpPr>
          <p:cNvPr id="67" name="Rectangle 66">
            <a:extLst>
              <a:ext uri="{FF2B5EF4-FFF2-40B4-BE49-F238E27FC236}">
                <a16:creationId xmlns:a16="http://schemas.microsoft.com/office/drawing/2014/main" id="{CA4A0528-20D2-E5D0-5F96-DB6DC24C95DB}"/>
              </a:ext>
            </a:extLst>
          </p:cNvPr>
          <p:cNvSpPr/>
          <p:nvPr/>
        </p:nvSpPr>
        <p:spPr>
          <a:xfrm>
            <a:off x="9864430" y="2377997"/>
            <a:ext cx="137369" cy="242759"/>
          </a:xfrm>
          <a:prstGeom prst="rect">
            <a:avLst/>
          </a:prstGeom>
          <a:solidFill>
            <a:srgbClr val="4472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a:endParaRPr>
          </a:p>
        </p:txBody>
      </p:sp>
      <p:sp>
        <p:nvSpPr>
          <p:cNvPr id="68" name="TextBox 67">
            <a:extLst>
              <a:ext uri="{FF2B5EF4-FFF2-40B4-BE49-F238E27FC236}">
                <a16:creationId xmlns:a16="http://schemas.microsoft.com/office/drawing/2014/main" id="{D332CD34-C87C-D418-0C0B-04B08094843C}"/>
              </a:ext>
            </a:extLst>
          </p:cNvPr>
          <p:cNvSpPr txBox="1"/>
          <p:nvPr/>
        </p:nvSpPr>
        <p:spPr>
          <a:xfrm>
            <a:off x="9814090" y="2202456"/>
            <a:ext cx="287258" cy="213585"/>
          </a:xfrm>
          <a:prstGeom prst="rect">
            <a:avLst/>
          </a:prstGeom>
          <a:noFill/>
          <a:ln>
            <a:noFill/>
          </a:ln>
        </p:spPr>
        <p:txBody>
          <a:bodyPr wrap="none" rtlCol="0">
            <a:spAutoFit/>
          </a:bodyPr>
          <a:lstStyle/>
          <a:p>
            <a:pPr defTabSz="685800">
              <a:defRPr/>
            </a:pPr>
            <a:r>
              <a:rPr lang="en-US" sz="788">
                <a:solidFill>
                  <a:prstClr val="black"/>
                </a:solidFill>
                <a:latin typeface="Calibri"/>
              </a:rPr>
              <a:t>12</a:t>
            </a:r>
          </a:p>
        </p:txBody>
      </p:sp>
      <p:sp>
        <p:nvSpPr>
          <p:cNvPr id="69" name="Rectangle 68">
            <a:extLst>
              <a:ext uri="{FF2B5EF4-FFF2-40B4-BE49-F238E27FC236}">
                <a16:creationId xmlns:a16="http://schemas.microsoft.com/office/drawing/2014/main" id="{E6362D56-B6E1-2C9A-4DB3-A13EE84C7A2D}"/>
              </a:ext>
            </a:extLst>
          </p:cNvPr>
          <p:cNvSpPr/>
          <p:nvPr/>
        </p:nvSpPr>
        <p:spPr>
          <a:xfrm>
            <a:off x="10287606" y="2420228"/>
            <a:ext cx="146023" cy="205692"/>
          </a:xfrm>
          <a:prstGeom prst="rect">
            <a:avLst/>
          </a:prstGeom>
          <a:solidFill>
            <a:srgbClr val="4472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350">
              <a:solidFill>
                <a:prstClr val="white"/>
              </a:solidFill>
              <a:latin typeface="Calibri"/>
            </a:endParaRPr>
          </a:p>
        </p:txBody>
      </p:sp>
      <p:sp>
        <p:nvSpPr>
          <p:cNvPr id="70" name="TextBox 69">
            <a:extLst>
              <a:ext uri="{FF2B5EF4-FFF2-40B4-BE49-F238E27FC236}">
                <a16:creationId xmlns:a16="http://schemas.microsoft.com/office/drawing/2014/main" id="{DBC8AA28-55D3-E2E9-C18E-091307E3E506}"/>
              </a:ext>
            </a:extLst>
          </p:cNvPr>
          <p:cNvSpPr txBox="1"/>
          <p:nvPr/>
        </p:nvSpPr>
        <p:spPr>
          <a:xfrm>
            <a:off x="10237266" y="2207620"/>
            <a:ext cx="287258" cy="213585"/>
          </a:xfrm>
          <a:prstGeom prst="rect">
            <a:avLst/>
          </a:prstGeom>
          <a:noFill/>
          <a:ln>
            <a:noFill/>
          </a:ln>
        </p:spPr>
        <p:txBody>
          <a:bodyPr wrap="none" rtlCol="0">
            <a:spAutoFit/>
          </a:bodyPr>
          <a:lstStyle/>
          <a:p>
            <a:pPr defTabSz="685800">
              <a:defRPr/>
            </a:pPr>
            <a:r>
              <a:rPr lang="en-US" sz="788">
                <a:solidFill>
                  <a:prstClr val="black"/>
                </a:solidFill>
                <a:latin typeface="Calibri"/>
              </a:rPr>
              <a:t>11</a:t>
            </a:r>
          </a:p>
        </p:txBody>
      </p:sp>
      <p:pic>
        <p:nvPicPr>
          <p:cNvPr id="5" name="Picture 4" descr="A screenshot of a graph&#10;&#10;AI-generated content may be incorrect.">
            <a:extLst>
              <a:ext uri="{FF2B5EF4-FFF2-40B4-BE49-F238E27FC236}">
                <a16:creationId xmlns:a16="http://schemas.microsoft.com/office/drawing/2014/main" id="{B373090B-8F9F-24DB-9F8E-CE5F68A82E55}"/>
              </a:ext>
            </a:extLst>
          </p:cNvPr>
          <p:cNvPicPr>
            <a:picLocks noChangeAspect="1"/>
          </p:cNvPicPr>
          <p:nvPr/>
        </p:nvPicPr>
        <p:blipFill>
          <a:blip r:embed="rId5"/>
          <a:stretch>
            <a:fillRect/>
          </a:stretch>
        </p:blipFill>
        <p:spPr>
          <a:xfrm>
            <a:off x="3868405" y="3453276"/>
            <a:ext cx="4624451" cy="2786360"/>
          </a:xfrm>
          <a:prstGeom prst="rect">
            <a:avLst/>
          </a:prstGeom>
        </p:spPr>
      </p:pic>
      <p:sp>
        <p:nvSpPr>
          <p:cNvPr id="7" name="Left Brace 6">
            <a:extLst>
              <a:ext uri="{FF2B5EF4-FFF2-40B4-BE49-F238E27FC236}">
                <a16:creationId xmlns:a16="http://schemas.microsoft.com/office/drawing/2014/main" id="{432FB4EF-F32F-026F-C980-F55701127672}"/>
              </a:ext>
            </a:extLst>
          </p:cNvPr>
          <p:cNvSpPr/>
          <p:nvPr/>
        </p:nvSpPr>
        <p:spPr>
          <a:xfrm rot="16200000">
            <a:off x="6247212" y="4502607"/>
            <a:ext cx="158469" cy="2731515"/>
          </a:xfrm>
          <a:prstGeom prst="leftBrace">
            <a:avLst>
              <a:gd name="adj1" fmla="val 87352"/>
              <a:gd name="adj2" fmla="val 47363"/>
            </a:avLst>
          </a:prstGeom>
          <a:ln w="28575">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defTabSz="685800">
              <a:defRPr/>
            </a:pPr>
            <a:endParaRPr lang="en-US" sz="1350">
              <a:solidFill>
                <a:prstClr val="black"/>
              </a:solidFill>
              <a:latin typeface="Calibri"/>
            </a:endParaRPr>
          </a:p>
        </p:txBody>
      </p:sp>
      <p:sp>
        <p:nvSpPr>
          <p:cNvPr id="9" name="TextBox 8">
            <a:extLst>
              <a:ext uri="{FF2B5EF4-FFF2-40B4-BE49-F238E27FC236}">
                <a16:creationId xmlns:a16="http://schemas.microsoft.com/office/drawing/2014/main" id="{C26C5D5C-3638-3B1E-8035-B1FD7B4CA6CB}"/>
              </a:ext>
            </a:extLst>
          </p:cNvPr>
          <p:cNvSpPr txBox="1"/>
          <p:nvPr/>
        </p:nvSpPr>
        <p:spPr>
          <a:xfrm>
            <a:off x="5759816" y="6010346"/>
            <a:ext cx="1459622" cy="230832"/>
          </a:xfrm>
          <a:prstGeom prst="rect">
            <a:avLst/>
          </a:prstGeom>
          <a:solidFill>
            <a:schemeClr val="bg1"/>
          </a:solidFill>
          <a:ln>
            <a:solidFill>
              <a:schemeClr val="accent3"/>
            </a:solidFill>
          </a:ln>
        </p:spPr>
        <p:txBody>
          <a:bodyPr wrap="square" lIns="68580" tIns="34290" rIns="68580" bIns="34290" rtlCol="0" anchor="t">
            <a:spAutoFit/>
          </a:bodyPr>
          <a:lstStyle/>
          <a:p>
            <a:pPr algn="ctr" defTabSz="685800">
              <a:defRPr/>
            </a:pPr>
            <a:r>
              <a:rPr lang="en-US" sz="1050">
                <a:solidFill>
                  <a:prstClr val="black"/>
                </a:solidFill>
                <a:latin typeface="Calibri"/>
              </a:rPr>
              <a:t>Improvements</a:t>
            </a:r>
          </a:p>
        </p:txBody>
      </p:sp>
      <p:sp>
        <p:nvSpPr>
          <p:cNvPr id="10" name="TextBox 9">
            <a:extLst>
              <a:ext uri="{FF2B5EF4-FFF2-40B4-BE49-F238E27FC236}">
                <a16:creationId xmlns:a16="http://schemas.microsoft.com/office/drawing/2014/main" id="{9D324AED-0A43-1E42-C7F0-5EEBB90D4CDF}"/>
              </a:ext>
            </a:extLst>
          </p:cNvPr>
          <p:cNvSpPr txBox="1"/>
          <p:nvPr/>
        </p:nvSpPr>
        <p:spPr>
          <a:xfrm>
            <a:off x="3786717" y="1060266"/>
            <a:ext cx="329321" cy="161583"/>
          </a:xfrm>
          <a:prstGeom prst="rect">
            <a:avLst/>
          </a:prstGeom>
          <a:noFill/>
        </p:spPr>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pPr defTabSz="764942"/>
            <a:r>
              <a:rPr lang="en-US" sz="1050" spc="-8" dirty="0">
                <a:solidFill>
                  <a:srgbClr val="000000"/>
                </a:solidFill>
                <a:latin typeface="Overpass"/>
              </a:rPr>
              <a:t>2025</a:t>
            </a:r>
          </a:p>
        </p:txBody>
      </p:sp>
      <p:sp>
        <p:nvSpPr>
          <p:cNvPr id="25" name="TextBox 24">
            <a:extLst>
              <a:ext uri="{FF2B5EF4-FFF2-40B4-BE49-F238E27FC236}">
                <a16:creationId xmlns:a16="http://schemas.microsoft.com/office/drawing/2014/main" id="{FB24B6C2-D33F-0D60-88B3-FB0C729EA700}"/>
              </a:ext>
            </a:extLst>
          </p:cNvPr>
          <p:cNvSpPr txBox="1"/>
          <p:nvPr/>
        </p:nvSpPr>
        <p:spPr>
          <a:xfrm>
            <a:off x="9587496" y="850542"/>
            <a:ext cx="329321" cy="161583"/>
          </a:xfrm>
          <a:prstGeom prst="rect">
            <a:avLst/>
          </a:prstGeom>
          <a:noFill/>
        </p:spPr>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pPr defTabSz="764942"/>
            <a:r>
              <a:rPr lang="en-US" sz="1050" spc="-8" dirty="0">
                <a:solidFill>
                  <a:srgbClr val="000000"/>
                </a:solidFill>
                <a:latin typeface="Overpass"/>
              </a:rPr>
              <a:t>2025</a:t>
            </a:r>
          </a:p>
        </p:txBody>
      </p:sp>
      <p:sp>
        <p:nvSpPr>
          <p:cNvPr id="26" name="TextBox 25">
            <a:extLst>
              <a:ext uri="{FF2B5EF4-FFF2-40B4-BE49-F238E27FC236}">
                <a16:creationId xmlns:a16="http://schemas.microsoft.com/office/drawing/2014/main" id="{3F4102F9-9E1A-8EA0-1E0D-F158E0FF0E64}"/>
              </a:ext>
            </a:extLst>
          </p:cNvPr>
          <p:cNvSpPr txBox="1"/>
          <p:nvPr/>
        </p:nvSpPr>
        <p:spPr>
          <a:xfrm>
            <a:off x="6796272" y="3535017"/>
            <a:ext cx="282834" cy="138499"/>
          </a:xfrm>
          <a:prstGeom prst="rect">
            <a:avLst/>
          </a:prstGeom>
          <a:noFill/>
        </p:spPr>
        <p:txBody>
          <a:bodyPr rot="0" spcFirstLastPara="0" vertOverflow="overflow" horzOverflow="overflow" vert="horz" wrap="none" lIns="0" tIns="0" rIns="0" bIns="0" numCol="1" spcCol="0" rtlCol="0" fromWordArt="0" anchor="t" anchorCtr="0" forceAA="0" compatLnSpc="1">
            <a:prstTxWarp prst="textNoShape">
              <a:avLst/>
            </a:prstTxWarp>
            <a:spAutoFit/>
          </a:bodyPr>
          <a:lstStyle/>
          <a:p>
            <a:pPr defTabSz="764942"/>
            <a:r>
              <a:rPr lang="en-US" sz="900" spc="-8" dirty="0">
                <a:solidFill>
                  <a:srgbClr val="000000"/>
                </a:solidFill>
                <a:latin typeface="Overpass"/>
              </a:rPr>
              <a:t>2025</a:t>
            </a:r>
          </a:p>
        </p:txBody>
      </p:sp>
      <p:sp>
        <p:nvSpPr>
          <p:cNvPr id="11" name="Title 1">
            <a:extLst>
              <a:ext uri="{FF2B5EF4-FFF2-40B4-BE49-F238E27FC236}">
                <a16:creationId xmlns:a16="http://schemas.microsoft.com/office/drawing/2014/main" id="{95ABE45E-CFC1-571D-462C-C6605F1782B2}"/>
              </a:ext>
            </a:extLst>
          </p:cNvPr>
          <p:cNvSpPr txBox="1">
            <a:spLocks/>
          </p:cNvSpPr>
          <p:nvPr/>
        </p:nvSpPr>
        <p:spPr>
          <a:xfrm>
            <a:off x="89296" y="63886"/>
            <a:ext cx="6641387" cy="624032"/>
          </a:xfrm>
          <a:prstGeom prst="rect">
            <a:avLst/>
          </a:prstGeom>
        </p:spPr>
        <p:txBody>
          <a:bodyPr/>
          <a:lstStyle>
            <a:defPPr>
              <a:defRPr lang="en-US"/>
            </a:defPPr>
            <a:lvl1pPr marR="0" lvl="0" indent="0" fontAlgn="auto">
              <a:lnSpc>
                <a:spcPct val="90000"/>
              </a:lnSpc>
              <a:spcBef>
                <a:spcPct val="0"/>
              </a:spcBef>
              <a:spcAft>
                <a:spcPts val="0"/>
              </a:spcAft>
              <a:buClrTx/>
              <a:buSzTx/>
              <a:buFontTx/>
              <a:buNone/>
              <a:tabLst/>
              <a:defRPr kumimoji="0" sz="2400" b="1" i="0" u="none" strike="noStrike" kern="1100" cap="all" spc="200" normalizeH="0" baseline="0">
                <a:ln>
                  <a:noFill/>
                </a:ln>
                <a:solidFill>
                  <a:srgbClr val="0070C0"/>
                </a:solidFill>
                <a:effectLst/>
                <a:uLnTx/>
                <a:uFillTx/>
                <a:latin typeface="Verdana"/>
                <a:ea typeface="+mj-ea"/>
                <a:cs typeface="Verdana"/>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100" cap="all" spc="200" normalizeH="0" baseline="0" noProof="0" dirty="0">
                <a:ln>
                  <a:noFill/>
                </a:ln>
                <a:solidFill>
                  <a:srgbClr val="0070C0"/>
                </a:solidFill>
                <a:effectLst/>
                <a:uLnTx/>
                <a:uFillTx/>
                <a:latin typeface="Verdana"/>
                <a:ea typeface="+mj-ea"/>
              </a:rPr>
              <a:t>Monitoring Plan</a:t>
            </a:r>
          </a:p>
        </p:txBody>
      </p:sp>
      <p:pic>
        <p:nvPicPr>
          <p:cNvPr id="20" name="Picture 19">
            <a:extLst>
              <a:ext uri="{FF2B5EF4-FFF2-40B4-BE49-F238E27FC236}">
                <a16:creationId xmlns:a16="http://schemas.microsoft.com/office/drawing/2014/main" id="{898C7064-8F3F-F4FF-F151-5FDAC4648FE5}"/>
              </a:ext>
            </a:extLst>
          </p:cNvPr>
          <p:cNvPicPr>
            <a:picLocks noChangeAspect="1"/>
          </p:cNvPicPr>
          <p:nvPr/>
        </p:nvPicPr>
        <p:blipFill>
          <a:blip r:embed="rId6"/>
          <a:stretch>
            <a:fillRect/>
          </a:stretch>
        </p:blipFill>
        <p:spPr>
          <a:xfrm>
            <a:off x="7724323" y="134996"/>
            <a:ext cx="2890277" cy="632412"/>
          </a:xfrm>
          <a:prstGeom prst="rect">
            <a:avLst/>
          </a:prstGeom>
        </p:spPr>
      </p:pic>
      <p:sp>
        <p:nvSpPr>
          <p:cNvPr id="21" name="TextBox 20">
            <a:extLst>
              <a:ext uri="{FF2B5EF4-FFF2-40B4-BE49-F238E27FC236}">
                <a16:creationId xmlns:a16="http://schemas.microsoft.com/office/drawing/2014/main" id="{30DE01B6-A723-B59C-D7FB-5F307E437BA9}"/>
              </a:ext>
            </a:extLst>
          </p:cNvPr>
          <p:cNvSpPr txBox="1"/>
          <p:nvPr/>
        </p:nvSpPr>
        <p:spPr>
          <a:xfrm>
            <a:off x="190907" y="4635975"/>
            <a:ext cx="2309042" cy="1277273"/>
          </a:xfrm>
          <a:prstGeom prst="rect">
            <a:avLst/>
          </a:prstGeom>
          <a:noFill/>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s-MX" sz="1100" b="1" i="0" u="none" strike="noStrike" kern="1200" cap="none" spc="0" normalizeH="0" baseline="0" noProof="0" dirty="0">
                <a:ln>
                  <a:noFill/>
                </a:ln>
                <a:solidFill>
                  <a:prstClr val="black"/>
                </a:solidFill>
                <a:effectLst/>
                <a:uLnTx/>
                <a:uFillTx/>
                <a:latin typeface="Calibri"/>
                <a:ea typeface="+mn-ea"/>
                <a:cs typeface="+mn-cs"/>
              </a:rPr>
              <a:t>Notas:</a:t>
            </a:r>
            <a:r>
              <a:rPr kumimoji="0" lang="es-MX" sz="1100" b="0" i="0" u="none" strike="noStrike" kern="1200" cap="none" spc="0" normalizeH="0" baseline="0" noProof="0" dirty="0">
                <a:ln>
                  <a:noFill/>
                </a:ln>
                <a:solidFill>
                  <a:prstClr val="black"/>
                </a:solidFill>
                <a:effectLst/>
                <a:uLnTx/>
                <a:uFillTx/>
                <a:latin typeface="Calibri"/>
                <a:ea typeface="+mn-ea"/>
                <a:cs typeface="+mn-cs"/>
              </a:rPr>
              <a:t> Las gráficas deberán contener Titulo del Métrico y periodo de tiempo mostrado</a:t>
            </a:r>
            <a:r>
              <a:rPr kumimoji="0" lang="es-MX" sz="1100" b="0" i="1" u="none" strike="noStrike" kern="1200" cap="none" spc="0" normalizeH="0" baseline="0" noProof="0" dirty="0">
                <a:ln>
                  <a:noFill/>
                </a:ln>
                <a:solidFill>
                  <a:prstClr val="black"/>
                </a:solidFill>
                <a:effectLst/>
                <a:uLnTx/>
                <a:uFillTx/>
                <a:latin typeface="Calibri"/>
                <a:ea typeface="+mn-ea"/>
                <a:cs typeface="+mn-cs"/>
              </a:rPr>
              <a:t> (Ejem: Tiempo dedicado a la actividad de forma mensual Abr-25 a Jun-25), </a:t>
            </a:r>
            <a:r>
              <a:rPr kumimoji="0" lang="es-MX" sz="1100" b="0" i="0" u="none" strike="noStrike" kern="1200" cap="none" spc="0" normalizeH="0" baseline="0" noProof="0" dirty="0">
                <a:ln>
                  <a:noFill/>
                </a:ln>
                <a:solidFill>
                  <a:prstClr val="black"/>
                </a:solidFill>
                <a:effectLst/>
                <a:uLnTx/>
                <a:uFillTx/>
                <a:latin typeface="Calibri"/>
                <a:ea typeface="+mn-ea"/>
                <a:cs typeface="+mn-cs"/>
              </a:rPr>
              <a:t>títulos de ejes X y </a:t>
            </a:r>
            <a:r>
              <a:rPr kumimoji="0" lang="es-MX" sz="1100" b="0" i="0" u="none" strike="noStrike" kern="1200" cap="none" spc="0" normalizeH="0" baseline="0" noProof="0" dirty="0" err="1">
                <a:ln>
                  <a:noFill/>
                </a:ln>
                <a:solidFill>
                  <a:prstClr val="black"/>
                </a:solidFill>
                <a:effectLst/>
                <a:uLnTx/>
                <a:uFillTx/>
                <a:latin typeface="Calibri"/>
                <a:ea typeface="+mn-ea"/>
                <a:cs typeface="+mn-cs"/>
              </a:rPr>
              <a:t>Y</a:t>
            </a:r>
            <a:r>
              <a:rPr kumimoji="0" lang="es-MX" sz="1100" b="0" i="0" u="none" strike="noStrike" kern="1200" cap="none" spc="0" normalizeH="0" baseline="0" noProof="0" dirty="0">
                <a:ln>
                  <a:noFill/>
                </a:ln>
                <a:solidFill>
                  <a:prstClr val="black"/>
                </a:solidFill>
                <a:effectLst/>
                <a:uLnTx/>
                <a:uFillTx/>
                <a:latin typeface="Calibri"/>
                <a:ea typeface="+mn-ea"/>
                <a:cs typeface="+mn-cs"/>
              </a:rPr>
              <a:t>,  y nombre en periodo eje X </a:t>
            </a:r>
            <a:r>
              <a:rPr kumimoji="0" lang="es-MX" sz="1100" b="0" i="1" u="none" strike="noStrike" kern="1200" cap="none" spc="0" normalizeH="0" baseline="0" noProof="0" dirty="0">
                <a:ln>
                  <a:noFill/>
                </a:ln>
                <a:solidFill>
                  <a:prstClr val="black"/>
                </a:solidFill>
                <a:effectLst/>
                <a:uLnTx/>
                <a:uFillTx/>
                <a:latin typeface="Calibri"/>
                <a:ea typeface="+mn-ea"/>
                <a:cs typeface="+mn-cs"/>
              </a:rPr>
              <a:t>(Ejem: Abr-25, May-25… etc).</a:t>
            </a:r>
          </a:p>
        </p:txBody>
      </p:sp>
    </p:spTree>
    <p:extLst>
      <p:ext uri="{BB962C8B-B14F-4D97-AF65-F5344CB8AC3E}">
        <p14:creationId xmlns:p14="http://schemas.microsoft.com/office/powerpoint/2010/main" val="9501944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OpEx Tollgate – Current Phase Summary</a:t>
            </a:r>
          </a:p>
        </p:txBody>
      </p:sp>
      <p:sp>
        <p:nvSpPr>
          <p:cNvPr id="4"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E565A5E-131F-486C-BEC3-CA739A37F925}" type="slidenum">
              <a:rPr kumimoji="0" lang="en-US" sz="1200" b="1"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1" i="0" u="none" strike="noStrike" kern="1200" cap="none" spc="0" normalizeH="0" baseline="0" noProof="0" dirty="0">
              <a:ln>
                <a:noFill/>
              </a:ln>
              <a:solidFill>
                <a:prstClr val="black"/>
              </a:solidFill>
              <a:effectLst/>
              <a:uLnTx/>
              <a:uFillTx/>
              <a:latin typeface="Calibri"/>
              <a:ea typeface="+mn-ea"/>
              <a:cs typeface="+mn-cs"/>
            </a:endParaRPr>
          </a:p>
        </p:txBody>
      </p:sp>
      <p:sp>
        <p:nvSpPr>
          <p:cNvPr id="12" name="TextBox 11"/>
          <p:cNvSpPr txBox="1"/>
          <p:nvPr/>
        </p:nvSpPr>
        <p:spPr>
          <a:xfrm>
            <a:off x="556228" y="4422631"/>
            <a:ext cx="9044972" cy="1169551"/>
          </a:xfrm>
          <a:prstGeom prst="rect">
            <a:avLst/>
          </a:prstGeom>
          <a:noFill/>
        </p:spPr>
        <p:txBody>
          <a:bodyPr wrap="square" rtlCol="0">
            <a:spAutoFit/>
          </a:bodyPr>
          <a:lstStyle/>
          <a:p>
            <a:pPr marL="280988" marR="0" lvl="0" indent="-280988" algn="just"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mn-cs"/>
              </a:rPr>
              <a:t>Comments/Conclusion:  </a:t>
            </a:r>
            <a:r>
              <a:rPr kumimoji="0" lang="en-US" sz="1600" b="0" i="0" u="none" strike="noStrike" kern="1200" cap="none" spc="0" normalizeH="0" baseline="0" noProof="0" dirty="0">
                <a:ln>
                  <a:noFill/>
                </a:ln>
                <a:solidFill>
                  <a:prstClr val="black"/>
                </a:solidFill>
                <a:effectLst/>
                <a:uLnTx/>
                <a:uFillTx/>
                <a:latin typeface="Calibri"/>
                <a:ea typeface="+mn-ea"/>
                <a:cs typeface="+mn-cs"/>
              </a:rPr>
              <a:t>(If any checklist items were not applicable to this project, please briefly explain).</a:t>
            </a:r>
            <a:endParaRPr kumimoji="0" lang="en-US" sz="1400" b="0" i="0" u="none" strike="noStrike" kern="1200" cap="none" spc="0" normalizeH="0" baseline="0" noProof="0" dirty="0">
              <a:ln>
                <a:noFill/>
              </a:ln>
              <a:solidFill>
                <a:prstClr val="black"/>
              </a:solidFill>
              <a:effectLst/>
              <a:uLnTx/>
              <a:uFillTx/>
              <a:latin typeface="Calibri"/>
              <a:ea typeface="+mn-ea"/>
              <a:cs typeface="+mn-cs"/>
            </a:endParaRPr>
          </a:p>
          <a:p>
            <a:pPr marL="280988" marR="0" lvl="0" indent="-280988" algn="just" defTabSz="914400" rtl="0" eaLnBrk="1" fontAlgn="auto" latinLnBrk="0" hangingPunct="1">
              <a:lnSpc>
                <a:spcPct val="100000"/>
              </a:lnSpc>
              <a:spcBef>
                <a:spcPts val="0"/>
              </a:spcBef>
              <a:spcAft>
                <a:spcPts val="0"/>
              </a:spcAft>
              <a:buClrTx/>
              <a:buSzTx/>
              <a:buFont typeface="Wingdings" pitchFamily="2" charset="2"/>
              <a:buChar char="§"/>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Elimination of manual steps. Processes automation to consolidate data from txt files and create </a:t>
            </a: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       Power Bi visualizations to monitoring and control customs operation on monthly basis. </a:t>
            </a:r>
          </a:p>
          <a:p>
            <a:pPr marL="171450" marR="0" lvl="0" indent="-171450" algn="just"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  Opportunity to increase project scope as per business requirement according to necessities to monitoring.</a:t>
            </a:r>
            <a:endParaRPr kumimoji="0" lang="en-US" sz="1050" b="1" i="0" u="none" strike="noStrike" kern="1200" cap="none" spc="0" normalizeH="0" baseline="0" noProof="0" dirty="0">
              <a:ln>
                <a:noFill/>
              </a:ln>
              <a:solidFill>
                <a:prstClr val="black"/>
              </a:solidFill>
              <a:effectLst/>
              <a:uLnTx/>
              <a:uFillTx/>
              <a:latin typeface="Calibri"/>
              <a:ea typeface="+mn-ea"/>
              <a:cs typeface="+mn-cs"/>
            </a:endParaRP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alibri"/>
              <a:ea typeface="+mn-ea"/>
              <a:cs typeface="+mn-cs"/>
            </a:endParaRPr>
          </a:p>
        </p:txBody>
      </p:sp>
      <p:sp>
        <p:nvSpPr>
          <p:cNvPr id="13" name="TextBox 12"/>
          <p:cNvSpPr txBox="1"/>
          <p:nvPr/>
        </p:nvSpPr>
        <p:spPr>
          <a:xfrm>
            <a:off x="633046" y="1169744"/>
            <a:ext cx="5049297" cy="2339102"/>
          </a:xfrm>
          <a:prstGeom prst="rect">
            <a:avLst/>
          </a:prstGeom>
          <a:noFill/>
        </p:spPr>
        <p:txBody>
          <a:bodyPr wrap="square" rtlCol="0">
            <a:spAutoFit/>
          </a:bodyPr>
          <a:lstStyle/>
          <a:p>
            <a:pPr marL="280988" marR="0" lvl="0" indent="-280988" algn="just"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70C0"/>
                </a:solidFill>
                <a:effectLst/>
                <a:uLnTx/>
                <a:uFillTx/>
                <a:latin typeface="Calibri"/>
                <a:ea typeface="+mn-ea"/>
                <a:cs typeface="+mn-cs"/>
              </a:rPr>
              <a:t>CONTROL</a:t>
            </a:r>
            <a:r>
              <a:rPr kumimoji="0" lang="en-US" sz="1600" b="1" i="0" u="none" strike="noStrike" kern="1200" cap="none" spc="0" normalizeH="0" baseline="0" noProof="0" dirty="0">
                <a:ln>
                  <a:noFill/>
                </a:ln>
                <a:solidFill>
                  <a:prstClr val="black"/>
                </a:solidFill>
                <a:effectLst/>
                <a:uLnTx/>
                <a:uFillTx/>
                <a:latin typeface="Calibri"/>
                <a:ea typeface="+mn-ea"/>
                <a:cs typeface="+mn-cs"/>
              </a:rPr>
              <a:t>		 </a:t>
            </a:r>
            <a:r>
              <a:rPr kumimoji="0" lang="en-US" sz="1400" b="1" i="0" u="sng" strike="noStrike" kern="1200" cap="none" spc="0" normalizeH="0" baseline="0" noProof="0" dirty="0">
                <a:ln>
                  <a:noFill/>
                </a:ln>
                <a:solidFill>
                  <a:prstClr val="black"/>
                </a:solidFill>
                <a:effectLst/>
                <a:uLnTx/>
                <a:uFillTx/>
                <a:latin typeface="Calibri"/>
                <a:ea typeface="+mn-ea"/>
                <a:cs typeface="+mn-cs"/>
              </a:rPr>
              <a:t>Date Tollgate Approved</a:t>
            </a:r>
            <a:r>
              <a:rPr kumimoji="0" lang="en-US" sz="1400" b="1" i="0" u="none" strike="noStrike" kern="1200" cap="none" spc="0" normalizeH="0" baseline="0" noProof="0" dirty="0">
                <a:ln>
                  <a:noFill/>
                </a:ln>
                <a:solidFill>
                  <a:prstClr val="black"/>
                </a:solidFill>
                <a:effectLst/>
                <a:uLnTx/>
                <a:uFillTx/>
                <a:latin typeface="Calibri"/>
                <a:ea typeface="+mn-ea"/>
                <a:cs typeface="+mn-cs"/>
              </a:rPr>
              <a:t>: </a:t>
            </a:r>
          </a:p>
          <a:p>
            <a:pPr marL="280988" marR="0" lvl="0" indent="-280988" algn="just" defTabSz="914400" rtl="0" eaLnBrk="1" fontAlgn="auto" latinLnBrk="0" hangingPunct="1">
              <a:lnSpc>
                <a:spcPct val="100000"/>
              </a:lnSpc>
              <a:spcBef>
                <a:spcPts val="0"/>
              </a:spcBef>
              <a:spcAft>
                <a:spcPts val="0"/>
              </a:spcAft>
              <a:buClrTx/>
              <a:buSzTx/>
              <a:buFontTx/>
              <a:buNone/>
              <a:tabLst/>
              <a:defRPr/>
            </a:pPr>
            <a:r>
              <a:rPr kumimoji="0" lang="en-US" sz="1300" b="1" i="1" u="none" strike="noStrike" kern="1200" cap="none" spc="0" normalizeH="0" baseline="0" noProof="0" dirty="0">
                <a:ln>
                  <a:noFill/>
                </a:ln>
                <a:solidFill>
                  <a:srgbClr val="0070C0"/>
                </a:solidFill>
                <a:effectLst/>
                <a:uLnTx/>
                <a:uFillTx/>
                <a:latin typeface="Calibri"/>
                <a:ea typeface="+mn-ea"/>
                <a:cs typeface="+mn-cs"/>
              </a:rPr>
              <a:t>Take steps to hold the gains, and spread to other parts of the company.</a:t>
            </a: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300" b="0" i="0" u="none" strike="noStrike" kern="1200" cap="none" spc="0" normalizeH="0" baseline="0" noProof="0" dirty="0">
                <a:ln>
                  <a:noFill/>
                </a:ln>
                <a:solidFill>
                  <a:prstClr val="black"/>
                </a:solidFill>
                <a:effectLst/>
                <a:uLnTx/>
                <a:uFillTx/>
                <a:latin typeface="Calibri"/>
                <a:ea typeface="+mn-ea"/>
                <a:cs typeface="+mn-cs"/>
              </a:rPr>
              <a:t>Monitoring and Control Plan/System Defined and Validated.</a:t>
            </a: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300" b="0" i="0" u="none" strike="noStrike" kern="1200" cap="none" spc="0" normalizeH="0" baseline="0" noProof="0" dirty="0">
                <a:ln>
                  <a:noFill/>
                </a:ln>
                <a:solidFill>
                  <a:prstClr val="black"/>
                </a:solidFill>
                <a:effectLst/>
                <a:uLnTx/>
                <a:uFillTx/>
                <a:latin typeface="Calibri"/>
                <a:ea typeface="+mn-ea"/>
                <a:cs typeface="+mn-cs"/>
              </a:rPr>
              <a:t>Standards and Procedures Developed (and Sustained).</a:t>
            </a: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300" b="0" i="0" u="none" strike="noStrike" kern="1200" cap="none" spc="0" normalizeH="0" baseline="0" noProof="0" dirty="0">
                <a:ln>
                  <a:noFill/>
                </a:ln>
                <a:solidFill>
                  <a:prstClr val="black"/>
                </a:solidFill>
                <a:effectLst/>
                <a:uLnTx/>
                <a:uFillTx/>
                <a:latin typeface="Calibri"/>
                <a:ea typeface="+mn-ea"/>
                <a:cs typeface="+mn-cs"/>
              </a:rPr>
              <a:t>Control Chart Established (If Applicable).</a:t>
            </a: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300" b="0" i="0" u="none" strike="noStrike" kern="1200" cap="none" spc="0" normalizeH="0" baseline="0" noProof="0" dirty="0">
                <a:ln>
                  <a:noFill/>
                </a:ln>
                <a:solidFill>
                  <a:prstClr val="black"/>
                </a:solidFill>
                <a:effectLst/>
                <a:uLnTx/>
                <a:uFillTx/>
                <a:latin typeface="Calibri"/>
                <a:ea typeface="+mn-ea"/>
                <a:cs typeface="+mn-cs"/>
              </a:rPr>
              <a:t>Process and Procedures Documented and In-Place.</a:t>
            </a: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300" b="0" i="0" u="none" strike="noStrike" kern="1200" cap="none" spc="0" normalizeH="0" baseline="0" noProof="0" dirty="0">
                <a:ln>
                  <a:noFill/>
                </a:ln>
                <a:solidFill>
                  <a:prstClr val="black"/>
                </a:solidFill>
                <a:effectLst/>
                <a:uLnTx/>
                <a:uFillTx/>
                <a:latin typeface="Calibri"/>
                <a:ea typeface="+mn-ea"/>
                <a:cs typeface="+mn-cs"/>
              </a:rPr>
              <a:t>Transfer Plan Developed, Hand-Off to Process Owner Completed.</a:t>
            </a: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300" b="0" i="0" u="none" strike="noStrike" kern="1200" cap="none" spc="0" normalizeH="0" baseline="0" noProof="0" dirty="0">
                <a:ln>
                  <a:noFill/>
                </a:ln>
                <a:solidFill>
                  <a:prstClr val="black"/>
                </a:solidFill>
                <a:effectLst/>
                <a:uLnTx/>
                <a:uFillTx/>
                <a:latin typeface="Calibri"/>
                <a:ea typeface="+mn-ea"/>
                <a:cs typeface="+mn-cs"/>
              </a:rPr>
              <a:t>Tangible and Intangible Benefits Verified.</a:t>
            </a: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300" b="0" i="0" u="none" strike="noStrike" kern="1200" cap="none" spc="0" normalizeH="0" baseline="0" noProof="0" dirty="0">
                <a:ln>
                  <a:noFill/>
                </a:ln>
                <a:solidFill>
                  <a:prstClr val="black"/>
                </a:solidFill>
                <a:effectLst/>
                <a:uLnTx/>
                <a:uFillTx/>
                <a:latin typeface="Calibri"/>
                <a:ea typeface="+mn-ea"/>
                <a:cs typeface="+mn-cs"/>
              </a:rPr>
              <a:t>Project Documentation Completed.</a:t>
            </a: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sz="1300" b="0" i="0" u="none" strike="noStrike" kern="1200" cap="none" spc="0" normalizeH="0" baseline="0" noProof="0" dirty="0">
                <a:ln>
                  <a:noFill/>
                </a:ln>
                <a:solidFill>
                  <a:prstClr val="black"/>
                </a:solidFill>
                <a:effectLst/>
                <a:uLnTx/>
                <a:uFillTx/>
                <a:latin typeface="Calibri"/>
                <a:ea typeface="+mn-ea"/>
                <a:cs typeface="+mn-cs"/>
              </a:rPr>
              <a:t>Replication Opportunities Identified (If Applicable).</a:t>
            </a:r>
          </a:p>
          <a:p>
            <a:pPr marL="280988" marR="0" lvl="0" indent="-280988" algn="just" defTabSz="914400" rtl="0" eaLnBrk="1" fontAlgn="auto" latinLnBrk="0" hangingPunct="1">
              <a:lnSpc>
                <a:spcPct val="100000"/>
              </a:lnSpc>
              <a:spcBef>
                <a:spcPts val="0"/>
              </a:spcBef>
              <a:spcAft>
                <a:spcPts val="0"/>
              </a:spcAft>
              <a:buClrTx/>
              <a:buSzTx/>
              <a:buFont typeface="Wingdings" pitchFamily="2" charset="2"/>
              <a:buChar char="q"/>
              <a:tabLst/>
              <a:defRPr/>
            </a:pPr>
            <a:r>
              <a:rPr kumimoji="0" lang="en-US" sz="1300" b="0" i="0" u="none" strike="noStrike" kern="1200" cap="none" spc="0" normalizeH="0" baseline="0" noProof="0" dirty="0">
                <a:ln>
                  <a:noFill/>
                </a:ln>
                <a:solidFill>
                  <a:prstClr val="black"/>
                </a:solidFill>
                <a:effectLst/>
                <a:uLnTx/>
                <a:uFillTx/>
                <a:latin typeface="Calibri"/>
                <a:ea typeface="+mn-ea"/>
                <a:cs typeface="+mn-cs"/>
              </a:rPr>
              <a:t>Project Closure Confirmed.</a:t>
            </a:r>
          </a:p>
        </p:txBody>
      </p:sp>
      <p:graphicFrame>
        <p:nvGraphicFramePr>
          <p:cNvPr id="10" name="Table 7">
            <a:extLst>
              <a:ext uri="{FF2B5EF4-FFF2-40B4-BE49-F238E27FC236}">
                <a16:creationId xmlns:a16="http://schemas.microsoft.com/office/drawing/2014/main" id="{51E42A9B-C06C-4780-886B-FA69041470A8}"/>
              </a:ext>
            </a:extLst>
          </p:cNvPr>
          <p:cNvGraphicFramePr>
            <a:graphicFrameLocks noGrp="1"/>
          </p:cNvGraphicFramePr>
          <p:nvPr>
            <p:extLst>
              <p:ext uri="{D42A27DB-BD31-4B8C-83A1-F6EECF244321}">
                <p14:modId xmlns:p14="http://schemas.microsoft.com/office/powerpoint/2010/main" val="3491290970"/>
              </p:ext>
            </p:extLst>
          </p:nvPr>
        </p:nvGraphicFramePr>
        <p:xfrm>
          <a:off x="5691673" y="1494114"/>
          <a:ext cx="6410131" cy="2462351"/>
        </p:xfrm>
        <a:graphic>
          <a:graphicData uri="http://schemas.openxmlformats.org/drawingml/2006/table">
            <a:tbl>
              <a:tblPr firstRow="1" bandRow="1">
                <a:tableStyleId>{7DF18680-E054-41AD-8BC1-D1AEF772440D}</a:tableStyleId>
              </a:tblPr>
              <a:tblGrid>
                <a:gridCol w="1884784">
                  <a:extLst>
                    <a:ext uri="{9D8B030D-6E8A-4147-A177-3AD203B41FA5}">
                      <a16:colId xmlns:a16="http://schemas.microsoft.com/office/drawing/2014/main" val="2134734261"/>
                    </a:ext>
                  </a:extLst>
                </a:gridCol>
                <a:gridCol w="578498">
                  <a:extLst>
                    <a:ext uri="{9D8B030D-6E8A-4147-A177-3AD203B41FA5}">
                      <a16:colId xmlns:a16="http://schemas.microsoft.com/office/drawing/2014/main" val="1539657967"/>
                    </a:ext>
                  </a:extLst>
                </a:gridCol>
                <a:gridCol w="3946849">
                  <a:extLst>
                    <a:ext uri="{9D8B030D-6E8A-4147-A177-3AD203B41FA5}">
                      <a16:colId xmlns:a16="http://schemas.microsoft.com/office/drawing/2014/main" val="211321357"/>
                    </a:ext>
                  </a:extLst>
                </a:gridCol>
              </a:tblGrid>
              <a:tr h="259852">
                <a:tc>
                  <a:txBody>
                    <a:bodyPr/>
                    <a:lstStyle/>
                    <a:p>
                      <a:pPr algn="ctr"/>
                      <a:r>
                        <a:rPr lang="en-US" sz="1050" dirty="0"/>
                        <a:t>Criteria</a:t>
                      </a:r>
                    </a:p>
                  </a:txBody>
                  <a:tcPr/>
                </a:tc>
                <a:tc>
                  <a:txBody>
                    <a:bodyPr/>
                    <a:lstStyle/>
                    <a:p>
                      <a:pPr algn="ctr"/>
                      <a:r>
                        <a:rPr lang="en-US" sz="1050" dirty="0"/>
                        <a:t>Y/N</a:t>
                      </a:r>
                    </a:p>
                  </a:txBody>
                  <a:tcPr anchor="ctr"/>
                </a:tc>
                <a:tc>
                  <a:txBody>
                    <a:bodyPr/>
                    <a:lstStyle/>
                    <a:p>
                      <a:pPr algn="ctr"/>
                      <a:r>
                        <a:rPr lang="en-US" sz="1050" dirty="0"/>
                        <a:t>Comments</a:t>
                      </a:r>
                    </a:p>
                  </a:txBody>
                  <a:tcPr anchor="ctr"/>
                </a:tc>
                <a:extLst>
                  <a:ext uri="{0D108BD9-81ED-4DB2-BD59-A6C34878D82A}">
                    <a16:rowId xmlns:a16="http://schemas.microsoft.com/office/drawing/2014/main" val="3854822334"/>
                  </a:ext>
                </a:extLst>
              </a:tr>
              <a:tr h="259852">
                <a:tc>
                  <a:txBody>
                    <a:bodyPr/>
                    <a:lstStyle/>
                    <a:p>
                      <a:r>
                        <a:rPr lang="en-US" sz="1050" b="1" dirty="0">
                          <a:solidFill>
                            <a:schemeClr val="tx2"/>
                          </a:solidFill>
                        </a:rPr>
                        <a:t>Standard Tool</a:t>
                      </a:r>
                    </a:p>
                  </a:txBody>
                  <a:tcPr anchor="ctr"/>
                </a:tc>
                <a:tc>
                  <a:txBody>
                    <a:bodyPr/>
                    <a:lstStyle/>
                    <a:p>
                      <a:pPr algn="ctr"/>
                      <a:r>
                        <a:rPr lang="en-US" sz="1050" dirty="0"/>
                        <a:t>Y</a:t>
                      </a:r>
                    </a:p>
                  </a:txBody>
                  <a:tcPr anchor="ctr"/>
                </a:tc>
                <a:tc>
                  <a:txBody>
                    <a:bodyPr/>
                    <a:lstStyle/>
                    <a:p>
                      <a:pPr algn="ctr" rtl="0" fontAlgn="t"/>
                      <a:r>
                        <a:rPr lang="en-US" sz="1000" b="0" i="0" u="none" strike="noStrike" kern="1200" noProof="0" dirty="0">
                          <a:solidFill>
                            <a:srgbClr val="000000"/>
                          </a:solidFill>
                          <a:effectLst/>
                          <a:latin typeface="Calibri" panose="020F0502020204030204" pitchFamily="34" charset="0"/>
                          <a:ea typeface="+mn-ea"/>
                          <a:cs typeface="+mn-cs"/>
                        </a:rPr>
                        <a:t>Power Bi</a:t>
                      </a:r>
                    </a:p>
                  </a:txBody>
                  <a:tcPr marL="7620" marR="7620" marT="7620" marB="0" anchor="ctr"/>
                </a:tc>
                <a:extLst>
                  <a:ext uri="{0D108BD9-81ED-4DB2-BD59-A6C34878D82A}">
                    <a16:rowId xmlns:a16="http://schemas.microsoft.com/office/drawing/2014/main" val="1570003857"/>
                  </a:ext>
                </a:extLst>
              </a:tr>
              <a:tr h="259852">
                <a:tc>
                  <a:txBody>
                    <a:bodyPr/>
                    <a:lstStyle/>
                    <a:p>
                      <a:r>
                        <a:rPr lang="en-US" sz="1050" b="1" dirty="0">
                          <a:solidFill>
                            <a:schemeClr val="tx2"/>
                          </a:solidFill>
                        </a:rPr>
                        <a:t>Access Control</a:t>
                      </a:r>
                    </a:p>
                  </a:txBody>
                  <a:tcPr anchor="ctr"/>
                </a:tc>
                <a:tc>
                  <a:txBody>
                    <a:bodyPr/>
                    <a:lstStyle/>
                    <a:p>
                      <a:pPr algn="ctr"/>
                      <a:r>
                        <a:rPr lang="en-US" sz="1050" dirty="0"/>
                        <a:t>Y</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noProof="0" dirty="0">
                          <a:hlinkClick r:id="rId3"/>
                        </a:rPr>
                        <a:t>Data Stage Power BI</a:t>
                      </a:r>
                      <a:endParaRPr lang="en-US" sz="1100" b="0" i="0" u="sng" strike="noStrike" noProof="0" dirty="0">
                        <a:solidFill>
                          <a:srgbClr val="0563C1"/>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2425187429"/>
                  </a:ext>
                </a:extLst>
              </a:tr>
              <a:tr h="279492">
                <a:tc>
                  <a:txBody>
                    <a:bodyPr/>
                    <a:lstStyle/>
                    <a:p>
                      <a:r>
                        <a:rPr lang="en-US" sz="1050" b="1" dirty="0">
                          <a:solidFill>
                            <a:schemeClr val="tx2"/>
                          </a:solidFill>
                        </a:rPr>
                        <a:t>Automated Feed*</a:t>
                      </a:r>
                    </a:p>
                  </a:txBody>
                  <a:tcPr anchor="ctr"/>
                </a:tc>
                <a:tc>
                  <a:txBody>
                    <a:bodyPr/>
                    <a:lstStyle/>
                    <a:p>
                      <a:pPr algn="ctr"/>
                      <a:r>
                        <a:rPr lang="en-US" sz="1050" dirty="0"/>
                        <a:t>N</a:t>
                      </a:r>
                    </a:p>
                  </a:txBody>
                  <a:tcPr anchor="ctr"/>
                </a:tc>
                <a:tc>
                  <a:txBody>
                    <a:bodyPr/>
                    <a:lstStyle/>
                    <a:p>
                      <a:pPr algn="ctr" rtl="0" fontAlgn="t"/>
                      <a:r>
                        <a:rPr lang="en-US" sz="1000" b="0" i="0" u="none" strike="noStrike" noProof="0" dirty="0">
                          <a:solidFill>
                            <a:srgbClr val="000000"/>
                          </a:solidFill>
                          <a:effectLst/>
                          <a:latin typeface="Calibri" panose="020F0502020204030204" pitchFamily="34" charset="0"/>
                        </a:rPr>
                        <a:t>Power Bi linked to sharepoint automatic</a:t>
                      </a:r>
                    </a:p>
                  </a:txBody>
                  <a:tcPr marL="7620" marR="7620" marT="7620" marB="0" anchor="ctr"/>
                </a:tc>
                <a:extLst>
                  <a:ext uri="{0D108BD9-81ED-4DB2-BD59-A6C34878D82A}">
                    <a16:rowId xmlns:a16="http://schemas.microsoft.com/office/drawing/2014/main" val="3250951834"/>
                  </a:ext>
                </a:extLst>
              </a:tr>
              <a:tr h="259852">
                <a:tc>
                  <a:txBody>
                    <a:bodyPr/>
                    <a:lstStyle/>
                    <a:p>
                      <a:r>
                        <a:rPr lang="en-US" sz="1050" b="1" dirty="0">
                          <a:solidFill>
                            <a:schemeClr val="tx2"/>
                          </a:solidFill>
                        </a:rPr>
                        <a:t>User &amp; Back Up // Admin &amp; Tool Maintenance Backup</a:t>
                      </a:r>
                    </a:p>
                  </a:txBody>
                  <a:tcPr anchor="ctr"/>
                </a:tc>
                <a:tc>
                  <a:txBody>
                    <a:bodyPr/>
                    <a:lstStyle/>
                    <a:p>
                      <a:pPr algn="ctr"/>
                      <a:r>
                        <a:rPr lang="en-US" sz="1050" dirty="0"/>
                        <a:t>Y</a:t>
                      </a:r>
                    </a:p>
                  </a:txBody>
                  <a:tcPr anchor="ctr"/>
                </a:tc>
                <a:tc>
                  <a:txBody>
                    <a:bodyPr/>
                    <a:lstStyle/>
                    <a:p>
                      <a:pPr algn="ctr" rtl="0" fontAlgn="t"/>
                      <a:r>
                        <a:rPr lang="en-US" sz="1000" b="0" i="0" u="none" strike="noStrike" noProof="0" dirty="0">
                          <a:solidFill>
                            <a:srgbClr val="000000"/>
                          </a:solidFill>
                          <a:effectLst/>
                          <a:latin typeface="Calibri" panose="020F0502020204030204" pitchFamily="34" charset="0"/>
                        </a:rPr>
                        <a:t>David Iturriaga &amp; Saul Marquez // Oscar Marquez</a:t>
                      </a:r>
                    </a:p>
                  </a:txBody>
                  <a:tcPr marL="7620" marR="7620" marT="7620" marB="0" anchor="ctr"/>
                </a:tc>
                <a:extLst>
                  <a:ext uri="{0D108BD9-81ED-4DB2-BD59-A6C34878D82A}">
                    <a16:rowId xmlns:a16="http://schemas.microsoft.com/office/drawing/2014/main" val="3988761458"/>
                  </a:ext>
                </a:extLst>
              </a:tr>
              <a:tr h="306759">
                <a:tc>
                  <a:txBody>
                    <a:bodyPr/>
                    <a:lstStyle/>
                    <a:p>
                      <a:r>
                        <a:rPr lang="en-US" sz="1050" b="1" dirty="0">
                          <a:solidFill>
                            <a:schemeClr val="tx2"/>
                          </a:solidFill>
                        </a:rPr>
                        <a:t>Documented SOP</a:t>
                      </a:r>
                    </a:p>
                  </a:txBody>
                  <a:tcPr anchor="ctr"/>
                </a:tc>
                <a:tc>
                  <a:txBody>
                    <a:bodyPr/>
                    <a:lstStyle/>
                    <a:p>
                      <a:pPr algn="ctr"/>
                      <a:r>
                        <a:rPr lang="en-US" sz="1050" dirty="0"/>
                        <a:t>Y</a:t>
                      </a:r>
                    </a:p>
                  </a:txBody>
                  <a:tcPr anchor="ctr"/>
                </a:tc>
                <a:tc>
                  <a:txBody>
                    <a:bodyPr/>
                    <a:lstStyle/>
                    <a:p>
                      <a:pPr algn="ctr" rtl="0" fontAlgn="t"/>
                      <a:r>
                        <a:rPr lang="en-US" sz="1100" dirty="0">
                          <a:hlinkClick r:id="rId4"/>
                        </a:rPr>
                        <a:t>GMM Controllership - New - All Documents (sharepoint.com)</a:t>
                      </a:r>
                      <a:endParaRPr lang="es-MX" sz="1100" b="0" i="0" u="sng" strike="noStrike" dirty="0">
                        <a:solidFill>
                          <a:srgbClr val="0563C1"/>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2150652874"/>
                  </a:ext>
                </a:extLst>
              </a:tr>
              <a:tr h="259852">
                <a:tc>
                  <a:txBody>
                    <a:bodyPr/>
                    <a:lstStyle/>
                    <a:p>
                      <a:r>
                        <a:rPr lang="en-US" sz="1050" b="1" dirty="0">
                          <a:solidFill>
                            <a:schemeClr val="tx2"/>
                          </a:solidFill>
                        </a:rPr>
                        <a:t>Hosted on Server*</a:t>
                      </a:r>
                    </a:p>
                  </a:txBody>
                  <a:tcPr anchor="ctr"/>
                </a:tc>
                <a:tc>
                  <a:txBody>
                    <a:bodyPr/>
                    <a:lstStyle/>
                    <a:p>
                      <a:pPr algn="ctr"/>
                      <a:r>
                        <a:rPr lang="en-US" sz="1050" dirty="0"/>
                        <a:t>Y</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noProof="0" dirty="0">
                          <a:hlinkClick r:id="rId3"/>
                        </a:rPr>
                        <a:t>Data Stage Power BI</a:t>
                      </a:r>
                      <a:endParaRPr lang="en-US" sz="1100" b="0" i="0" u="sng" strike="noStrike" noProof="0" dirty="0">
                        <a:solidFill>
                          <a:srgbClr val="0563C1"/>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422032806"/>
                  </a:ext>
                </a:extLst>
              </a:tr>
              <a:tr h="425212">
                <a:tc>
                  <a:txBody>
                    <a:bodyPr/>
                    <a:lstStyle/>
                    <a:p>
                      <a:r>
                        <a:rPr lang="en-US" sz="1050" b="1" dirty="0">
                          <a:solidFill>
                            <a:schemeClr val="tx2"/>
                          </a:solidFill>
                        </a:rPr>
                        <a:t>Training</a:t>
                      </a:r>
                    </a:p>
                  </a:txBody>
                  <a:tcPr anchor="ctr"/>
                </a:tc>
                <a:tc>
                  <a:txBody>
                    <a:bodyPr/>
                    <a:lstStyle/>
                    <a:p>
                      <a:pPr algn="ctr"/>
                      <a:r>
                        <a:rPr lang="en-US" sz="1050" dirty="0"/>
                        <a:t>N</a:t>
                      </a:r>
                    </a:p>
                  </a:txBody>
                  <a:tcPr anchor="ctr"/>
                </a:tc>
                <a:tc>
                  <a:txBody>
                    <a:bodyPr/>
                    <a:lstStyle/>
                    <a:p>
                      <a:pPr algn="ctr" rtl="0" fontAlgn="t"/>
                      <a:r>
                        <a:rPr lang="en-US" sz="1000" b="0" i="0" u="none" strike="noStrike" noProof="0" dirty="0">
                          <a:solidFill>
                            <a:srgbClr val="000000"/>
                          </a:solidFill>
                          <a:effectLst/>
                          <a:latin typeface="Calibri" panose="020F0502020204030204" pitchFamily="34" charset="0"/>
                        </a:rPr>
                        <a:t>David Iturriaga, Saul Marquez, Oscar Marquez, Nancy Dominguez, Edgar Ramirez &amp; Alejandro Alcantara</a:t>
                      </a:r>
                    </a:p>
                  </a:txBody>
                  <a:tcPr marL="7620" marR="7620" marT="7620" marB="0" anchor="ctr"/>
                </a:tc>
                <a:extLst>
                  <a:ext uri="{0D108BD9-81ED-4DB2-BD59-A6C34878D82A}">
                    <a16:rowId xmlns:a16="http://schemas.microsoft.com/office/drawing/2014/main" val="587672814"/>
                  </a:ext>
                </a:extLst>
              </a:tr>
            </a:tbl>
          </a:graphicData>
        </a:graphic>
      </p:graphicFrame>
      <p:pic>
        <p:nvPicPr>
          <p:cNvPr id="3" name="Picture 2" descr="A black and white logo&#10;&#10;AI-generated content may be incorrect.">
            <a:extLst>
              <a:ext uri="{FF2B5EF4-FFF2-40B4-BE49-F238E27FC236}">
                <a16:creationId xmlns:a16="http://schemas.microsoft.com/office/drawing/2014/main" id="{A2CC43CE-E7E9-FD8B-AD45-4627E77AC05B}"/>
              </a:ext>
            </a:extLst>
          </p:cNvPr>
          <p:cNvPicPr>
            <a:picLocks noChangeAspect="1"/>
          </p:cNvPicPr>
          <p:nvPr/>
        </p:nvPicPr>
        <p:blipFill>
          <a:blip r:embed="rId5"/>
          <a:stretch>
            <a:fillRect/>
          </a:stretch>
        </p:blipFill>
        <p:spPr>
          <a:xfrm>
            <a:off x="10557318" y="84443"/>
            <a:ext cx="1549998" cy="955573"/>
          </a:xfrm>
          <a:prstGeom prst="rect">
            <a:avLst/>
          </a:prstGeom>
        </p:spPr>
      </p:pic>
      <p:sp>
        <p:nvSpPr>
          <p:cNvPr id="5" name="Title 1">
            <a:extLst>
              <a:ext uri="{FF2B5EF4-FFF2-40B4-BE49-F238E27FC236}">
                <a16:creationId xmlns:a16="http://schemas.microsoft.com/office/drawing/2014/main" id="{7DB62DBA-FCA0-0FF7-F404-4201B906ACE2}"/>
              </a:ext>
            </a:extLst>
          </p:cNvPr>
          <p:cNvSpPr txBox="1">
            <a:spLocks/>
          </p:cNvSpPr>
          <p:nvPr/>
        </p:nvSpPr>
        <p:spPr>
          <a:xfrm>
            <a:off x="7209476" y="486714"/>
            <a:ext cx="3370777" cy="392777"/>
          </a:xfrm>
          <a:prstGeom prst="rect">
            <a:avLst/>
          </a:prstGeom>
        </p:spPr>
        <p:txBody>
          <a:bodyPr>
            <a:normAutofit/>
          </a:bodyPr>
          <a:lstStyle>
            <a:lvl1pPr algn="l" defTabSz="914400" rtl="0" eaLnBrk="1" latinLnBrk="0" hangingPunct="1">
              <a:lnSpc>
                <a:spcPct val="90000"/>
              </a:lnSpc>
              <a:spcBef>
                <a:spcPct val="0"/>
              </a:spcBef>
              <a:buNone/>
              <a:defRPr sz="3200" b="1" kern="1200">
                <a:solidFill>
                  <a:schemeClr val="tx1"/>
                </a:solidFill>
                <a:latin typeface="+mn-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a:ea typeface="+mj-ea"/>
                <a:cs typeface="Arial"/>
              </a:rPr>
              <a:t>CONTROL</a:t>
            </a:r>
          </a:p>
        </p:txBody>
      </p:sp>
      <p:sp>
        <p:nvSpPr>
          <p:cNvPr id="6" name="Freeform 35">
            <a:extLst>
              <a:ext uri="{FF2B5EF4-FFF2-40B4-BE49-F238E27FC236}">
                <a16:creationId xmlns:a16="http://schemas.microsoft.com/office/drawing/2014/main" id="{1FEF6A6D-6299-613D-1923-A305824E27AF}"/>
              </a:ext>
            </a:extLst>
          </p:cNvPr>
          <p:cNvSpPr/>
          <p:nvPr/>
        </p:nvSpPr>
        <p:spPr>
          <a:xfrm>
            <a:off x="7344956" y="197008"/>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0 w 798090"/>
              <a:gd name="connsiteY5"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8090" h="319236">
                <a:moveTo>
                  <a:pt x="0" y="0"/>
                </a:moveTo>
                <a:lnTo>
                  <a:pt x="638472" y="0"/>
                </a:lnTo>
                <a:lnTo>
                  <a:pt x="798090" y="159618"/>
                </a:lnTo>
                <a:lnTo>
                  <a:pt x="638472" y="319236"/>
                </a:lnTo>
                <a:lnTo>
                  <a:pt x="0" y="319236"/>
                </a:lnTo>
                <a:lnTo>
                  <a:pt x="0" y="0"/>
                </a:lnTo>
                <a:close/>
              </a:path>
            </a:pathLst>
          </a:custGeom>
          <a:solidFill>
            <a:srgbClr val="7030A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marL="0" marR="0" lvl="0" indent="0" algn="ctr" defTabSz="622275"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a:ea typeface="+mn-ea"/>
                <a:cs typeface="Arial"/>
              </a:rPr>
              <a:t>D</a:t>
            </a:r>
          </a:p>
        </p:txBody>
      </p:sp>
      <p:sp>
        <p:nvSpPr>
          <p:cNvPr id="7" name="Freeform 37">
            <a:extLst>
              <a:ext uri="{FF2B5EF4-FFF2-40B4-BE49-F238E27FC236}">
                <a16:creationId xmlns:a16="http://schemas.microsoft.com/office/drawing/2014/main" id="{B97643FD-8936-441E-6699-8A06E87122B5}"/>
              </a:ext>
            </a:extLst>
          </p:cNvPr>
          <p:cNvSpPr/>
          <p:nvPr/>
        </p:nvSpPr>
        <p:spPr>
          <a:xfrm>
            <a:off x="8548651" y="197008"/>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rgbClr val="7030A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marL="0" marR="0" lvl="0" indent="0" algn="ctr" defTabSz="622275"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a:ea typeface="+mn-ea"/>
                <a:cs typeface="Arial"/>
              </a:rPr>
              <a:t>A</a:t>
            </a:r>
          </a:p>
        </p:txBody>
      </p:sp>
      <p:sp>
        <p:nvSpPr>
          <p:cNvPr id="8" name="Freeform 38">
            <a:extLst>
              <a:ext uri="{FF2B5EF4-FFF2-40B4-BE49-F238E27FC236}">
                <a16:creationId xmlns:a16="http://schemas.microsoft.com/office/drawing/2014/main" id="{B78A840D-AD03-5DB1-8E40-6C6C28EDEC1E}"/>
              </a:ext>
            </a:extLst>
          </p:cNvPr>
          <p:cNvSpPr/>
          <p:nvPr/>
        </p:nvSpPr>
        <p:spPr>
          <a:xfrm>
            <a:off x="9187124" y="197008"/>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rgbClr val="7030A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marL="0" marR="0" lvl="0" indent="0" algn="ctr" defTabSz="622275"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a:ea typeface="+mn-ea"/>
                <a:cs typeface="Arial"/>
              </a:rPr>
              <a:t>I</a:t>
            </a:r>
          </a:p>
        </p:txBody>
      </p:sp>
      <p:sp>
        <p:nvSpPr>
          <p:cNvPr id="9" name="Freeform 39">
            <a:extLst>
              <a:ext uri="{FF2B5EF4-FFF2-40B4-BE49-F238E27FC236}">
                <a16:creationId xmlns:a16="http://schemas.microsoft.com/office/drawing/2014/main" id="{498B8880-06AA-4072-FE7D-C8DC876AD670}"/>
              </a:ext>
            </a:extLst>
          </p:cNvPr>
          <p:cNvSpPr/>
          <p:nvPr/>
        </p:nvSpPr>
        <p:spPr>
          <a:xfrm>
            <a:off x="9763774" y="197008"/>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rgbClr val="7030A0"/>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74676" tIns="37338" rIns="98478" bIns="37338" numCol="1" spcCol="1270" anchor="ctr" anchorCtr="0">
            <a:noAutofit/>
          </a:bodyPr>
          <a:lstStyle/>
          <a:p>
            <a:pPr marL="0" marR="0" lvl="0" indent="0" algn="ctr" defTabSz="622275"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a:ea typeface="+mn-ea"/>
                <a:cs typeface="Arial"/>
              </a:rPr>
              <a:t>C</a:t>
            </a:r>
          </a:p>
        </p:txBody>
      </p:sp>
      <p:sp>
        <p:nvSpPr>
          <p:cNvPr id="11" name="Freeform 36">
            <a:extLst>
              <a:ext uri="{FF2B5EF4-FFF2-40B4-BE49-F238E27FC236}">
                <a16:creationId xmlns:a16="http://schemas.microsoft.com/office/drawing/2014/main" id="{8F35C29C-7ECE-3356-663D-D15CF9384FFA}"/>
              </a:ext>
            </a:extLst>
          </p:cNvPr>
          <p:cNvSpPr/>
          <p:nvPr/>
        </p:nvSpPr>
        <p:spPr>
          <a:xfrm>
            <a:off x="7946467" y="197008"/>
            <a:ext cx="798090" cy="319236"/>
          </a:xfrm>
          <a:custGeom>
            <a:avLst/>
            <a:gdLst>
              <a:gd name="connsiteX0" fmla="*/ 0 w 798090"/>
              <a:gd name="connsiteY0" fmla="*/ 0 h 319236"/>
              <a:gd name="connsiteX1" fmla="*/ 638472 w 798090"/>
              <a:gd name="connsiteY1" fmla="*/ 0 h 319236"/>
              <a:gd name="connsiteX2" fmla="*/ 798090 w 798090"/>
              <a:gd name="connsiteY2" fmla="*/ 159618 h 319236"/>
              <a:gd name="connsiteX3" fmla="*/ 638472 w 798090"/>
              <a:gd name="connsiteY3" fmla="*/ 319236 h 319236"/>
              <a:gd name="connsiteX4" fmla="*/ 0 w 798090"/>
              <a:gd name="connsiteY4" fmla="*/ 319236 h 319236"/>
              <a:gd name="connsiteX5" fmla="*/ 159618 w 798090"/>
              <a:gd name="connsiteY5" fmla="*/ 159618 h 319236"/>
              <a:gd name="connsiteX6" fmla="*/ 0 w 798090"/>
              <a:gd name="connsiteY6" fmla="*/ 0 h 319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090" h="319236">
                <a:moveTo>
                  <a:pt x="0" y="0"/>
                </a:moveTo>
                <a:lnTo>
                  <a:pt x="638472" y="0"/>
                </a:lnTo>
                <a:lnTo>
                  <a:pt x="798090" y="159618"/>
                </a:lnTo>
                <a:lnTo>
                  <a:pt x="638472" y="319236"/>
                </a:lnTo>
                <a:lnTo>
                  <a:pt x="0" y="319236"/>
                </a:lnTo>
                <a:lnTo>
                  <a:pt x="159618" y="159618"/>
                </a:lnTo>
                <a:lnTo>
                  <a:pt x="0" y="0"/>
                </a:lnTo>
                <a:close/>
              </a:path>
            </a:pathLst>
          </a:custGeom>
          <a:solidFill>
            <a:srgbClr val="7030A0"/>
          </a:solidFill>
          <a:ln>
            <a:solidFill>
              <a:schemeClr val="bg2"/>
            </a:solid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spcFirstLastPara="0" vert="horz" wrap="square" lIns="215625" tIns="37338" rIns="178287" bIns="37338" numCol="1" spcCol="1270" anchor="ctr" anchorCtr="0">
            <a:noAutofit/>
          </a:bodyPr>
          <a:lstStyle/>
          <a:p>
            <a:pPr marL="0" marR="0" lvl="0" indent="0" algn="ctr" defTabSz="622275"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a:ea typeface="+mn-ea"/>
                <a:cs typeface="Arial"/>
              </a:rPr>
              <a:t>M</a:t>
            </a:r>
          </a:p>
        </p:txBody>
      </p:sp>
    </p:spTree>
    <p:extLst>
      <p:ext uri="{BB962C8B-B14F-4D97-AF65-F5344CB8AC3E}">
        <p14:creationId xmlns:p14="http://schemas.microsoft.com/office/powerpoint/2010/main" val="3114962572"/>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81277F-D8CC-EC21-8EE2-605B08475F7E}"/>
            </a:ext>
          </a:extLst>
        </p:cNvPr>
        <p:cNvGrpSpPr/>
        <p:nvPr/>
      </p:nvGrpSpPr>
      <p:grpSpPr>
        <a:xfrm>
          <a:off x="0" y="0"/>
          <a:ext cx="0" cy="0"/>
          <a:chOff x="0" y="0"/>
          <a:chExt cx="0" cy="0"/>
        </a:xfrm>
      </p:grpSpPr>
      <p:pic>
        <p:nvPicPr>
          <p:cNvPr id="4" name="Picture 3" descr="A black and white logo&#10;&#10;AI-generated content may be incorrect.">
            <a:extLst>
              <a:ext uri="{FF2B5EF4-FFF2-40B4-BE49-F238E27FC236}">
                <a16:creationId xmlns:a16="http://schemas.microsoft.com/office/drawing/2014/main" id="{C81B38AF-DA94-D7A2-C481-7C0947E15A24}"/>
              </a:ext>
            </a:extLst>
          </p:cNvPr>
          <p:cNvPicPr>
            <a:picLocks noChangeAspect="1"/>
          </p:cNvPicPr>
          <p:nvPr/>
        </p:nvPicPr>
        <p:blipFill>
          <a:blip r:embed="rId2"/>
          <a:stretch>
            <a:fillRect/>
          </a:stretch>
        </p:blipFill>
        <p:spPr>
          <a:xfrm>
            <a:off x="10573193" y="242651"/>
            <a:ext cx="1467990" cy="905015"/>
          </a:xfrm>
          <a:prstGeom prst="rect">
            <a:avLst/>
          </a:prstGeom>
        </p:spPr>
      </p:pic>
      <p:grpSp>
        <p:nvGrpSpPr>
          <p:cNvPr id="5" name="Group 4">
            <a:extLst>
              <a:ext uri="{FF2B5EF4-FFF2-40B4-BE49-F238E27FC236}">
                <a16:creationId xmlns:a16="http://schemas.microsoft.com/office/drawing/2014/main" id="{B464A034-BAD2-CA4C-DC64-5865AEB09B63}"/>
              </a:ext>
            </a:extLst>
          </p:cNvPr>
          <p:cNvGrpSpPr/>
          <p:nvPr/>
        </p:nvGrpSpPr>
        <p:grpSpPr>
          <a:xfrm>
            <a:off x="9896184" y="124554"/>
            <a:ext cx="1948835" cy="280408"/>
            <a:chOff x="9310217" y="283980"/>
            <a:chExt cx="2595740" cy="373488"/>
          </a:xfrm>
        </p:grpSpPr>
        <p:sp>
          <p:nvSpPr>
            <p:cNvPr id="6" name="Pentagon 89">
              <a:extLst>
                <a:ext uri="{FF2B5EF4-FFF2-40B4-BE49-F238E27FC236}">
                  <a16:creationId xmlns:a16="http://schemas.microsoft.com/office/drawing/2014/main" id="{514714B6-FE12-F79E-E404-E18D609A558A}"/>
                </a:ext>
              </a:extLst>
            </p:cNvPr>
            <p:cNvSpPr/>
            <p:nvPr/>
          </p:nvSpPr>
          <p:spPr>
            <a:xfrm>
              <a:off x="9310217" y="283980"/>
              <a:ext cx="640080" cy="373487"/>
            </a:xfrm>
            <a:prstGeom prst="homePlate">
              <a:avLst/>
            </a:prstGeom>
            <a:solidFill>
              <a:srgbClr val="0956FF"/>
            </a:solidFill>
            <a:ln w="9525" cap="flat" cmpd="sng" algn="ctr">
              <a:noFill/>
              <a:prstDash val="solid"/>
            </a:ln>
            <a:effectLst/>
          </p:spPr>
          <p:txBody>
            <a:bodyPr rot="0" spcFirstLastPara="0" vertOverflow="overflow" horzOverflow="overflow" vert="horz" wrap="square" lIns="0" tIns="0" rIns="0" bIns="27461" numCol="1" spcCol="0" rtlCol="0" fromWordArt="0" anchor="ctr" anchorCtr="0" forceAA="0" compatLnSpc="1">
              <a:prstTxWarp prst="textNoShape">
                <a:avLst/>
              </a:prstTxWarp>
              <a:noAutofit/>
            </a:bodyPr>
            <a:lstStyle/>
            <a:p>
              <a:pPr marL="0" marR="0" lvl="0" indent="0" algn="ctr" defTabSz="490322" rtl="0" eaLnBrk="1" fontAlgn="auto" latinLnBrk="0" hangingPunct="1">
                <a:lnSpc>
                  <a:spcPct val="100000"/>
                </a:lnSpc>
                <a:spcBef>
                  <a:spcPts val="0"/>
                </a:spcBef>
                <a:spcAft>
                  <a:spcPts val="0"/>
                </a:spcAft>
                <a:buClrTx/>
                <a:buSzTx/>
                <a:buFontTx/>
                <a:buNone/>
                <a:tabLst/>
                <a:defRPr/>
              </a:pPr>
              <a:r>
                <a:rPr kumimoji="0" lang="en-US" sz="1202" b="1" i="0" u="none" strike="noStrike" kern="0" cap="none" spc="0" normalizeH="0" baseline="0" noProof="0" dirty="0">
                  <a:ln>
                    <a:noFill/>
                  </a:ln>
                  <a:solidFill>
                    <a:prstClr val="white"/>
                  </a:solidFill>
                  <a:effectLst/>
                  <a:uLnTx/>
                  <a:uFillTx/>
                  <a:latin typeface="Arial"/>
                  <a:ea typeface="+mn-ea"/>
                  <a:cs typeface="Arial"/>
                </a:rPr>
                <a:t>D</a:t>
              </a:r>
            </a:p>
          </p:txBody>
        </p:sp>
        <p:sp>
          <p:nvSpPr>
            <p:cNvPr id="7" name="Chevron 90">
              <a:extLst>
                <a:ext uri="{FF2B5EF4-FFF2-40B4-BE49-F238E27FC236}">
                  <a16:creationId xmlns:a16="http://schemas.microsoft.com/office/drawing/2014/main" id="{51543186-CDE3-AFA3-2708-5D6636BB5CD4}"/>
                </a:ext>
              </a:extLst>
            </p:cNvPr>
            <p:cNvSpPr/>
            <p:nvPr/>
          </p:nvSpPr>
          <p:spPr>
            <a:xfrm>
              <a:off x="9794811" y="283980"/>
              <a:ext cx="640081" cy="373488"/>
            </a:xfrm>
            <a:prstGeom prst="chevron">
              <a:avLst/>
            </a:prstGeom>
            <a:solidFill>
              <a:srgbClr val="0956FF"/>
            </a:solidFill>
            <a:ln w="9525" cap="flat" cmpd="sng" algn="ctr">
              <a:noFill/>
              <a:prstDash val="solid"/>
            </a:ln>
            <a:effectLst/>
          </p:spPr>
          <p:txBody>
            <a:bodyPr rot="0" spcFirstLastPara="0" vertOverflow="overflow" horzOverflow="overflow" vert="horz" wrap="square" lIns="0" tIns="0" rIns="0" bIns="27461" numCol="1" spcCol="0" rtlCol="0" fromWordArt="0" anchor="ctr" anchorCtr="0" forceAA="0" compatLnSpc="1">
              <a:prstTxWarp prst="textNoShape">
                <a:avLst/>
              </a:prstTxWarp>
              <a:noAutofit/>
            </a:bodyPr>
            <a:lstStyle/>
            <a:p>
              <a:pPr marL="0" marR="0" lvl="0" indent="0" algn="ctr" defTabSz="490322" rtl="0" eaLnBrk="1" fontAlgn="auto" latinLnBrk="0" hangingPunct="1">
                <a:lnSpc>
                  <a:spcPct val="100000"/>
                </a:lnSpc>
                <a:spcBef>
                  <a:spcPts val="0"/>
                </a:spcBef>
                <a:spcAft>
                  <a:spcPts val="0"/>
                </a:spcAft>
                <a:buClrTx/>
                <a:buSzTx/>
                <a:buFontTx/>
                <a:buNone/>
                <a:tabLst/>
                <a:defRPr/>
              </a:pPr>
              <a:r>
                <a:rPr kumimoji="0" lang="en-US" sz="1202" b="1" i="0" u="none" strike="noStrike" kern="0" cap="none" spc="0" normalizeH="0" baseline="0" noProof="0" dirty="0">
                  <a:ln>
                    <a:noFill/>
                  </a:ln>
                  <a:solidFill>
                    <a:prstClr val="white"/>
                  </a:solidFill>
                  <a:effectLst/>
                  <a:uLnTx/>
                  <a:uFillTx/>
                  <a:latin typeface="Arial"/>
                  <a:ea typeface="+mn-ea"/>
                  <a:cs typeface="Arial"/>
                </a:rPr>
                <a:t>M</a:t>
              </a:r>
            </a:p>
          </p:txBody>
        </p:sp>
        <p:sp>
          <p:nvSpPr>
            <p:cNvPr id="8" name="Chevron 91">
              <a:extLst>
                <a:ext uri="{FF2B5EF4-FFF2-40B4-BE49-F238E27FC236}">
                  <a16:creationId xmlns:a16="http://schemas.microsoft.com/office/drawing/2014/main" id="{E66DBA88-08D0-F6AF-E9CB-64B5472626B3}"/>
                </a:ext>
              </a:extLst>
            </p:cNvPr>
            <p:cNvSpPr/>
            <p:nvPr/>
          </p:nvSpPr>
          <p:spPr>
            <a:xfrm>
              <a:off x="10286956" y="283980"/>
              <a:ext cx="640081" cy="373488"/>
            </a:xfrm>
            <a:prstGeom prst="chevron">
              <a:avLst/>
            </a:prstGeom>
            <a:solidFill>
              <a:srgbClr val="0956FF"/>
            </a:solidFill>
            <a:ln w="9525" cap="flat" cmpd="sng" algn="ctr">
              <a:noFill/>
              <a:prstDash val="solid"/>
            </a:ln>
            <a:effectLst/>
          </p:spPr>
          <p:txBody>
            <a:bodyPr rot="0" spcFirstLastPara="0" vertOverflow="overflow" horzOverflow="overflow" vert="horz" wrap="square" lIns="0" tIns="0" rIns="0" bIns="27461" numCol="1" spcCol="0" rtlCol="0" fromWordArt="0" anchor="ctr" anchorCtr="0" forceAA="0" compatLnSpc="1">
              <a:prstTxWarp prst="textNoShape">
                <a:avLst/>
              </a:prstTxWarp>
              <a:noAutofit/>
            </a:bodyPr>
            <a:lstStyle/>
            <a:p>
              <a:pPr marL="0" marR="0" lvl="0" indent="0" algn="ctr" defTabSz="490322" rtl="0" eaLnBrk="1" fontAlgn="auto" latinLnBrk="0" hangingPunct="1">
                <a:lnSpc>
                  <a:spcPct val="100000"/>
                </a:lnSpc>
                <a:spcBef>
                  <a:spcPts val="0"/>
                </a:spcBef>
                <a:spcAft>
                  <a:spcPts val="0"/>
                </a:spcAft>
                <a:buClrTx/>
                <a:buSzTx/>
                <a:buFontTx/>
                <a:buNone/>
                <a:tabLst/>
                <a:defRPr/>
              </a:pPr>
              <a:r>
                <a:rPr kumimoji="0" lang="en-US" sz="1202" b="1" i="0" u="none" strike="noStrike" kern="0" cap="none" spc="0" normalizeH="0" baseline="0" noProof="0">
                  <a:ln>
                    <a:noFill/>
                  </a:ln>
                  <a:solidFill>
                    <a:srgbClr val="FFFFFF"/>
                  </a:solidFill>
                  <a:effectLst/>
                  <a:uLnTx/>
                  <a:uFillTx/>
                  <a:latin typeface="Arial"/>
                  <a:ea typeface="+mn-ea"/>
                  <a:cs typeface="Arial"/>
                </a:rPr>
                <a:t>A</a:t>
              </a:r>
            </a:p>
          </p:txBody>
        </p:sp>
        <p:sp>
          <p:nvSpPr>
            <p:cNvPr id="9" name="Chevron 92">
              <a:extLst>
                <a:ext uri="{FF2B5EF4-FFF2-40B4-BE49-F238E27FC236}">
                  <a16:creationId xmlns:a16="http://schemas.microsoft.com/office/drawing/2014/main" id="{AA560EDD-9FBF-08EF-C326-7CE5FC16A390}"/>
                </a:ext>
              </a:extLst>
            </p:cNvPr>
            <p:cNvSpPr/>
            <p:nvPr/>
          </p:nvSpPr>
          <p:spPr>
            <a:xfrm>
              <a:off x="10769147" y="283980"/>
              <a:ext cx="642821" cy="373488"/>
            </a:xfrm>
            <a:prstGeom prst="chevron">
              <a:avLst/>
            </a:prstGeom>
            <a:solidFill>
              <a:srgbClr val="0956FF"/>
            </a:solidFill>
            <a:ln w="9525" cap="flat" cmpd="sng" algn="ctr">
              <a:noFill/>
              <a:prstDash val="solid"/>
            </a:ln>
            <a:effectLst/>
          </p:spPr>
          <p:txBody>
            <a:bodyPr rot="0" spcFirstLastPara="0" vertOverflow="overflow" horzOverflow="overflow" vert="horz" wrap="square" lIns="0" tIns="0" rIns="0" bIns="27461" numCol="1" spcCol="0" rtlCol="0" fromWordArt="0" anchor="ctr" anchorCtr="0" forceAA="0" compatLnSpc="1">
              <a:prstTxWarp prst="textNoShape">
                <a:avLst/>
              </a:prstTxWarp>
              <a:noAutofit/>
            </a:bodyPr>
            <a:lstStyle/>
            <a:p>
              <a:pPr marL="0" marR="0" lvl="0" indent="0" algn="ctr" defTabSz="490322" rtl="0" eaLnBrk="1" fontAlgn="auto" latinLnBrk="0" hangingPunct="1">
                <a:lnSpc>
                  <a:spcPct val="100000"/>
                </a:lnSpc>
                <a:spcBef>
                  <a:spcPts val="0"/>
                </a:spcBef>
                <a:spcAft>
                  <a:spcPts val="0"/>
                </a:spcAft>
                <a:buClrTx/>
                <a:buSzTx/>
                <a:buFontTx/>
                <a:buNone/>
                <a:tabLst/>
                <a:defRPr/>
              </a:pPr>
              <a:r>
                <a:rPr kumimoji="0" lang="en-US" sz="1202" b="1" i="0" u="none" strike="noStrike" kern="0" cap="none" spc="0" normalizeH="0" baseline="0" noProof="0" dirty="0">
                  <a:ln>
                    <a:noFill/>
                  </a:ln>
                  <a:solidFill>
                    <a:srgbClr val="FFFFFF"/>
                  </a:solidFill>
                  <a:effectLst/>
                  <a:uLnTx/>
                  <a:uFillTx/>
                  <a:latin typeface="Arial"/>
                  <a:ea typeface="+mn-ea"/>
                  <a:cs typeface="Arial"/>
                </a:rPr>
                <a:t>I</a:t>
              </a:r>
            </a:p>
          </p:txBody>
        </p:sp>
        <p:sp>
          <p:nvSpPr>
            <p:cNvPr id="10" name="Chevron 93">
              <a:extLst>
                <a:ext uri="{FF2B5EF4-FFF2-40B4-BE49-F238E27FC236}">
                  <a16:creationId xmlns:a16="http://schemas.microsoft.com/office/drawing/2014/main" id="{AFD5DC48-EF83-7E0A-4465-77C505EB9E11}"/>
                </a:ext>
              </a:extLst>
            </p:cNvPr>
            <p:cNvSpPr/>
            <p:nvPr/>
          </p:nvSpPr>
          <p:spPr>
            <a:xfrm>
              <a:off x="11265876" y="283980"/>
              <a:ext cx="640081" cy="373487"/>
            </a:xfrm>
            <a:prstGeom prst="chevron">
              <a:avLst/>
            </a:prstGeom>
            <a:solidFill>
              <a:srgbClr val="0956FF"/>
            </a:solidFill>
            <a:ln w="9525" cap="flat" cmpd="sng" algn="ctr">
              <a:noFill/>
              <a:prstDash val="solid"/>
            </a:ln>
            <a:effectLst/>
          </p:spPr>
          <p:txBody>
            <a:bodyPr rot="0" spcFirstLastPara="0" vertOverflow="overflow" horzOverflow="overflow" vert="horz" wrap="square" lIns="68651" tIns="0" rIns="0" bIns="27461" numCol="1" spcCol="0" rtlCol="0" fromWordArt="0" anchor="ctr" anchorCtr="0" forceAA="0" compatLnSpc="1">
              <a:prstTxWarp prst="textNoShape">
                <a:avLst/>
              </a:prstTxWarp>
              <a:noAutofit/>
            </a:bodyPr>
            <a:lstStyle/>
            <a:p>
              <a:pPr marL="0" marR="0" lvl="0" indent="0" algn="ctr" defTabSz="490322" rtl="0" eaLnBrk="1" fontAlgn="auto" latinLnBrk="0" hangingPunct="1">
                <a:lnSpc>
                  <a:spcPct val="100000"/>
                </a:lnSpc>
                <a:spcBef>
                  <a:spcPts val="0"/>
                </a:spcBef>
                <a:spcAft>
                  <a:spcPts val="0"/>
                </a:spcAft>
                <a:buClrTx/>
                <a:buSzTx/>
                <a:buFontTx/>
                <a:buNone/>
                <a:tabLst/>
                <a:defRPr/>
              </a:pPr>
              <a:r>
                <a:rPr kumimoji="0" lang="en-US" sz="1202" b="1" i="0" u="none" strike="noStrike" kern="0" cap="none" spc="0" normalizeH="0" baseline="0" noProof="0">
                  <a:ln>
                    <a:noFill/>
                  </a:ln>
                  <a:solidFill>
                    <a:srgbClr val="FFFFFF"/>
                  </a:solidFill>
                  <a:effectLst/>
                  <a:uLnTx/>
                  <a:uFillTx/>
                  <a:latin typeface="Arial"/>
                  <a:ea typeface="+mn-ea"/>
                  <a:cs typeface="Arial"/>
                </a:rPr>
                <a:t>C</a:t>
              </a:r>
            </a:p>
          </p:txBody>
        </p:sp>
      </p:grpSp>
      <p:sp>
        <p:nvSpPr>
          <p:cNvPr id="2" name="TextBox 1">
            <a:extLst>
              <a:ext uri="{FF2B5EF4-FFF2-40B4-BE49-F238E27FC236}">
                <a16:creationId xmlns:a16="http://schemas.microsoft.com/office/drawing/2014/main" id="{7BF28870-BBDE-0CAE-045F-A4A3DE810728}"/>
              </a:ext>
            </a:extLst>
          </p:cNvPr>
          <p:cNvSpPr txBox="1"/>
          <p:nvPr/>
        </p:nvSpPr>
        <p:spPr>
          <a:xfrm>
            <a:off x="4029248" y="1455576"/>
            <a:ext cx="4133504" cy="2308324"/>
          </a:xfrm>
          <a:prstGeom prst="rect">
            <a:avLst/>
          </a:prstGeom>
          <a:noFill/>
        </p:spPr>
        <p:txBody>
          <a:bodyPr wrap="none" rtlCol="0">
            <a:spAutoFit/>
          </a:bodyPr>
          <a:lstStyle/>
          <a:p>
            <a:pPr algn="ctr"/>
            <a:r>
              <a:rPr lang="es-MX" sz="3600" b="1" dirty="0"/>
              <a:t>Back Up Information</a:t>
            </a:r>
          </a:p>
          <a:p>
            <a:pPr marL="285750" indent="-285750" algn="ctr">
              <a:buFont typeface="Arial" panose="020B0604020202020204" pitchFamily="34" charset="0"/>
              <a:buChar char="•"/>
            </a:pPr>
            <a:r>
              <a:rPr lang="es-MX" dirty="0"/>
              <a:t>Tool Video</a:t>
            </a:r>
          </a:p>
          <a:p>
            <a:pPr marL="285750" indent="-285750" algn="ctr">
              <a:buFont typeface="Arial" panose="020B0604020202020204" pitchFamily="34" charset="0"/>
              <a:buChar char="•"/>
            </a:pPr>
            <a:r>
              <a:rPr lang="es-MX" dirty="0"/>
              <a:t>Technical Background</a:t>
            </a:r>
          </a:p>
          <a:p>
            <a:pPr marL="285750" indent="-285750" algn="ctr">
              <a:buFont typeface="Arial" panose="020B0604020202020204" pitchFamily="34" charset="0"/>
              <a:buChar char="•"/>
            </a:pPr>
            <a:r>
              <a:rPr lang="es-MX" dirty="0"/>
              <a:t>Desk Procedures</a:t>
            </a:r>
          </a:p>
          <a:p>
            <a:pPr marL="285750" indent="-285750" algn="ctr">
              <a:buFont typeface="Arial" panose="020B0604020202020204" pitchFamily="34" charset="0"/>
              <a:buChar char="•"/>
            </a:pPr>
            <a:r>
              <a:rPr lang="es-MX" dirty="0"/>
              <a:t>Trainings</a:t>
            </a:r>
          </a:p>
          <a:p>
            <a:pPr marL="285750" indent="-285750" algn="ctr">
              <a:buFont typeface="Arial" panose="020B0604020202020204" pitchFamily="34" charset="0"/>
              <a:buChar char="•"/>
            </a:pPr>
            <a:r>
              <a:rPr lang="es-MX" dirty="0"/>
              <a:t>Communication</a:t>
            </a:r>
          </a:p>
          <a:p>
            <a:pPr marL="285750" indent="-285750" algn="ctr">
              <a:buFont typeface="Arial" panose="020B0604020202020204" pitchFamily="34" charset="0"/>
              <a:buChar char="•"/>
            </a:pPr>
            <a:r>
              <a:rPr lang="es-MX" dirty="0"/>
              <a:t>etc…</a:t>
            </a:r>
            <a:endParaRPr lang="en-US" dirty="0"/>
          </a:p>
        </p:txBody>
      </p:sp>
      <p:pic>
        <p:nvPicPr>
          <p:cNvPr id="11" name="Picture 10">
            <a:extLst>
              <a:ext uri="{FF2B5EF4-FFF2-40B4-BE49-F238E27FC236}">
                <a16:creationId xmlns:a16="http://schemas.microsoft.com/office/drawing/2014/main" id="{2713ADAE-D02A-BC5D-2598-B4E889629D24}"/>
              </a:ext>
            </a:extLst>
          </p:cNvPr>
          <p:cNvPicPr>
            <a:picLocks noChangeAspect="1"/>
          </p:cNvPicPr>
          <p:nvPr/>
        </p:nvPicPr>
        <p:blipFill>
          <a:blip r:embed="rId3"/>
          <a:stretch>
            <a:fillRect/>
          </a:stretch>
        </p:blipFill>
        <p:spPr>
          <a:xfrm>
            <a:off x="982537" y="4026268"/>
            <a:ext cx="10226926" cy="1082134"/>
          </a:xfrm>
          <a:prstGeom prst="rect">
            <a:avLst/>
          </a:prstGeom>
        </p:spPr>
      </p:pic>
      <p:sp>
        <p:nvSpPr>
          <p:cNvPr id="12" name="Slide Number Placeholder 1">
            <a:extLst>
              <a:ext uri="{FF2B5EF4-FFF2-40B4-BE49-F238E27FC236}">
                <a16:creationId xmlns:a16="http://schemas.microsoft.com/office/drawing/2014/main" id="{75B7BFF5-CEC4-EC3F-43A8-F1BC7A7059EC}"/>
              </a:ext>
            </a:extLst>
          </p:cNvPr>
          <p:cNvSpPr txBox="1">
            <a:spLocks/>
          </p:cNvSpPr>
          <p:nvPr/>
        </p:nvSpPr>
        <p:spPr>
          <a:xfrm>
            <a:off x="10235384" y="6356352"/>
            <a:ext cx="1548465"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8E565A5E-131F-486C-BEC3-CA739A37F925}" type="slidenum">
              <a:rPr lang="en-US" sz="1200" b="1" smtClean="0">
                <a:solidFill>
                  <a:prstClr val="black"/>
                </a:solidFill>
                <a:latin typeface="Calibri"/>
              </a:rPr>
              <a:pPr algn="r">
                <a:defRPr/>
              </a:pPr>
              <a:t>9</a:t>
            </a:fld>
            <a:endParaRPr lang="en-US" sz="1200" b="1" dirty="0">
              <a:solidFill>
                <a:prstClr val="black"/>
              </a:solidFill>
              <a:latin typeface="Calibri"/>
            </a:endParaRPr>
          </a:p>
        </p:txBody>
      </p:sp>
    </p:spTree>
    <p:extLst>
      <p:ext uri="{BB962C8B-B14F-4D97-AF65-F5344CB8AC3E}">
        <p14:creationId xmlns:p14="http://schemas.microsoft.com/office/powerpoint/2010/main" val="9589633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E550E-6358-0022-98FF-319315B8C827}"/>
            </a:ext>
          </a:extLst>
        </p:cNvPr>
        <p:cNvGrpSpPr/>
        <p:nvPr/>
      </p:nvGrpSpPr>
      <p:grpSpPr>
        <a:xfrm>
          <a:off x="0" y="0"/>
          <a:ext cx="0" cy="0"/>
          <a:chOff x="0" y="0"/>
          <a:chExt cx="0" cy="0"/>
        </a:xfrm>
      </p:grpSpPr>
      <p:pic>
        <p:nvPicPr>
          <p:cNvPr id="4" name="Picture 3" descr="A black and white logo&#10;&#10;AI-generated content may be incorrect.">
            <a:extLst>
              <a:ext uri="{FF2B5EF4-FFF2-40B4-BE49-F238E27FC236}">
                <a16:creationId xmlns:a16="http://schemas.microsoft.com/office/drawing/2014/main" id="{042DC71D-881F-D914-45DB-EA5975C01C56}"/>
              </a:ext>
            </a:extLst>
          </p:cNvPr>
          <p:cNvPicPr>
            <a:picLocks noChangeAspect="1"/>
          </p:cNvPicPr>
          <p:nvPr/>
        </p:nvPicPr>
        <p:blipFill>
          <a:blip r:embed="rId2"/>
          <a:stretch>
            <a:fillRect/>
          </a:stretch>
        </p:blipFill>
        <p:spPr>
          <a:xfrm>
            <a:off x="10573193" y="242651"/>
            <a:ext cx="1467990" cy="905015"/>
          </a:xfrm>
          <a:prstGeom prst="rect">
            <a:avLst/>
          </a:prstGeom>
        </p:spPr>
      </p:pic>
      <p:grpSp>
        <p:nvGrpSpPr>
          <p:cNvPr id="5" name="Group 4">
            <a:extLst>
              <a:ext uri="{FF2B5EF4-FFF2-40B4-BE49-F238E27FC236}">
                <a16:creationId xmlns:a16="http://schemas.microsoft.com/office/drawing/2014/main" id="{56A953B9-DDD1-25FF-B5A4-30EE4F6F7ED3}"/>
              </a:ext>
            </a:extLst>
          </p:cNvPr>
          <p:cNvGrpSpPr/>
          <p:nvPr/>
        </p:nvGrpSpPr>
        <p:grpSpPr>
          <a:xfrm>
            <a:off x="9896184" y="124554"/>
            <a:ext cx="1948835" cy="280408"/>
            <a:chOff x="9310217" y="283980"/>
            <a:chExt cx="2595740" cy="373488"/>
          </a:xfrm>
        </p:grpSpPr>
        <p:sp>
          <p:nvSpPr>
            <p:cNvPr id="6" name="Pentagon 89">
              <a:extLst>
                <a:ext uri="{FF2B5EF4-FFF2-40B4-BE49-F238E27FC236}">
                  <a16:creationId xmlns:a16="http://schemas.microsoft.com/office/drawing/2014/main" id="{AC6F77EA-7CDF-F98B-3548-C2415E4B614B}"/>
                </a:ext>
              </a:extLst>
            </p:cNvPr>
            <p:cNvSpPr/>
            <p:nvPr/>
          </p:nvSpPr>
          <p:spPr>
            <a:xfrm>
              <a:off x="9310217" y="283980"/>
              <a:ext cx="640080" cy="373487"/>
            </a:xfrm>
            <a:prstGeom prst="homePlate">
              <a:avLst/>
            </a:prstGeom>
            <a:solidFill>
              <a:srgbClr val="0956FF"/>
            </a:solidFill>
            <a:ln w="9525" cap="flat" cmpd="sng" algn="ctr">
              <a:noFill/>
              <a:prstDash val="solid"/>
            </a:ln>
            <a:effectLst/>
          </p:spPr>
          <p:txBody>
            <a:bodyPr rot="0" spcFirstLastPara="0" vertOverflow="overflow" horzOverflow="overflow" vert="horz" wrap="square" lIns="0" tIns="0" rIns="0" bIns="27461" numCol="1" spcCol="0" rtlCol="0" fromWordArt="0" anchor="ctr" anchorCtr="0" forceAA="0" compatLnSpc="1">
              <a:prstTxWarp prst="textNoShape">
                <a:avLst/>
              </a:prstTxWarp>
              <a:noAutofit/>
            </a:bodyPr>
            <a:lstStyle/>
            <a:p>
              <a:pPr marL="0" marR="0" lvl="0" indent="0" algn="ctr" defTabSz="490322" rtl="0" eaLnBrk="1" fontAlgn="auto" latinLnBrk="0" hangingPunct="1">
                <a:lnSpc>
                  <a:spcPct val="100000"/>
                </a:lnSpc>
                <a:spcBef>
                  <a:spcPts val="0"/>
                </a:spcBef>
                <a:spcAft>
                  <a:spcPts val="0"/>
                </a:spcAft>
                <a:buClrTx/>
                <a:buSzTx/>
                <a:buFontTx/>
                <a:buNone/>
                <a:tabLst/>
                <a:defRPr/>
              </a:pPr>
              <a:r>
                <a:rPr kumimoji="0" lang="en-US" sz="1202" b="1" i="0" u="none" strike="noStrike" kern="0" cap="none" spc="0" normalizeH="0" baseline="0" noProof="0" dirty="0">
                  <a:ln>
                    <a:noFill/>
                  </a:ln>
                  <a:solidFill>
                    <a:prstClr val="white"/>
                  </a:solidFill>
                  <a:effectLst/>
                  <a:uLnTx/>
                  <a:uFillTx/>
                  <a:latin typeface="Arial"/>
                  <a:ea typeface="+mn-ea"/>
                  <a:cs typeface="Arial"/>
                </a:rPr>
                <a:t>D</a:t>
              </a:r>
            </a:p>
          </p:txBody>
        </p:sp>
        <p:sp>
          <p:nvSpPr>
            <p:cNvPr id="7" name="Chevron 90">
              <a:extLst>
                <a:ext uri="{FF2B5EF4-FFF2-40B4-BE49-F238E27FC236}">
                  <a16:creationId xmlns:a16="http://schemas.microsoft.com/office/drawing/2014/main" id="{2D01D3E5-C4DE-03C3-F6FF-8C13EF8A7347}"/>
                </a:ext>
              </a:extLst>
            </p:cNvPr>
            <p:cNvSpPr/>
            <p:nvPr/>
          </p:nvSpPr>
          <p:spPr>
            <a:xfrm>
              <a:off x="9794811" y="283980"/>
              <a:ext cx="640081" cy="373488"/>
            </a:xfrm>
            <a:prstGeom prst="chevron">
              <a:avLst/>
            </a:prstGeom>
            <a:solidFill>
              <a:srgbClr val="0956FF"/>
            </a:solidFill>
            <a:ln w="9525" cap="flat" cmpd="sng" algn="ctr">
              <a:noFill/>
              <a:prstDash val="solid"/>
            </a:ln>
            <a:effectLst/>
          </p:spPr>
          <p:txBody>
            <a:bodyPr rot="0" spcFirstLastPara="0" vertOverflow="overflow" horzOverflow="overflow" vert="horz" wrap="square" lIns="0" tIns="0" rIns="0" bIns="27461" numCol="1" spcCol="0" rtlCol="0" fromWordArt="0" anchor="ctr" anchorCtr="0" forceAA="0" compatLnSpc="1">
              <a:prstTxWarp prst="textNoShape">
                <a:avLst/>
              </a:prstTxWarp>
              <a:noAutofit/>
            </a:bodyPr>
            <a:lstStyle/>
            <a:p>
              <a:pPr marL="0" marR="0" lvl="0" indent="0" algn="ctr" defTabSz="490322" rtl="0" eaLnBrk="1" fontAlgn="auto" latinLnBrk="0" hangingPunct="1">
                <a:lnSpc>
                  <a:spcPct val="100000"/>
                </a:lnSpc>
                <a:spcBef>
                  <a:spcPts val="0"/>
                </a:spcBef>
                <a:spcAft>
                  <a:spcPts val="0"/>
                </a:spcAft>
                <a:buClrTx/>
                <a:buSzTx/>
                <a:buFontTx/>
                <a:buNone/>
                <a:tabLst/>
                <a:defRPr/>
              </a:pPr>
              <a:r>
                <a:rPr kumimoji="0" lang="en-US" sz="1202" b="1" i="0" u="none" strike="noStrike" kern="0" cap="none" spc="0" normalizeH="0" baseline="0" noProof="0" dirty="0">
                  <a:ln>
                    <a:noFill/>
                  </a:ln>
                  <a:solidFill>
                    <a:prstClr val="white"/>
                  </a:solidFill>
                  <a:effectLst/>
                  <a:uLnTx/>
                  <a:uFillTx/>
                  <a:latin typeface="Arial"/>
                  <a:ea typeface="+mn-ea"/>
                  <a:cs typeface="Arial"/>
                </a:rPr>
                <a:t>M</a:t>
              </a:r>
            </a:p>
          </p:txBody>
        </p:sp>
        <p:sp>
          <p:nvSpPr>
            <p:cNvPr id="8" name="Chevron 91">
              <a:extLst>
                <a:ext uri="{FF2B5EF4-FFF2-40B4-BE49-F238E27FC236}">
                  <a16:creationId xmlns:a16="http://schemas.microsoft.com/office/drawing/2014/main" id="{967F43CE-B31D-8358-C4D3-CA5134D048A2}"/>
                </a:ext>
              </a:extLst>
            </p:cNvPr>
            <p:cNvSpPr/>
            <p:nvPr/>
          </p:nvSpPr>
          <p:spPr>
            <a:xfrm>
              <a:off x="10286956" y="283980"/>
              <a:ext cx="640081" cy="373488"/>
            </a:xfrm>
            <a:prstGeom prst="chevron">
              <a:avLst/>
            </a:prstGeom>
            <a:solidFill>
              <a:srgbClr val="0956FF"/>
            </a:solidFill>
            <a:ln w="9525" cap="flat" cmpd="sng" algn="ctr">
              <a:noFill/>
              <a:prstDash val="solid"/>
            </a:ln>
            <a:effectLst/>
          </p:spPr>
          <p:txBody>
            <a:bodyPr rot="0" spcFirstLastPara="0" vertOverflow="overflow" horzOverflow="overflow" vert="horz" wrap="square" lIns="0" tIns="0" rIns="0" bIns="27461" numCol="1" spcCol="0" rtlCol="0" fromWordArt="0" anchor="ctr" anchorCtr="0" forceAA="0" compatLnSpc="1">
              <a:prstTxWarp prst="textNoShape">
                <a:avLst/>
              </a:prstTxWarp>
              <a:noAutofit/>
            </a:bodyPr>
            <a:lstStyle/>
            <a:p>
              <a:pPr marL="0" marR="0" lvl="0" indent="0" algn="ctr" defTabSz="490322" rtl="0" eaLnBrk="1" fontAlgn="auto" latinLnBrk="0" hangingPunct="1">
                <a:lnSpc>
                  <a:spcPct val="100000"/>
                </a:lnSpc>
                <a:spcBef>
                  <a:spcPts val="0"/>
                </a:spcBef>
                <a:spcAft>
                  <a:spcPts val="0"/>
                </a:spcAft>
                <a:buClrTx/>
                <a:buSzTx/>
                <a:buFontTx/>
                <a:buNone/>
                <a:tabLst/>
                <a:defRPr/>
              </a:pPr>
              <a:r>
                <a:rPr kumimoji="0" lang="en-US" sz="1202" b="1" i="0" u="none" strike="noStrike" kern="0" cap="none" spc="0" normalizeH="0" baseline="0" noProof="0">
                  <a:ln>
                    <a:noFill/>
                  </a:ln>
                  <a:solidFill>
                    <a:srgbClr val="FFFFFF"/>
                  </a:solidFill>
                  <a:effectLst/>
                  <a:uLnTx/>
                  <a:uFillTx/>
                  <a:latin typeface="Arial"/>
                  <a:ea typeface="+mn-ea"/>
                  <a:cs typeface="Arial"/>
                </a:rPr>
                <a:t>A</a:t>
              </a:r>
            </a:p>
          </p:txBody>
        </p:sp>
        <p:sp>
          <p:nvSpPr>
            <p:cNvPr id="9" name="Chevron 92">
              <a:extLst>
                <a:ext uri="{FF2B5EF4-FFF2-40B4-BE49-F238E27FC236}">
                  <a16:creationId xmlns:a16="http://schemas.microsoft.com/office/drawing/2014/main" id="{5A71BB21-DEA0-479E-9245-44D0B9650F38}"/>
                </a:ext>
              </a:extLst>
            </p:cNvPr>
            <p:cNvSpPr/>
            <p:nvPr/>
          </p:nvSpPr>
          <p:spPr>
            <a:xfrm>
              <a:off x="10769147" y="283980"/>
              <a:ext cx="642821" cy="373488"/>
            </a:xfrm>
            <a:prstGeom prst="chevron">
              <a:avLst/>
            </a:prstGeom>
            <a:solidFill>
              <a:srgbClr val="0956FF"/>
            </a:solidFill>
            <a:ln w="9525" cap="flat" cmpd="sng" algn="ctr">
              <a:noFill/>
              <a:prstDash val="solid"/>
            </a:ln>
            <a:effectLst/>
          </p:spPr>
          <p:txBody>
            <a:bodyPr rot="0" spcFirstLastPara="0" vertOverflow="overflow" horzOverflow="overflow" vert="horz" wrap="square" lIns="0" tIns="0" rIns="0" bIns="27461" numCol="1" spcCol="0" rtlCol="0" fromWordArt="0" anchor="ctr" anchorCtr="0" forceAA="0" compatLnSpc="1">
              <a:prstTxWarp prst="textNoShape">
                <a:avLst/>
              </a:prstTxWarp>
              <a:noAutofit/>
            </a:bodyPr>
            <a:lstStyle/>
            <a:p>
              <a:pPr marL="0" marR="0" lvl="0" indent="0" algn="ctr" defTabSz="490322" rtl="0" eaLnBrk="1" fontAlgn="auto" latinLnBrk="0" hangingPunct="1">
                <a:lnSpc>
                  <a:spcPct val="100000"/>
                </a:lnSpc>
                <a:spcBef>
                  <a:spcPts val="0"/>
                </a:spcBef>
                <a:spcAft>
                  <a:spcPts val="0"/>
                </a:spcAft>
                <a:buClrTx/>
                <a:buSzTx/>
                <a:buFontTx/>
                <a:buNone/>
                <a:tabLst/>
                <a:defRPr/>
              </a:pPr>
              <a:r>
                <a:rPr kumimoji="0" lang="en-US" sz="1202" b="1" i="0" u="none" strike="noStrike" kern="0" cap="none" spc="0" normalizeH="0" baseline="0" noProof="0" dirty="0">
                  <a:ln>
                    <a:noFill/>
                  </a:ln>
                  <a:solidFill>
                    <a:srgbClr val="FFFFFF"/>
                  </a:solidFill>
                  <a:effectLst/>
                  <a:uLnTx/>
                  <a:uFillTx/>
                  <a:latin typeface="Arial"/>
                  <a:ea typeface="+mn-ea"/>
                  <a:cs typeface="Arial"/>
                </a:rPr>
                <a:t>I</a:t>
              </a:r>
            </a:p>
          </p:txBody>
        </p:sp>
        <p:sp>
          <p:nvSpPr>
            <p:cNvPr id="10" name="Chevron 93">
              <a:extLst>
                <a:ext uri="{FF2B5EF4-FFF2-40B4-BE49-F238E27FC236}">
                  <a16:creationId xmlns:a16="http://schemas.microsoft.com/office/drawing/2014/main" id="{0AFD3CBF-1A3F-2FF8-6EED-8D269CF67997}"/>
                </a:ext>
              </a:extLst>
            </p:cNvPr>
            <p:cNvSpPr/>
            <p:nvPr/>
          </p:nvSpPr>
          <p:spPr>
            <a:xfrm>
              <a:off x="11265876" y="283980"/>
              <a:ext cx="640081" cy="373487"/>
            </a:xfrm>
            <a:prstGeom prst="chevron">
              <a:avLst/>
            </a:prstGeom>
            <a:solidFill>
              <a:srgbClr val="0956FF"/>
            </a:solidFill>
            <a:ln w="9525" cap="flat" cmpd="sng" algn="ctr">
              <a:noFill/>
              <a:prstDash val="solid"/>
            </a:ln>
            <a:effectLst/>
          </p:spPr>
          <p:txBody>
            <a:bodyPr rot="0" spcFirstLastPara="0" vertOverflow="overflow" horzOverflow="overflow" vert="horz" wrap="square" lIns="68651" tIns="0" rIns="0" bIns="27461" numCol="1" spcCol="0" rtlCol="0" fromWordArt="0" anchor="ctr" anchorCtr="0" forceAA="0" compatLnSpc="1">
              <a:prstTxWarp prst="textNoShape">
                <a:avLst/>
              </a:prstTxWarp>
              <a:noAutofit/>
            </a:bodyPr>
            <a:lstStyle/>
            <a:p>
              <a:pPr marL="0" marR="0" lvl="0" indent="0" algn="ctr" defTabSz="490322" rtl="0" eaLnBrk="1" fontAlgn="auto" latinLnBrk="0" hangingPunct="1">
                <a:lnSpc>
                  <a:spcPct val="100000"/>
                </a:lnSpc>
                <a:spcBef>
                  <a:spcPts val="0"/>
                </a:spcBef>
                <a:spcAft>
                  <a:spcPts val="0"/>
                </a:spcAft>
                <a:buClrTx/>
                <a:buSzTx/>
                <a:buFontTx/>
                <a:buNone/>
                <a:tabLst/>
                <a:defRPr/>
              </a:pPr>
              <a:r>
                <a:rPr kumimoji="0" lang="en-US" sz="1202" b="1" i="0" u="none" strike="noStrike" kern="0" cap="none" spc="0" normalizeH="0" baseline="0" noProof="0">
                  <a:ln>
                    <a:noFill/>
                  </a:ln>
                  <a:solidFill>
                    <a:srgbClr val="FFFFFF"/>
                  </a:solidFill>
                  <a:effectLst/>
                  <a:uLnTx/>
                  <a:uFillTx/>
                  <a:latin typeface="Arial"/>
                  <a:ea typeface="+mn-ea"/>
                  <a:cs typeface="Arial"/>
                </a:rPr>
                <a:t>C</a:t>
              </a:r>
            </a:p>
          </p:txBody>
        </p:sp>
      </p:grpSp>
      <p:sp>
        <p:nvSpPr>
          <p:cNvPr id="12" name="Slide Number Placeholder 1">
            <a:extLst>
              <a:ext uri="{FF2B5EF4-FFF2-40B4-BE49-F238E27FC236}">
                <a16:creationId xmlns:a16="http://schemas.microsoft.com/office/drawing/2014/main" id="{23D4F306-27B5-8EC2-A28D-43CB2E644FB8}"/>
              </a:ext>
            </a:extLst>
          </p:cNvPr>
          <p:cNvSpPr txBox="1">
            <a:spLocks/>
          </p:cNvSpPr>
          <p:nvPr/>
        </p:nvSpPr>
        <p:spPr>
          <a:xfrm>
            <a:off x="10235384" y="6356352"/>
            <a:ext cx="1548465"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8E565A5E-131F-486C-BEC3-CA739A37F925}" type="slidenum">
              <a:rPr kumimoji="0" lang="en-US" sz="1200" b="1"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1"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99466164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Office Theme">
  <a:themeElements>
    <a:clrScheme name="Custom 2">
      <a:dk1>
        <a:srgbClr val="585D60"/>
      </a:dk1>
      <a:lt1>
        <a:sysClr val="window" lastClr="FFFFFF"/>
      </a:lt1>
      <a:dk2>
        <a:srgbClr val="243E8D"/>
      </a:dk2>
      <a:lt2>
        <a:srgbClr val="E2E1E4"/>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Define Phas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Measure Phas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Analyze Phas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Improve Phas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Control Phas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1_Define Phas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2_Define Phas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1_Analyze Phas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2_Measure Phas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1_Measure Phas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3_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5.xml><?xml version="1.0" encoding="utf-8"?>
<a:theme xmlns:a="http://schemas.openxmlformats.org/drawingml/2006/main" name="1_Improve Phas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6.xml><?xml version="1.0" encoding="utf-8"?>
<a:theme xmlns:a="http://schemas.openxmlformats.org/drawingml/2006/main" name="4_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7.xml><?xml version="1.0" encoding="utf-8"?>
<a:theme xmlns:a="http://schemas.openxmlformats.org/drawingml/2006/main" name="3_Measure Phas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8.xml><?xml version="1.0" encoding="utf-8"?>
<a:theme xmlns:a="http://schemas.openxmlformats.org/drawingml/2006/main" name="3_Define Phas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9.xml><?xml version="1.0" encoding="utf-8"?>
<a:theme xmlns:a="http://schemas.openxmlformats.org/drawingml/2006/main" name="4_Define Phas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0.xml><?xml version="1.0" encoding="utf-8"?>
<a:theme xmlns:a="http://schemas.openxmlformats.org/drawingml/2006/main" name="2_Office Theme">
  <a:themeElements>
    <a:clrScheme name="Custom 2">
      <a:dk1>
        <a:srgbClr val="585D60"/>
      </a:dk1>
      <a:lt1>
        <a:sysClr val="window" lastClr="FFFFFF"/>
      </a:lt1>
      <a:dk2>
        <a:srgbClr val="243E8D"/>
      </a:dk2>
      <a:lt2>
        <a:srgbClr val="E2E1E4"/>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1.xml><?xml version="1.0" encoding="utf-8"?>
<a:theme xmlns:a="http://schemas.openxmlformats.org/drawingml/2006/main" name="5_Define Phas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2.xml><?xml version="1.0" encoding="utf-8"?>
<a:theme xmlns:a="http://schemas.openxmlformats.org/drawingml/2006/main" name="2_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3.xml><?xml version="1.0" encoding="utf-8"?>
<a:theme xmlns:a="http://schemas.openxmlformats.org/drawingml/2006/main" name="1_Control Phas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4.xml><?xml version="1.0" encoding="utf-8"?>
<a:theme xmlns:a="http://schemas.openxmlformats.org/drawingml/2006/main" name="2_Improve Phas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5.xml><?xml version="1.0" encoding="utf-8"?>
<a:theme xmlns:a="http://schemas.openxmlformats.org/drawingml/2006/main" name="6_Define Phas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6.xml><?xml version="1.0" encoding="utf-8"?>
<a:theme xmlns:a="http://schemas.openxmlformats.org/drawingml/2006/main" name="5_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7.xml><?xml version="1.0" encoding="utf-8"?>
<a:theme xmlns:a="http://schemas.openxmlformats.org/drawingml/2006/main" name="General Motors V1.0">
  <a:themeElements>
    <a:clrScheme name="GM">
      <a:dk1>
        <a:srgbClr val="000000"/>
      </a:dk1>
      <a:lt1>
        <a:srgbClr val="FFFFFF"/>
      </a:lt1>
      <a:dk2>
        <a:srgbClr val="0956FF"/>
      </a:dk2>
      <a:lt2>
        <a:srgbClr val="FFFFFF"/>
      </a:lt2>
      <a:accent1>
        <a:srgbClr val="0956FF"/>
      </a:accent1>
      <a:accent2>
        <a:srgbClr val="201D1B"/>
      </a:accent2>
      <a:accent3>
        <a:srgbClr val="48505E"/>
      </a:accent3>
      <a:accent4>
        <a:srgbClr val="928D86"/>
      </a:accent4>
      <a:accent5>
        <a:srgbClr val="ADB5C2"/>
      </a:accent5>
      <a:accent6>
        <a:srgbClr val="D2CFCA"/>
      </a:accent6>
      <a:hlink>
        <a:srgbClr val="0956FF"/>
      </a:hlink>
      <a:folHlink>
        <a:srgbClr val="0956FF"/>
      </a:folHlink>
    </a:clrScheme>
    <a:fontScheme name="GM">
      <a:majorFont>
        <a:latin typeface="Overpass"/>
        <a:ea typeface=""/>
        <a:cs typeface=""/>
      </a:majorFont>
      <a:minorFont>
        <a:latin typeface="Overpas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rgbClr val="CDCCCB"/>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none" lIns="0" tIns="0" rIns="0" bIns="0" rtlCol="0">
        <a:spAutoFit/>
      </a:bodyPr>
      <a:lstStyle>
        <a:defPPr algn="l">
          <a:defRPr sz="1200" spc="-10" dirty="0" err="1" smtClean="0"/>
        </a:defPPr>
      </a:lstStyle>
    </a:txDef>
  </a:objectDefaults>
  <a:extraClrSchemeLst/>
  <a:custClrLst>
    <a:custClr name="Blue 50">
      <a:srgbClr val="EDF6FF"/>
    </a:custClr>
    <a:custClr name="Blue 100">
      <a:srgbClr val="D0E8FF"/>
    </a:custClr>
    <a:custClr name="Blue 200">
      <a:srgbClr val="AFD5FF"/>
    </a:custClr>
    <a:custClr name="Blue 300">
      <a:srgbClr val="7DB8FF"/>
    </a:custClr>
    <a:custClr name="Blue 400">
      <a:srgbClr val="388BFF"/>
    </a:custClr>
    <a:custClr name="Blue 500">
      <a:srgbClr val="0956FF"/>
    </a:custClr>
    <a:custClr name="Blue 600">
      <a:srgbClr val="0334D2"/>
    </a:custClr>
    <a:custClr name="Blue 700">
      <a:srgbClr val="001C9E"/>
    </a:custClr>
    <a:custClr name="Blue 800">
      <a:srgbClr val="020763"/>
    </a:custClr>
    <a:custClr name="Blue 900">
      <a:srgbClr val="000427"/>
    </a:custClr>
    <a:custClr name="Cool Gray 50">
      <a:srgbClr val="F3F6FA"/>
    </a:custClr>
    <a:custClr name="Cool Gray 100">
      <a:srgbClr val="E0E5ED"/>
    </a:custClr>
    <a:custClr name="Cool Gray 200">
      <a:srgbClr val="CBD1DB"/>
    </a:custClr>
    <a:custClr name="Cool Gray 300">
      <a:srgbClr val="ADB5C2"/>
    </a:custClr>
    <a:custClr name="Cool Gray 400">
      <a:srgbClr val="868F9D"/>
    </a:custClr>
    <a:custClr name="Cool Gray 500">
      <a:srgbClr val="656E7C"/>
    </a:custClr>
    <a:custClr name="Cool Gray 600">
      <a:srgbClr val="48505E"/>
    </a:custClr>
    <a:custClr name="Cool Gray 700">
      <a:srgbClr val="303845"/>
    </a:custClr>
    <a:custClr name="Cool Gray 800">
      <a:srgbClr val="181E28"/>
    </a:custClr>
    <a:custClr name="Cool Gray 900">
      <a:srgbClr val="040A10"/>
    </a:custClr>
    <a:custClr name="Warm Gray 50">
      <a:srgbClr val="F7F5F2"/>
    </a:custClr>
    <a:custClr name="Warm Gray 100">
      <a:srgbClr val="E8E6E3"/>
    </a:custClr>
    <a:custClr name="Warm Gray 200">
      <a:srgbClr val="D2CFCA"/>
    </a:custClr>
    <a:custClr name="Warm Gray 300">
      <a:srgbClr val="B8B4AE"/>
    </a:custClr>
    <a:custClr name="Warm Gray 400">
      <a:srgbClr val="928D86"/>
    </a:custClr>
    <a:custClr name="Warm Gray 500">
      <a:srgbClr val="716C67"/>
    </a:custClr>
    <a:custClr name="Warm Gray 600">
      <a:srgbClr val="534F4B"/>
    </a:custClr>
    <a:custClr name="Warm Gray 700">
      <a:srgbClr val="3B3734"/>
    </a:custClr>
    <a:custClr name="Warm Gray 800">
      <a:srgbClr val="201D1B"/>
    </a:custClr>
    <a:custClr name="Warm Gray 900">
      <a:srgbClr val="0B0807"/>
    </a:custClr>
    <a:custClr name="Gray 50">
      <a:srgbClr val="F5F5F5"/>
    </a:custClr>
    <a:custClr name="Gray 100">
      <a:srgbClr val="E6E6E6"/>
    </a:custClr>
    <a:custClr name="Gray 200">
      <a:srgbClr val="CECECE"/>
    </a:custClr>
    <a:custClr name="Gray 300">
      <a:srgbClr val="B4B4B4"/>
    </a:custClr>
    <a:custClr name="Gray 400">
      <a:srgbClr val="8E8E8E"/>
    </a:custClr>
    <a:custClr name="Gray 500">
      <a:srgbClr val="6D6D6D"/>
    </a:custClr>
    <a:custClr name="Gray 600">
      <a:srgbClr val="505050"/>
    </a:custClr>
    <a:custClr name="Gray 700">
      <a:srgbClr val="373737"/>
    </a:custClr>
    <a:custClr name="Gray 800">
      <a:srgbClr val="1E1E1E"/>
    </a:custClr>
    <a:custClr name="Gray 900">
      <a:srgbClr val="090909"/>
    </a:custClr>
  </a:custClrLst>
  <a:extLst>
    <a:ext uri="{05A4C25C-085E-4340-85A3-A5531E510DB2}">
      <thm15:themeFamily xmlns:thm15="http://schemas.microsoft.com/office/thememl/2012/main" name="Presentation2" id="{7A3A2BBE-E4E0-994C-BC53-E056B1F80526}" vid="{45184805-1684-B048-944C-02E705D6095B}"/>
    </a:ext>
  </a:extLst>
</a:theme>
</file>

<file path=ppt/theme/theme28.xml><?xml version="1.0" encoding="utf-8"?>
<a:theme xmlns:a="http://schemas.openxmlformats.org/drawingml/2006/main" name="3_Improve Phas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9.xml><?xml version="1.0" encoding="utf-8"?>
<a:theme xmlns:a="http://schemas.openxmlformats.org/drawingml/2006/main" name="1_General Motors V1.0">
  <a:themeElements>
    <a:clrScheme name="GM">
      <a:dk1>
        <a:srgbClr val="000000"/>
      </a:dk1>
      <a:lt1>
        <a:srgbClr val="FFFFFF"/>
      </a:lt1>
      <a:dk2>
        <a:srgbClr val="0956FF"/>
      </a:dk2>
      <a:lt2>
        <a:srgbClr val="FFFFFF"/>
      </a:lt2>
      <a:accent1>
        <a:srgbClr val="0956FF"/>
      </a:accent1>
      <a:accent2>
        <a:srgbClr val="201D1B"/>
      </a:accent2>
      <a:accent3>
        <a:srgbClr val="48505E"/>
      </a:accent3>
      <a:accent4>
        <a:srgbClr val="928D86"/>
      </a:accent4>
      <a:accent5>
        <a:srgbClr val="ADB5C2"/>
      </a:accent5>
      <a:accent6>
        <a:srgbClr val="D2CFCA"/>
      </a:accent6>
      <a:hlink>
        <a:srgbClr val="0956FF"/>
      </a:hlink>
      <a:folHlink>
        <a:srgbClr val="0956FF"/>
      </a:folHlink>
    </a:clrScheme>
    <a:fontScheme name="GM">
      <a:majorFont>
        <a:latin typeface="Overpass"/>
        <a:ea typeface=""/>
        <a:cs typeface=""/>
      </a:majorFont>
      <a:minorFont>
        <a:latin typeface="Overpas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rgbClr val="CDCCCB"/>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none" lIns="0" tIns="0" rIns="0" bIns="0" rtlCol="0">
        <a:spAutoFit/>
      </a:bodyPr>
      <a:lstStyle>
        <a:defPPr algn="l">
          <a:defRPr sz="1200" spc="-10" dirty="0" err="1" smtClean="0"/>
        </a:defPPr>
      </a:lstStyle>
    </a:txDef>
  </a:objectDefaults>
  <a:extraClrSchemeLst/>
  <a:custClrLst>
    <a:custClr name="Blue 50">
      <a:srgbClr val="EDF6FF"/>
    </a:custClr>
    <a:custClr name="Blue 100">
      <a:srgbClr val="D0E8FF"/>
    </a:custClr>
    <a:custClr name="Blue 200">
      <a:srgbClr val="AFD5FF"/>
    </a:custClr>
    <a:custClr name="Blue 300">
      <a:srgbClr val="7DB8FF"/>
    </a:custClr>
    <a:custClr name="Blue 400">
      <a:srgbClr val="388BFF"/>
    </a:custClr>
    <a:custClr name="Blue 500">
      <a:srgbClr val="0956FF"/>
    </a:custClr>
    <a:custClr name="Blue 600">
      <a:srgbClr val="0334D2"/>
    </a:custClr>
    <a:custClr name="Blue 700">
      <a:srgbClr val="001C9E"/>
    </a:custClr>
    <a:custClr name="Blue 800">
      <a:srgbClr val="020763"/>
    </a:custClr>
    <a:custClr name="Blue 900">
      <a:srgbClr val="000427"/>
    </a:custClr>
    <a:custClr name="Cool Gray 50">
      <a:srgbClr val="F3F6FA"/>
    </a:custClr>
    <a:custClr name="Cool Gray 100">
      <a:srgbClr val="E0E5ED"/>
    </a:custClr>
    <a:custClr name="Cool Gray 200">
      <a:srgbClr val="CBD1DB"/>
    </a:custClr>
    <a:custClr name="Cool Gray 300">
      <a:srgbClr val="ADB5C2"/>
    </a:custClr>
    <a:custClr name="Cool Gray 400">
      <a:srgbClr val="868F9D"/>
    </a:custClr>
    <a:custClr name="Cool Gray 500">
      <a:srgbClr val="656E7C"/>
    </a:custClr>
    <a:custClr name="Cool Gray 600">
      <a:srgbClr val="48505E"/>
    </a:custClr>
    <a:custClr name="Cool Gray 700">
      <a:srgbClr val="303845"/>
    </a:custClr>
    <a:custClr name="Cool Gray 800">
      <a:srgbClr val="181E28"/>
    </a:custClr>
    <a:custClr name="Cool Gray 900">
      <a:srgbClr val="040A10"/>
    </a:custClr>
    <a:custClr name="Warm Gray 50">
      <a:srgbClr val="F7F5F2"/>
    </a:custClr>
    <a:custClr name="Warm Gray 100">
      <a:srgbClr val="E8E6E3"/>
    </a:custClr>
    <a:custClr name="Warm Gray 200">
      <a:srgbClr val="D2CFCA"/>
    </a:custClr>
    <a:custClr name="Warm Gray 300">
      <a:srgbClr val="B8B4AE"/>
    </a:custClr>
    <a:custClr name="Warm Gray 400">
      <a:srgbClr val="928D86"/>
    </a:custClr>
    <a:custClr name="Warm Gray 500">
      <a:srgbClr val="716C67"/>
    </a:custClr>
    <a:custClr name="Warm Gray 600">
      <a:srgbClr val="534F4B"/>
    </a:custClr>
    <a:custClr name="Warm Gray 700">
      <a:srgbClr val="3B3734"/>
    </a:custClr>
    <a:custClr name="Warm Gray 800">
      <a:srgbClr val="201D1B"/>
    </a:custClr>
    <a:custClr name="Warm Gray 900">
      <a:srgbClr val="0B0807"/>
    </a:custClr>
    <a:custClr name="Gray 50">
      <a:srgbClr val="F5F5F5"/>
    </a:custClr>
    <a:custClr name="Gray 100">
      <a:srgbClr val="E6E6E6"/>
    </a:custClr>
    <a:custClr name="Gray 200">
      <a:srgbClr val="CECECE"/>
    </a:custClr>
    <a:custClr name="Gray 300">
      <a:srgbClr val="B4B4B4"/>
    </a:custClr>
    <a:custClr name="Gray 400">
      <a:srgbClr val="8E8E8E"/>
    </a:custClr>
    <a:custClr name="Gray 500">
      <a:srgbClr val="6D6D6D"/>
    </a:custClr>
    <a:custClr name="Gray 600">
      <a:srgbClr val="505050"/>
    </a:custClr>
    <a:custClr name="Gray 700">
      <a:srgbClr val="373737"/>
    </a:custClr>
    <a:custClr name="Gray 800">
      <a:srgbClr val="1E1E1E"/>
    </a:custClr>
    <a:custClr name="Gray 900">
      <a:srgbClr val="090909"/>
    </a:custClr>
  </a:custClrLst>
  <a:extLst>
    <a:ext uri="{05A4C25C-085E-4340-85A3-A5531E510DB2}">
      <thm15:themeFamily xmlns:thm15="http://schemas.microsoft.com/office/thememl/2012/main" name="Presentation2" id="{7A3A2BBE-E4E0-994C-BC53-E056B1F80526}" vid="{45184805-1684-B048-944C-02E705D6095B}"/>
    </a:ext>
  </a:extLst>
</a:theme>
</file>

<file path=ppt/theme/theme30.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Order0 xmlns="4f0be280-2f97-4832-a30e-e86d840cf8b7">3</Order0>
    <DocumentType xmlns="4f0be280-2f97-4832-a30e-e86d840cf8b7">Template</DocumentType>
    <Tools_x0020_Document xmlns="4f0be280-2f97-4832-a30e-e86d840cf8b7">
      <Url>https://gmweb.gm.com/sites/opexglobal/_layouts/15/wrkstat.aspx?List=4f0be280-2f97-4832-a30e-e86d840cf8b7&amp;WorkflowInstanceName=00193a10-dc17-44d3-873b-a30c6d134126</Url>
      <Description>Stage 1</Description>
    </Tools_x0020_Document>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1304098C18491B4B9076FFDF5A44AF4A" ma:contentTypeVersion="5" ma:contentTypeDescription="Create a new document." ma:contentTypeScope="" ma:versionID="ae29169385de3ad02f8b235124742206">
  <xsd:schema xmlns:xsd="http://www.w3.org/2001/XMLSchema" xmlns:xs="http://www.w3.org/2001/XMLSchema" xmlns:p="http://schemas.microsoft.com/office/2006/metadata/properties" xmlns:ns2="4f0be280-2f97-4832-a30e-e86d840cf8b7" xmlns:ns3="c67e7940-8c62-42dc-9400-802b563a9c70" targetNamespace="http://schemas.microsoft.com/office/2006/metadata/properties" ma:root="true" ma:fieldsID="b5c51c944b160fcf8e372b18a9293340" ns2:_="" ns3:_="">
    <xsd:import namespace="4f0be280-2f97-4832-a30e-e86d840cf8b7"/>
    <xsd:import namespace="c67e7940-8c62-42dc-9400-802b563a9c70"/>
    <xsd:element name="properties">
      <xsd:complexType>
        <xsd:sequence>
          <xsd:element name="documentManagement">
            <xsd:complexType>
              <xsd:all>
                <xsd:element ref="ns2:DocumentType" minOccurs="0"/>
                <xsd:element ref="ns2:Tools_x0020_Document" minOccurs="0"/>
                <xsd:element ref="ns2:Order0" minOccurs="0"/>
                <xsd:element ref="ns3: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f0be280-2f97-4832-a30e-e86d840cf8b7" elementFormDefault="qualified">
    <xsd:import namespace="http://schemas.microsoft.com/office/2006/documentManagement/types"/>
    <xsd:import namespace="http://schemas.microsoft.com/office/infopath/2007/PartnerControls"/>
    <xsd:element name="DocumentType" ma:index="8" nillable="true" ma:displayName="Document Type" ma:format="RadioButtons" ma:internalName="DocumentType">
      <xsd:simpleType>
        <xsd:restriction base="dms:Choice">
          <xsd:enumeration value="Template"/>
          <xsd:enumeration value="Tool"/>
        </xsd:restriction>
      </xsd:simpleType>
    </xsd:element>
    <xsd:element name="Tools_x0020_Document" ma:index="9" nillable="true" ma:displayName="Tools Document" ma:internalName="Tools_x0020_Document">
      <xsd:complexType>
        <xsd:complexContent>
          <xsd:extension base="dms:URL">
            <xsd:sequence>
              <xsd:element name="Url" type="dms:ValidUrl" minOccurs="0" nillable="true"/>
              <xsd:element name="Description" type="xsd:string" nillable="true"/>
            </xsd:sequence>
          </xsd:extension>
        </xsd:complexContent>
      </xsd:complexType>
    </xsd:element>
    <xsd:element name="Order0" ma:index="10" nillable="true" ma:displayName="Order" ma:internalName="Order0">
      <xsd:simpleType>
        <xsd:restriction base="dms:Text">
          <xsd:maxLength value="10"/>
        </xsd:restriction>
      </xsd:simpleType>
    </xsd:element>
  </xsd:schema>
  <xsd:schema xmlns:xsd="http://www.w3.org/2001/XMLSchema" xmlns:xs="http://www.w3.org/2001/XMLSchema" xmlns:dms="http://schemas.microsoft.com/office/2006/documentManagement/types" xmlns:pc="http://schemas.microsoft.com/office/infopath/2007/PartnerControls" targetNamespace="c67e7940-8c62-42dc-9400-802b563a9c70" elementFormDefault="qualified">
    <xsd:import namespace="http://schemas.microsoft.com/office/2006/documentManagement/types"/>
    <xsd:import namespace="http://schemas.microsoft.com/office/infopath/2007/PartnerControls"/>
    <xsd:element name="SharedWithUsers" ma:index="11"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0D50EE8-FCA6-4465-8D8F-8FBE10448DC8}">
  <ds:schemaRefs>
    <ds:schemaRef ds:uri="http://schemas.microsoft.com/office/2006/metadata/properties"/>
    <ds:schemaRef ds:uri="http://schemas.microsoft.com/office/2006/documentManagement/types"/>
    <ds:schemaRef ds:uri="c67e7940-8c62-42dc-9400-802b563a9c70"/>
    <ds:schemaRef ds:uri="http://www.w3.org/XML/1998/namespace"/>
    <ds:schemaRef ds:uri="http://schemas.microsoft.com/office/infopath/2007/PartnerControls"/>
    <ds:schemaRef ds:uri="http://purl.org/dc/elements/1.1/"/>
    <ds:schemaRef ds:uri="http://purl.org/dc/dcmitype/"/>
    <ds:schemaRef ds:uri="http://schemas.openxmlformats.org/package/2006/metadata/core-properties"/>
    <ds:schemaRef ds:uri="4f0be280-2f97-4832-a30e-e86d840cf8b7"/>
    <ds:schemaRef ds:uri="http://purl.org/dc/terms/"/>
  </ds:schemaRefs>
</ds:datastoreItem>
</file>

<file path=customXml/itemProps2.xml><?xml version="1.0" encoding="utf-8"?>
<ds:datastoreItem xmlns:ds="http://schemas.openxmlformats.org/officeDocument/2006/customXml" ds:itemID="{14EB154F-D60E-493D-9A70-15BE1252AC2C}">
  <ds:schemaRefs>
    <ds:schemaRef ds:uri="http://schemas.microsoft.com/sharepoint/v3/contenttype/forms"/>
  </ds:schemaRefs>
</ds:datastoreItem>
</file>

<file path=customXml/itemProps3.xml><?xml version="1.0" encoding="utf-8"?>
<ds:datastoreItem xmlns:ds="http://schemas.openxmlformats.org/officeDocument/2006/customXml" ds:itemID="{B72F72BC-9C0B-49B3-9B5C-EB3A4FC6B88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f0be280-2f97-4832-a30e-e86d840cf8b7"/>
    <ds:schemaRef ds:uri="c67e7940-8c62-42dc-9400-802b563a9c7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74335</TotalTime>
  <Words>1894</Words>
  <Application>Microsoft Office PowerPoint</Application>
  <PresentationFormat>Widescreen</PresentationFormat>
  <Paragraphs>434</Paragraphs>
  <Slides>10</Slides>
  <Notes>1</Notes>
  <HiddenSlides>0</HiddenSlides>
  <MMClips>0</MMClips>
  <ScaleCrop>false</ScaleCrop>
  <HeadingPairs>
    <vt:vector size="8" baseType="variant">
      <vt:variant>
        <vt:lpstr>Fonts Used</vt:lpstr>
      </vt:variant>
      <vt:variant>
        <vt:i4>11</vt:i4>
      </vt:variant>
      <vt:variant>
        <vt:lpstr>Theme</vt:lpstr>
      </vt:variant>
      <vt:variant>
        <vt:i4>29</vt:i4>
      </vt:variant>
      <vt:variant>
        <vt:lpstr>Embedded OLE Servers</vt:lpstr>
      </vt:variant>
      <vt:variant>
        <vt:i4>2</vt:i4>
      </vt:variant>
      <vt:variant>
        <vt:lpstr>Slide Titles</vt:lpstr>
      </vt:variant>
      <vt:variant>
        <vt:i4>10</vt:i4>
      </vt:variant>
    </vt:vector>
  </HeadingPairs>
  <TitlesOfParts>
    <vt:vector size="52" baseType="lpstr">
      <vt:lpstr>Arial</vt:lpstr>
      <vt:lpstr>Calibri</vt:lpstr>
      <vt:lpstr>GM Sans</vt:lpstr>
      <vt:lpstr>GM Sans Light</vt:lpstr>
      <vt:lpstr>GM Sans Regular</vt:lpstr>
      <vt:lpstr>Overpass</vt:lpstr>
      <vt:lpstr>Overpass ExtraLight</vt:lpstr>
      <vt:lpstr>Overpass Medium</vt:lpstr>
      <vt:lpstr>Overpass SemiBold</vt:lpstr>
      <vt:lpstr>Verdana</vt:lpstr>
      <vt:lpstr>Wingdings</vt:lpstr>
      <vt:lpstr>1_Office Theme</vt:lpstr>
      <vt:lpstr>Define Phase</vt:lpstr>
      <vt:lpstr>Measure Phase</vt:lpstr>
      <vt:lpstr>Analyze Phase</vt:lpstr>
      <vt:lpstr>Improve Phase</vt:lpstr>
      <vt:lpstr>Control Phase</vt:lpstr>
      <vt:lpstr>Custom Design</vt:lpstr>
      <vt:lpstr>1_Custom Design</vt:lpstr>
      <vt:lpstr>1_Define Phase</vt:lpstr>
      <vt:lpstr>2_Define Phase</vt:lpstr>
      <vt:lpstr>1_Analyze Phase</vt:lpstr>
      <vt:lpstr>2_Measure Phase</vt:lpstr>
      <vt:lpstr>1_Measure Phase</vt:lpstr>
      <vt:lpstr>3_Custom Design</vt:lpstr>
      <vt:lpstr>1_Improve Phase</vt:lpstr>
      <vt:lpstr>4_Custom Design</vt:lpstr>
      <vt:lpstr>3_Measure Phase</vt:lpstr>
      <vt:lpstr>3_Define Phase</vt:lpstr>
      <vt:lpstr>4_Define Phase</vt:lpstr>
      <vt:lpstr>2_Office Theme</vt:lpstr>
      <vt:lpstr>5_Define Phase</vt:lpstr>
      <vt:lpstr>2_Custom Design</vt:lpstr>
      <vt:lpstr>1_Control Phase</vt:lpstr>
      <vt:lpstr>2_Improve Phase</vt:lpstr>
      <vt:lpstr>6_Define Phase</vt:lpstr>
      <vt:lpstr>5_Custom Design</vt:lpstr>
      <vt:lpstr>General Motors V1.0</vt:lpstr>
      <vt:lpstr>3_Improve Phase</vt:lpstr>
      <vt:lpstr>1_General Motors V1.0</vt:lpstr>
      <vt:lpstr>think-cell Slide</vt:lpstr>
      <vt:lpstr>Microsoft Excel Macro-Enabled Worksheet</vt:lpstr>
      <vt:lpstr>PowerPoint Presentation</vt:lpstr>
      <vt:lpstr>Intangible Benefits  Confirmation</vt:lpstr>
      <vt:lpstr>Tangible BenefitS CONFIRMATION</vt:lpstr>
      <vt:lpstr>Implementation Plan</vt:lpstr>
      <vt:lpstr>PowerPoint Presentation</vt:lpstr>
      <vt:lpstr>PowerPoint Presentation</vt:lpstr>
      <vt:lpstr>PowerPoint Presentation</vt:lpstr>
      <vt:lpstr>OpEx Tollgate – Current Phase Summary</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Instructions for Using this Template</dc:title>
  <dc:creator>Jose Carlos Navarrete Rodriguez</dc:creator>
  <cp:lastModifiedBy>Oscar Tamariz Ocampo</cp:lastModifiedBy>
  <cp:revision>743</cp:revision>
  <dcterms:created xsi:type="dcterms:W3CDTF">2021-03-03T18:01:15Z</dcterms:created>
  <dcterms:modified xsi:type="dcterms:W3CDTF">2026-06-18T21:21:38Z</dcterms:modified>
</cp:coreProperties>
</file>